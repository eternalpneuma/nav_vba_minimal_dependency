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262" r:id="rId3"/>
    <p:sldId id="263" r:id="rId4"/>
    <p:sldId id="260" r:id="rId5"/>
  </p:sldIdLst>
  <p:sldSz cx="6858000" cy="12599988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9E63"/>
    <a:srgbClr val="00367A"/>
    <a:srgbClr val="D7BD95"/>
    <a:srgbClr val="B29A73"/>
    <a:srgbClr val="F2F2F2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39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com\nav_open_day_vba\20260624-&#20135;&#21697;&#19968;&#39029;&#36890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com\nav_open_day_vba\20260624-&#20135;&#21697;&#19968;&#39029;&#36890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com\nav_open_day_vba\20260624-&#20135;&#21697;&#19968;&#39029;&#3689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99999999999998E-2"/>
          <c:y val="0.16"/>
          <c:w val="0.79600000000000004"/>
          <c:h val="0.64571428571428602"/>
        </c:manualLayout>
      </c:layout>
      <c:lineChart>
        <c:grouping val="standard"/>
        <c:varyColors val="0"/>
        <c:ser>
          <c:idx val="0"/>
          <c:order val="0"/>
          <c:tx>
            <c:strRef>
              <c:f>交鑫致远6个月102号-单位净值</c:f>
              <c:strCache>
                <c:ptCount val="1"/>
                <c:pt idx="0">
                  <c:v>交鑫致远6个月102号-单位净值</c:v>
                </c:pt>
              </c:strCache>
            </c:strRef>
          </c:tx>
          <c:spPr>
            <a:ln w="28575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51-4F66-8BE1-A087D1187DD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51-4F66-8BE1-A087D1187DD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51-4F66-8BE1-A087D1187DD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D51-4F66-8BE1-A087D1187DD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51-4F66-8BE1-A087D1187DD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D51-4F66-8BE1-A087D1187DD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51-4F66-8BE1-A087D1187DD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D51-4F66-8BE1-A087D1187DD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D51-4F66-8BE1-A087D1187DD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D51-4F66-8BE1-A087D1187DD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D51-4F66-8BE1-A087D1187DD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D51-4F66-8BE1-A087D1187DD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D51-4F66-8BE1-A087D1187DD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D51-4F66-8BE1-A087D1187DD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D51-4F66-8BE1-A087D1187DD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D51-4F66-8BE1-A087D1187DD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D51-4F66-8BE1-A087D1187DD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D51-4F66-8BE1-A087D1187DD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D51-4F66-8BE1-A087D1187DD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D51-4F66-8BE1-A087D1187DD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D51-4F66-8BE1-A087D1187DD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D51-4F66-8BE1-A087D1187DD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D51-4F66-8BE1-A087D1187DD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D51-4F66-8BE1-A087D1187DD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D51-4F66-8BE1-A087D1187DD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D51-4F66-8BE1-A087D1187DD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D51-4F66-8BE1-A087D1187DD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D51-4F66-8BE1-A087D1187DD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D51-4F66-8BE1-A087D1187DD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D51-4F66-8BE1-A087D1187DD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0D51-4F66-8BE1-A087D1187DD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0D51-4F66-8BE1-A087D1187DD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D51-4F66-8BE1-A087D1187DD3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D51-4F66-8BE1-A087D1187DD3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D51-4F66-8BE1-A087D1187DD3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D51-4F66-8BE1-A087D1187DD3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D51-4F66-8BE1-A087D1187DD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0D51-4F66-8BE1-A087D1187DD3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0D51-4F66-8BE1-A087D1187DD3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0D51-4F66-8BE1-A087D1187DD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0D51-4F66-8BE1-A087D1187DD3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0D51-4F66-8BE1-A087D1187DD3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0D51-4F66-8BE1-A087D1187DD3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0D51-4F66-8BE1-A087D1187DD3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0D51-4F66-8BE1-A087D1187DD3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0D51-4F66-8BE1-A087D1187DD3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0D51-4F66-8BE1-A087D1187DD3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0D51-4F66-8BE1-A087D1187DD3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D51-4F66-8BE1-A087D1187DD3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D51-4F66-8BE1-A087D1187DD3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D51-4F66-8BE1-A087D1187DD3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D51-4F66-8BE1-A087D1187DD3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0D51-4F66-8BE1-A087D1187DD3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0D51-4F66-8BE1-A087D1187DD3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0D51-4F66-8BE1-A087D1187DD3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0D51-4F66-8BE1-A087D1187DD3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0D51-4F66-8BE1-A087D1187DD3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0D51-4F66-8BE1-A087D1187DD3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0D51-4F66-8BE1-A087D1187DD3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0D51-4F66-8BE1-A087D1187DD3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0D51-4F66-8BE1-A087D1187DD3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0D51-4F66-8BE1-A087D1187DD3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0D51-4F66-8BE1-A087D1187DD3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0D51-4F66-8BE1-A087D1187DD3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0D51-4F66-8BE1-A087D1187DD3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0D51-4F66-8BE1-A087D1187DD3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0D51-4F66-8BE1-A087D1187DD3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0D51-4F66-8BE1-A087D1187DD3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0D51-4F66-8BE1-A087D1187DD3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0D51-4F66-8BE1-A087D1187DD3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0D51-4F66-8BE1-A087D1187DD3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0D51-4F66-8BE1-A087D1187DD3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0D51-4F66-8BE1-A087D1187DD3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0D51-4F66-8BE1-A087D1187DD3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0D51-4F66-8BE1-A087D1187DD3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0D51-4F66-8BE1-A087D1187DD3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0D51-4F66-8BE1-A087D1187DD3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0D51-4F66-8BE1-A087D1187DD3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0D51-4F66-8BE1-A087D1187DD3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0D51-4F66-8BE1-A087D1187DD3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0D51-4F66-8BE1-A087D1187DD3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0D51-4F66-8BE1-A087D1187DD3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0D51-4F66-8BE1-A087D1187DD3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0D51-4F66-8BE1-A087D1187DD3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0D51-4F66-8BE1-A087D1187DD3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0D51-4F66-8BE1-A087D1187DD3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0D51-4F66-8BE1-A087D1187DD3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0D51-4F66-8BE1-A087D1187DD3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0D51-4F66-8BE1-A087D1187DD3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0D51-4F66-8BE1-A087D1187DD3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0D51-4F66-8BE1-A087D1187DD3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0D51-4F66-8BE1-A087D1187DD3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0D51-4F66-8BE1-A087D1187DD3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0D51-4F66-8BE1-A087D1187DD3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0D51-4F66-8BE1-A087D1187DD3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0D51-4F66-8BE1-A087D1187DD3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0D51-4F66-8BE1-A087D1187DD3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0D51-4F66-8BE1-A087D1187DD3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0D51-4F66-8BE1-A087D1187DD3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0D51-4F66-8BE1-A087D1187DD3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0D51-4F66-8BE1-A087D1187DD3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0D51-4F66-8BE1-A087D1187DD3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0D51-4F66-8BE1-A087D1187DD3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0D51-4F66-8BE1-A087D1187DD3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0D51-4F66-8BE1-A087D1187DD3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0D51-4F66-8BE1-A087D1187DD3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0D51-4F66-8BE1-A087D1187DD3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0D51-4F66-8BE1-A087D1187DD3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0D51-4F66-8BE1-A087D1187DD3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0D51-4F66-8BE1-A087D1187DD3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0D51-4F66-8BE1-A087D1187DD3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0D51-4F66-8BE1-A087D1187DD3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0D51-4F66-8BE1-A087D1187DD3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0D51-4F66-8BE1-A087D1187DD3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0D51-4F66-8BE1-A087D1187DD3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0D51-4F66-8BE1-A087D1187DD3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0D51-4F66-8BE1-A087D1187DD3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0D51-4F66-8BE1-A087D1187DD3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0D51-4F66-8BE1-A087D1187DD3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0D51-4F66-8BE1-A087D1187DD3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0D51-4F66-8BE1-A087D1187DD3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0D51-4F66-8BE1-A087D1187DD3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0D51-4F66-8BE1-A087D1187DD3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0D51-4F66-8BE1-A087D1187DD3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0D51-4F66-8BE1-A087D1187DD3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0D51-4F66-8BE1-A087D1187DD3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0D51-4F66-8BE1-A087D1187DD3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0D51-4F66-8BE1-A087D1187DD3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0D51-4F66-8BE1-A087D1187DD3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0D51-4F66-8BE1-A087D1187DD3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0D51-4F66-8BE1-A087D1187DD3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0D51-4F66-8BE1-A087D1187DD3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0D51-4F66-8BE1-A087D1187DD3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0D51-4F66-8BE1-A087D1187DD3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0D51-4F66-8BE1-A087D1187DD3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0D51-4F66-8BE1-A087D1187DD3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0D51-4F66-8BE1-A087D1187DD3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0D51-4F66-8BE1-A087D1187DD3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0D51-4F66-8BE1-A087D1187DD3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0D51-4F66-8BE1-A087D1187DD3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0D51-4F66-8BE1-A087D1187DD3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0D51-4F66-8BE1-A087D1187DD3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0D51-4F66-8BE1-A087D1187DD3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0D51-4F66-8BE1-A087D1187DD3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0D51-4F66-8BE1-A087D1187DD3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0D51-4F66-8BE1-A087D1187DD3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0D51-4F66-8BE1-A087D1187DD3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0D51-4F66-8BE1-A087D1187DD3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0D51-4F66-8BE1-A087D1187DD3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0D51-4F66-8BE1-A087D1187DD3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6-0D51-4F66-8BE1-A087D1187DD3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7-0D51-4F66-8BE1-A087D1187DD3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0D51-4F66-8BE1-A087D1187DD3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0D51-4F66-8BE1-A087D1187DD3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0D51-4F66-8BE1-A087D1187DD3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0D51-4F66-8BE1-A087D1187DD3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0D51-4F66-8BE1-A087D1187DD3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0D51-4F66-8BE1-A087D1187DD3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0D51-4F66-8BE1-A087D1187DD3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0D51-4F66-8BE1-A087D1187DD3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0D51-4F66-8BE1-A087D1187DD3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0D51-4F66-8BE1-A087D1187DD3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0D51-4F66-8BE1-A087D1187DD3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0D51-4F66-8BE1-A087D1187DD3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0D51-4F66-8BE1-A087D1187DD3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0D51-4F66-8BE1-A087D1187DD3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0D51-4F66-8BE1-A087D1187DD3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0D51-4F66-8BE1-A087D1187DD3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0D51-4F66-8BE1-A087D1187DD3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0D51-4F66-8BE1-A087D1187DD3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0D51-4F66-8BE1-A087D1187DD3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0D51-4F66-8BE1-A087D1187DD3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0D51-4F66-8BE1-A087D1187DD3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0D51-4F66-8BE1-A087D1187DD3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0D51-4F66-8BE1-A087D1187DD3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0D51-4F66-8BE1-A087D1187DD3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0D51-4F66-8BE1-A087D1187DD3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0D51-4F66-8BE1-A087D1187DD3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0D51-4F66-8BE1-A087D1187DD3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0D51-4F66-8BE1-A087D1187DD3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0D51-4F66-8BE1-A087D1187DD3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0D51-4F66-8BE1-A087D1187DD3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0D51-4F66-8BE1-A087D1187DD3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0D51-4F66-8BE1-A087D1187DD3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0D51-4F66-8BE1-A087D1187DD3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0D51-4F66-8BE1-A087D1187DD3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0D51-4F66-8BE1-A087D1187DD3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0D51-4F66-8BE1-A087D1187DD3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C-0D51-4F66-8BE1-A087D1187DD3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D-0D51-4F66-8BE1-A087D1187DD3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E-0D51-4F66-8BE1-A087D1187DD3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F-0D51-4F66-8BE1-A087D1187DD3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0-0D51-4F66-8BE1-A087D1187DD3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1-0D51-4F66-8BE1-A087D1187DD3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2-0D51-4F66-8BE1-A087D1187DD3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3-0D51-4F66-8BE1-A087D1187DD3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4-0D51-4F66-8BE1-A087D1187DD3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5-0D51-4F66-8BE1-A087D1187DD3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6-0D51-4F66-8BE1-A087D1187DD3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7-0D51-4F66-8BE1-A087D1187DD3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8-0D51-4F66-8BE1-A087D1187DD3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9-0D51-4F66-8BE1-A087D1187DD3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A-0D51-4F66-8BE1-A087D1187DD3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B-0D51-4F66-8BE1-A087D1187DD3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C-0D51-4F66-8BE1-A087D1187DD3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D-0D51-4F66-8BE1-A087D1187DD3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E-0D51-4F66-8BE1-A087D1187DD3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F-0D51-4F66-8BE1-A087D1187DD3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0-0D51-4F66-8BE1-A087D1187DD3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1-0D51-4F66-8BE1-A087D1187DD3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2-0D51-4F66-8BE1-A087D1187DD3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3-0D51-4F66-8BE1-A087D1187DD3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4-0D51-4F66-8BE1-A087D1187DD3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5-0D51-4F66-8BE1-A087D1187DD3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6-0D51-4F66-8BE1-A087D1187DD3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7-0D51-4F66-8BE1-A087D1187DD3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8-0D51-4F66-8BE1-A087D1187DD3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9-0D51-4F66-8BE1-A087D1187DD3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A-0D51-4F66-8BE1-A087D1187DD3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B-0D51-4F66-8BE1-A087D1187DD3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C-0D51-4F66-8BE1-A087D1187DD3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D-0D51-4F66-8BE1-A087D1187DD3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E-0D51-4F66-8BE1-A087D1187DD3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F-0D51-4F66-8BE1-A087D1187DD3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0-0D51-4F66-8BE1-A087D1187DD3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1-0D51-4F66-8BE1-A087D1187DD3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2-0D51-4F66-8BE1-A087D1187DD3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3-0D51-4F66-8BE1-A087D1187DD3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4-0D51-4F66-8BE1-A087D1187DD3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5-0D51-4F66-8BE1-A087D1187DD3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6-0D51-4F66-8BE1-A087D1187DD3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7-0D51-4F66-8BE1-A087D1187DD3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8-0D51-4F66-8BE1-A087D1187DD3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9-0D51-4F66-8BE1-A087D1187DD3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A-0D51-4F66-8BE1-A087D1187DD3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B-0D51-4F66-8BE1-A087D1187DD3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C-0D51-4F66-8BE1-A087D1187DD3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D-0D51-4F66-8BE1-A087D1187DD3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E-0D51-4F66-8BE1-A087D1187DD3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F-0D51-4F66-8BE1-A087D1187DD3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0-0D51-4F66-8BE1-A087D1187DD3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1-0D51-4F66-8BE1-A087D1187DD3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2-0D51-4F66-8BE1-A087D1187DD3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3-0D51-4F66-8BE1-A087D1187DD3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4-0D51-4F66-8BE1-A087D1187DD3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5-0D51-4F66-8BE1-A087D1187DD3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6-0D51-4F66-8BE1-A087D1187DD3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7-0D51-4F66-8BE1-A087D1187DD3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8-0D51-4F66-8BE1-A087D1187DD3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9-0D51-4F66-8BE1-A087D1187DD3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A-0D51-4F66-8BE1-A087D1187DD3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B-0D51-4F66-8BE1-A087D1187DD3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C-0D51-4F66-8BE1-A087D1187DD3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D-0D51-4F66-8BE1-A087D1187DD3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E-0D51-4F66-8BE1-A087D1187DD3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F-0D51-4F66-8BE1-A087D1187DD3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0-0D51-4F66-8BE1-A087D1187DD3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1-0D51-4F66-8BE1-A087D1187DD3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2-0D51-4F66-8BE1-A087D1187DD3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3-0D51-4F66-8BE1-A087D1187DD3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4-0D51-4F66-8BE1-A087D1187DD3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5-0D51-4F66-8BE1-A087D1187DD3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6-0D51-4F66-8BE1-A087D1187DD3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7-0D51-4F66-8BE1-A087D1187DD3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8-0D51-4F66-8BE1-A087D1187DD3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9-0D51-4F66-8BE1-A087D1187DD3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A-0D51-4F66-8BE1-A087D1187DD3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B-0D51-4F66-8BE1-A087D1187DD3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C-0D51-4F66-8BE1-A087D1187DD3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D-0D51-4F66-8BE1-A087D1187DD3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E-0D51-4F66-8BE1-A087D1187DD3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F-0D51-4F66-8BE1-A087D1187DD3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0-0D51-4F66-8BE1-A087D1187DD3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1-0D51-4F66-8BE1-A087D1187DD3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2-0D51-4F66-8BE1-A087D1187DD3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3-0D51-4F66-8BE1-A087D1187DD3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4-0D51-4F66-8BE1-A087D1187DD3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5-0D51-4F66-8BE1-A087D1187DD3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6-0D51-4F66-8BE1-A087D1187DD3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7-0D51-4F66-8BE1-A087D1187DD3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8-0D51-4F66-8BE1-A087D1187DD3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9-0D51-4F66-8BE1-A087D1187DD3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A-0D51-4F66-8BE1-A087D1187DD3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B-0D51-4F66-8BE1-A087D1187DD3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C-0D51-4F66-8BE1-A087D1187DD3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D-0D51-4F66-8BE1-A087D1187DD3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E-0D51-4F66-8BE1-A087D1187DD3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F-0D51-4F66-8BE1-A087D1187DD3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0-0D51-4F66-8BE1-A087D1187DD3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1-0D51-4F66-8BE1-A087D1187DD3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2-0D51-4F66-8BE1-A087D1187DD3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3-0D51-4F66-8BE1-A087D1187DD3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4-0D51-4F66-8BE1-A087D1187DD3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5-0D51-4F66-8BE1-A087D1187DD3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6-0D51-4F66-8BE1-A087D1187DD3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7-0D51-4F66-8BE1-A087D1187DD3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8-0D51-4F66-8BE1-A087D1187DD3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9-0D51-4F66-8BE1-A087D1187DD3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A-0D51-4F66-8BE1-A087D1187DD3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B-0D51-4F66-8BE1-A087D1187DD3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C-0D51-4F66-8BE1-A087D1187DD3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D-0D51-4F66-8BE1-A087D1187DD3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E-0D51-4F66-8BE1-A087D1187DD3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F-0D51-4F66-8BE1-A087D1187DD3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0-0D51-4F66-8BE1-A087D1187DD3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1-0D51-4F66-8BE1-A087D1187DD3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2-0D51-4F66-8BE1-A087D1187DD3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3-0D51-4F66-8BE1-A087D1187DD3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4-0D51-4F66-8BE1-A087D1187DD3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5-0D51-4F66-8BE1-A087D1187DD3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6-0D51-4F66-8BE1-A087D1187DD3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7-0D51-4F66-8BE1-A087D1187DD3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8-0D51-4F66-8BE1-A087D1187DD3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9-0D51-4F66-8BE1-A087D1187DD3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A-0D51-4F66-8BE1-A087D1187DD3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B-0D51-4F66-8BE1-A087D1187DD3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C-0D51-4F66-8BE1-A087D1187DD3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D-0D51-4F66-8BE1-A087D1187DD3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E-0D51-4F66-8BE1-A087D1187DD3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F-0D51-4F66-8BE1-A087D1187DD3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0-0D51-4F66-8BE1-A087D1187DD3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1-0D51-4F66-8BE1-A087D1187DD3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2-0D51-4F66-8BE1-A087D1187DD3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3-0D51-4F66-8BE1-A087D1187DD3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4-0D51-4F66-8BE1-A087D1187DD3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5-0D51-4F66-8BE1-A087D1187DD3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6-0D51-4F66-8BE1-A087D1187DD3}"/>
                </c:ext>
              </c:extLst>
            </c:dLbl>
            <c:dLbl>
              <c:idx val="327"/>
              <c:numFmt formatCode="0.0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47-0D51-4F66-8BE1-A087D1187D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'[20260624-产品一页通.xlsx]交鑫致远6个月102号'!$A$2:$A$329</c:f>
              <c:numCache>
                <c:formatCode>yyyy/mm/dd</c:formatCode>
                <c:ptCount val="328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45906</c:v>
                </c:pt>
                <c:pt idx="37">
                  <c:v>45907</c:v>
                </c:pt>
                <c:pt idx="38">
                  <c:v>45908</c:v>
                </c:pt>
                <c:pt idx="39">
                  <c:v>45909</c:v>
                </c:pt>
                <c:pt idx="40">
                  <c:v>45910</c:v>
                </c:pt>
                <c:pt idx="41">
                  <c:v>45911</c:v>
                </c:pt>
                <c:pt idx="42">
                  <c:v>45912</c:v>
                </c:pt>
                <c:pt idx="43">
                  <c:v>45913</c:v>
                </c:pt>
                <c:pt idx="44">
                  <c:v>45914</c:v>
                </c:pt>
                <c:pt idx="45">
                  <c:v>45915</c:v>
                </c:pt>
                <c:pt idx="46">
                  <c:v>45916</c:v>
                </c:pt>
                <c:pt idx="47">
                  <c:v>45917</c:v>
                </c:pt>
                <c:pt idx="48">
                  <c:v>45918</c:v>
                </c:pt>
                <c:pt idx="49">
                  <c:v>45919</c:v>
                </c:pt>
                <c:pt idx="50">
                  <c:v>45920</c:v>
                </c:pt>
                <c:pt idx="51">
                  <c:v>45921</c:v>
                </c:pt>
                <c:pt idx="52">
                  <c:v>45922</c:v>
                </c:pt>
                <c:pt idx="53">
                  <c:v>45923</c:v>
                </c:pt>
                <c:pt idx="54">
                  <c:v>45924</c:v>
                </c:pt>
                <c:pt idx="55">
                  <c:v>45925</c:v>
                </c:pt>
                <c:pt idx="56">
                  <c:v>45926</c:v>
                </c:pt>
                <c:pt idx="57">
                  <c:v>45927</c:v>
                </c:pt>
                <c:pt idx="58">
                  <c:v>45928</c:v>
                </c:pt>
                <c:pt idx="59">
                  <c:v>45929</c:v>
                </c:pt>
                <c:pt idx="60">
                  <c:v>45930</c:v>
                </c:pt>
                <c:pt idx="61">
                  <c:v>45931</c:v>
                </c:pt>
                <c:pt idx="62">
                  <c:v>45932</c:v>
                </c:pt>
                <c:pt idx="63">
                  <c:v>45933</c:v>
                </c:pt>
                <c:pt idx="64">
                  <c:v>45934</c:v>
                </c:pt>
                <c:pt idx="65">
                  <c:v>45935</c:v>
                </c:pt>
                <c:pt idx="66">
                  <c:v>45936</c:v>
                </c:pt>
                <c:pt idx="67">
                  <c:v>45937</c:v>
                </c:pt>
                <c:pt idx="68">
                  <c:v>45938</c:v>
                </c:pt>
                <c:pt idx="69">
                  <c:v>45939</c:v>
                </c:pt>
                <c:pt idx="70">
                  <c:v>45940</c:v>
                </c:pt>
                <c:pt idx="71">
                  <c:v>45941</c:v>
                </c:pt>
                <c:pt idx="72">
                  <c:v>45942</c:v>
                </c:pt>
                <c:pt idx="73">
                  <c:v>45943</c:v>
                </c:pt>
                <c:pt idx="74">
                  <c:v>45944</c:v>
                </c:pt>
                <c:pt idx="75">
                  <c:v>45945</c:v>
                </c:pt>
                <c:pt idx="76">
                  <c:v>45946</c:v>
                </c:pt>
                <c:pt idx="77">
                  <c:v>45947</c:v>
                </c:pt>
                <c:pt idx="78">
                  <c:v>45948</c:v>
                </c:pt>
                <c:pt idx="79">
                  <c:v>45949</c:v>
                </c:pt>
                <c:pt idx="80">
                  <c:v>45950</c:v>
                </c:pt>
                <c:pt idx="81">
                  <c:v>45951</c:v>
                </c:pt>
                <c:pt idx="82">
                  <c:v>45952</c:v>
                </c:pt>
                <c:pt idx="83">
                  <c:v>45953</c:v>
                </c:pt>
                <c:pt idx="84">
                  <c:v>45954</c:v>
                </c:pt>
                <c:pt idx="85">
                  <c:v>45955</c:v>
                </c:pt>
                <c:pt idx="86">
                  <c:v>45956</c:v>
                </c:pt>
                <c:pt idx="87">
                  <c:v>45957</c:v>
                </c:pt>
                <c:pt idx="88">
                  <c:v>45958</c:v>
                </c:pt>
                <c:pt idx="89">
                  <c:v>45959</c:v>
                </c:pt>
                <c:pt idx="90">
                  <c:v>45960</c:v>
                </c:pt>
                <c:pt idx="91">
                  <c:v>45961</c:v>
                </c:pt>
                <c:pt idx="92">
                  <c:v>45962</c:v>
                </c:pt>
                <c:pt idx="93">
                  <c:v>45963</c:v>
                </c:pt>
                <c:pt idx="94">
                  <c:v>45964</c:v>
                </c:pt>
                <c:pt idx="95">
                  <c:v>45965</c:v>
                </c:pt>
                <c:pt idx="96">
                  <c:v>45966</c:v>
                </c:pt>
                <c:pt idx="97">
                  <c:v>45967</c:v>
                </c:pt>
                <c:pt idx="98">
                  <c:v>45968</c:v>
                </c:pt>
                <c:pt idx="99">
                  <c:v>45969</c:v>
                </c:pt>
                <c:pt idx="100">
                  <c:v>45970</c:v>
                </c:pt>
                <c:pt idx="101">
                  <c:v>45971</c:v>
                </c:pt>
                <c:pt idx="102">
                  <c:v>45972</c:v>
                </c:pt>
                <c:pt idx="103">
                  <c:v>45973</c:v>
                </c:pt>
                <c:pt idx="104">
                  <c:v>45974</c:v>
                </c:pt>
                <c:pt idx="105">
                  <c:v>45975</c:v>
                </c:pt>
                <c:pt idx="106">
                  <c:v>45976</c:v>
                </c:pt>
                <c:pt idx="107">
                  <c:v>45977</c:v>
                </c:pt>
                <c:pt idx="108">
                  <c:v>45978</c:v>
                </c:pt>
                <c:pt idx="109">
                  <c:v>45979</c:v>
                </c:pt>
                <c:pt idx="110">
                  <c:v>45980</c:v>
                </c:pt>
                <c:pt idx="111">
                  <c:v>45981</c:v>
                </c:pt>
                <c:pt idx="112">
                  <c:v>45982</c:v>
                </c:pt>
                <c:pt idx="113">
                  <c:v>45983</c:v>
                </c:pt>
                <c:pt idx="114">
                  <c:v>45984</c:v>
                </c:pt>
                <c:pt idx="115">
                  <c:v>45985</c:v>
                </c:pt>
                <c:pt idx="116">
                  <c:v>45986</c:v>
                </c:pt>
                <c:pt idx="117">
                  <c:v>45987</c:v>
                </c:pt>
                <c:pt idx="118">
                  <c:v>45988</c:v>
                </c:pt>
                <c:pt idx="119">
                  <c:v>45989</c:v>
                </c:pt>
                <c:pt idx="120">
                  <c:v>45990</c:v>
                </c:pt>
                <c:pt idx="121">
                  <c:v>45991</c:v>
                </c:pt>
                <c:pt idx="122">
                  <c:v>45992</c:v>
                </c:pt>
                <c:pt idx="123">
                  <c:v>45993</c:v>
                </c:pt>
                <c:pt idx="124">
                  <c:v>45994</c:v>
                </c:pt>
                <c:pt idx="125">
                  <c:v>45995</c:v>
                </c:pt>
                <c:pt idx="126">
                  <c:v>45996</c:v>
                </c:pt>
                <c:pt idx="127">
                  <c:v>45997</c:v>
                </c:pt>
                <c:pt idx="128">
                  <c:v>45998</c:v>
                </c:pt>
                <c:pt idx="129">
                  <c:v>45999</c:v>
                </c:pt>
                <c:pt idx="130">
                  <c:v>46000</c:v>
                </c:pt>
                <c:pt idx="131">
                  <c:v>46001</c:v>
                </c:pt>
                <c:pt idx="132">
                  <c:v>46002</c:v>
                </c:pt>
                <c:pt idx="133">
                  <c:v>46003</c:v>
                </c:pt>
                <c:pt idx="134">
                  <c:v>46004</c:v>
                </c:pt>
                <c:pt idx="135">
                  <c:v>46005</c:v>
                </c:pt>
                <c:pt idx="136">
                  <c:v>46006</c:v>
                </c:pt>
                <c:pt idx="137">
                  <c:v>46007</c:v>
                </c:pt>
                <c:pt idx="138">
                  <c:v>46008</c:v>
                </c:pt>
                <c:pt idx="139">
                  <c:v>46009</c:v>
                </c:pt>
                <c:pt idx="140">
                  <c:v>46010</c:v>
                </c:pt>
                <c:pt idx="141">
                  <c:v>46011</c:v>
                </c:pt>
                <c:pt idx="142">
                  <c:v>46012</c:v>
                </c:pt>
                <c:pt idx="143">
                  <c:v>46013</c:v>
                </c:pt>
                <c:pt idx="144">
                  <c:v>46014</c:v>
                </c:pt>
                <c:pt idx="145">
                  <c:v>46015</c:v>
                </c:pt>
                <c:pt idx="146">
                  <c:v>46016</c:v>
                </c:pt>
                <c:pt idx="147">
                  <c:v>46017</c:v>
                </c:pt>
                <c:pt idx="148">
                  <c:v>46018</c:v>
                </c:pt>
                <c:pt idx="149">
                  <c:v>46019</c:v>
                </c:pt>
                <c:pt idx="150">
                  <c:v>46020</c:v>
                </c:pt>
                <c:pt idx="151">
                  <c:v>46021</c:v>
                </c:pt>
                <c:pt idx="152">
                  <c:v>46022</c:v>
                </c:pt>
                <c:pt idx="153">
                  <c:v>46023</c:v>
                </c:pt>
                <c:pt idx="154">
                  <c:v>46024</c:v>
                </c:pt>
                <c:pt idx="155">
                  <c:v>46025</c:v>
                </c:pt>
                <c:pt idx="156">
                  <c:v>46026</c:v>
                </c:pt>
                <c:pt idx="157">
                  <c:v>46027</c:v>
                </c:pt>
                <c:pt idx="158">
                  <c:v>46028</c:v>
                </c:pt>
                <c:pt idx="159">
                  <c:v>46029</c:v>
                </c:pt>
                <c:pt idx="160">
                  <c:v>46030</c:v>
                </c:pt>
                <c:pt idx="161">
                  <c:v>46031</c:v>
                </c:pt>
                <c:pt idx="162">
                  <c:v>46032</c:v>
                </c:pt>
                <c:pt idx="163">
                  <c:v>46033</c:v>
                </c:pt>
                <c:pt idx="164">
                  <c:v>46034</c:v>
                </c:pt>
                <c:pt idx="165">
                  <c:v>46035</c:v>
                </c:pt>
                <c:pt idx="166">
                  <c:v>46036</c:v>
                </c:pt>
                <c:pt idx="167">
                  <c:v>46037</c:v>
                </c:pt>
                <c:pt idx="168">
                  <c:v>46038</c:v>
                </c:pt>
                <c:pt idx="169">
                  <c:v>46039</c:v>
                </c:pt>
                <c:pt idx="170">
                  <c:v>46040</c:v>
                </c:pt>
                <c:pt idx="171">
                  <c:v>46041</c:v>
                </c:pt>
                <c:pt idx="172">
                  <c:v>46042</c:v>
                </c:pt>
                <c:pt idx="173">
                  <c:v>46043</c:v>
                </c:pt>
                <c:pt idx="174">
                  <c:v>46044</c:v>
                </c:pt>
                <c:pt idx="175">
                  <c:v>46045</c:v>
                </c:pt>
                <c:pt idx="176">
                  <c:v>46046</c:v>
                </c:pt>
                <c:pt idx="177">
                  <c:v>46047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46053</c:v>
                </c:pt>
                <c:pt idx="184">
                  <c:v>46054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46060</c:v>
                </c:pt>
                <c:pt idx="191">
                  <c:v>46061</c:v>
                </c:pt>
                <c:pt idx="192">
                  <c:v>46062</c:v>
                </c:pt>
                <c:pt idx="193">
                  <c:v>46063</c:v>
                </c:pt>
                <c:pt idx="194">
                  <c:v>46064</c:v>
                </c:pt>
                <c:pt idx="195">
                  <c:v>46065</c:v>
                </c:pt>
                <c:pt idx="196">
                  <c:v>46066</c:v>
                </c:pt>
                <c:pt idx="197">
                  <c:v>46067</c:v>
                </c:pt>
                <c:pt idx="198">
                  <c:v>46068</c:v>
                </c:pt>
                <c:pt idx="199">
                  <c:v>46069</c:v>
                </c:pt>
                <c:pt idx="200">
                  <c:v>46070</c:v>
                </c:pt>
                <c:pt idx="201">
                  <c:v>46071</c:v>
                </c:pt>
                <c:pt idx="202">
                  <c:v>46072</c:v>
                </c:pt>
                <c:pt idx="203">
                  <c:v>46073</c:v>
                </c:pt>
                <c:pt idx="204">
                  <c:v>46074</c:v>
                </c:pt>
                <c:pt idx="205">
                  <c:v>46075</c:v>
                </c:pt>
                <c:pt idx="206">
                  <c:v>46076</c:v>
                </c:pt>
                <c:pt idx="207">
                  <c:v>46077</c:v>
                </c:pt>
                <c:pt idx="208">
                  <c:v>46078</c:v>
                </c:pt>
                <c:pt idx="209">
                  <c:v>46079</c:v>
                </c:pt>
                <c:pt idx="210">
                  <c:v>46080</c:v>
                </c:pt>
                <c:pt idx="211">
                  <c:v>46081</c:v>
                </c:pt>
                <c:pt idx="212">
                  <c:v>46082</c:v>
                </c:pt>
                <c:pt idx="213">
                  <c:v>46083</c:v>
                </c:pt>
                <c:pt idx="214">
                  <c:v>46084</c:v>
                </c:pt>
                <c:pt idx="215">
                  <c:v>46085</c:v>
                </c:pt>
                <c:pt idx="216">
                  <c:v>46086</c:v>
                </c:pt>
                <c:pt idx="217">
                  <c:v>46087</c:v>
                </c:pt>
                <c:pt idx="218">
                  <c:v>46088</c:v>
                </c:pt>
                <c:pt idx="219">
                  <c:v>46089</c:v>
                </c:pt>
                <c:pt idx="220">
                  <c:v>46090</c:v>
                </c:pt>
                <c:pt idx="221">
                  <c:v>46091</c:v>
                </c:pt>
                <c:pt idx="222">
                  <c:v>46092</c:v>
                </c:pt>
                <c:pt idx="223">
                  <c:v>46093</c:v>
                </c:pt>
                <c:pt idx="224">
                  <c:v>46094</c:v>
                </c:pt>
                <c:pt idx="225">
                  <c:v>46095</c:v>
                </c:pt>
                <c:pt idx="226">
                  <c:v>46096</c:v>
                </c:pt>
                <c:pt idx="227">
                  <c:v>46097</c:v>
                </c:pt>
                <c:pt idx="228">
                  <c:v>46098</c:v>
                </c:pt>
                <c:pt idx="229">
                  <c:v>46099</c:v>
                </c:pt>
                <c:pt idx="230">
                  <c:v>46100</c:v>
                </c:pt>
                <c:pt idx="231">
                  <c:v>46101</c:v>
                </c:pt>
                <c:pt idx="232">
                  <c:v>46102</c:v>
                </c:pt>
                <c:pt idx="233">
                  <c:v>46103</c:v>
                </c:pt>
                <c:pt idx="234">
                  <c:v>46104</c:v>
                </c:pt>
                <c:pt idx="235">
                  <c:v>46105</c:v>
                </c:pt>
                <c:pt idx="236">
                  <c:v>46106</c:v>
                </c:pt>
                <c:pt idx="237">
                  <c:v>46107</c:v>
                </c:pt>
                <c:pt idx="238">
                  <c:v>46108</c:v>
                </c:pt>
                <c:pt idx="239">
                  <c:v>46109</c:v>
                </c:pt>
                <c:pt idx="240">
                  <c:v>46110</c:v>
                </c:pt>
                <c:pt idx="241">
                  <c:v>46111</c:v>
                </c:pt>
                <c:pt idx="242">
                  <c:v>46112</c:v>
                </c:pt>
                <c:pt idx="243">
                  <c:v>46113</c:v>
                </c:pt>
                <c:pt idx="244">
                  <c:v>46114</c:v>
                </c:pt>
                <c:pt idx="245">
                  <c:v>46115</c:v>
                </c:pt>
                <c:pt idx="246">
                  <c:v>46116</c:v>
                </c:pt>
                <c:pt idx="247">
                  <c:v>46117</c:v>
                </c:pt>
                <c:pt idx="248">
                  <c:v>46118</c:v>
                </c:pt>
                <c:pt idx="249">
                  <c:v>46119</c:v>
                </c:pt>
                <c:pt idx="250">
                  <c:v>46120</c:v>
                </c:pt>
                <c:pt idx="251">
                  <c:v>46121</c:v>
                </c:pt>
                <c:pt idx="252">
                  <c:v>46122</c:v>
                </c:pt>
                <c:pt idx="253">
                  <c:v>46123</c:v>
                </c:pt>
                <c:pt idx="254">
                  <c:v>46124</c:v>
                </c:pt>
                <c:pt idx="255">
                  <c:v>46125</c:v>
                </c:pt>
                <c:pt idx="256">
                  <c:v>46126</c:v>
                </c:pt>
                <c:pt idx="257">
                  <c:v>46127</c:v>
                </c:pt>
                <c:pt idx="258">
                  <c:v>46128</c:v>
                </c:pt>
                <c:pt idx="259">
                  <c:v>46129</c:v>
                </c:pt>
                <c:pt idx="260">
                  <c:v>46130</c:v>
                </c:pt>
                <c:pt idx="261">
                  <c:v>46131</c:v>
                </c:pt>
                <c:pt idx="262">
                  <c:v>46132</c:v>
                </c:pt>
                <c:pt idx="263">
                  <c:v>46133</c:v>
                </c:pt>
                <c:pt idx="264">
                  <c:v>46134</c:v>
                </c:pt>
                <c:pt idx="265">
                  <c:v>46135</c:v>
                </c:pt>
                <c:pt idx="266">
                  <c:v>46136</c:v>
                </c:pt>
                <c:pt idx="267">
                  <c:v>46137</c:v>
                </c:pt>
                <c:pt idx="268">
                  <c:v>46138</c:v>
                </c:pt>
                <c:pt idx="269">
                  <c:v>46139</c:v>
                </c:pt>
                <c:pt idx="270">
                  <c:v>46140</c:v>
                </c:pt>
                <c:pt idx="271">
                  <c:v>46141</c:v>
                </c:pt>
                <c:pt idx="272">
                  <c:v>46142</c:v>
                </c:pt>
                <c:pt idx="273">
                  <c:v>46143</c:v>
                </c:pt>
                <c:pt idx="274">
                  <c:v>46144</c:v>
                </c:pt>
                <c:pt idx="275">
                  <c:v>46145</c:v>
                </c:pt>
                <c:pt idx="276">
                  <c:v>46146</c:v>
                </c:pt>
                <c:pt idx="277">
                  <c:v>46147</c:v>
                </c:pt>
                <c:pt idx="278">
                  <c:v>46148</c:v>
                </c:pt>
                <c:pt idx="279">
                  <c:v>46149</c:v>
                </c:pt>
                <c:pt idx="280">
                  <c:v>46150</c:v>
                </c:pt>
                <c:pt idx="281">
                  <c:v>46151</c:v>
                </c:pt>
                <c:pt idx="282">
                  <c:v>46152</c:v>
                </c:pt>
                <c:pt idx="283">
                  <c:v>46153</c:v>
                </c:pt>
                <c:pt idx="284">
                  <c:v>46154</c:v>
                </c:pt>
                <c:pt idx="285">
                  <c:v>46155</c:v>
                </c:pt>
                <c:pt idx="286">
                  <c:v>46156</c:v>
                </c:pt>
                <c:pt idx="287">
                  <c:v>46157</c:v>
                </c:pt>
                <c:pt idx="288">
                  <c:v>46158</c:v>
                </c:pt>
                <c:pt idx="289">
                  <c:v>46159</c:v>
                </c:pt>
                <c:pt idx="290">
                  <c:v>46160</c:v>
                </c:pt>
                <c:pt idx="291">
                  <c:v>46161</c:v>
                </c:pt>
                <c:pt idx="292">
                  <c:v>46162</c:v>
                </c:pt>
                <c:pt idx="293">
                  <c:v>46163</c:v>
                </c:pt>
                <c:pt idx="294">
                  <c:v>46164</c:v>
                </c:pt>
                <c:pt idx="295">
                  <c:v>46165</c:v>
                </c:pt>
                <c:pt idx="296">
                  <c:v>46166</c:v>
                </c:pt>
                <c:pt idx="297">
                  <c:v>46167</c:v>
                </c:pt>
                <c:pt idx="298">
                  <c:v>46168</c:v>
                </c:pt>
                <c:pt idx="299">
                  <c:v>46169</c:v>
                </c:pt>
                <c:pt idx="300">
                  <c:v>46170</c:v>
                </c:pt>
                <c:pt idx="301">
                  <c:v>46171</c:v>
                </c:pt>
                <c:pt idx="302">
                  <c:v>46172</c:v>
                </c:pt>
                <c:pt idx="303">
                  <c:v>46173</c:v>
                </c:pt>
                <c:pt idx="304">
                  <c:v>46174</c:v>
                </c:pt>
                <c:pt idx="305">
                  <c:v>46175</c:v>
                </c:pt>
                <c:pt idx="306">
                  <c:v>46176</c:v>
                </c:pt>
                <c:pt idx="307">
                  <c:v>46177</c:v>
                </c:pt>
                <c:pt idx="308">
                  <c:v>46178</c:v>
                </c:pt>
                <c:pt idx="309">
                  <c:v>46179</c:v>
                </c:pt>
                <c:pt idx="310">
                  <c:v>46180</c:v>
                </c:pt>
                <c:pt idx="311">
                  <c:v>46181</c:v>
                </c:pt>
                <c:pt idx="312">
                  <c:v>46182</c:v>
                </c:pt>
                <c:pt idx="313">
                  <c:v>46183</c:v>
                </c:pt>
                <c:pt idx="314">
                  <c:v>46184</c:v>
                </c:pt>
                <c:pt idx="315">
                  <c:v>46185</c:v>
                </c:pt>
                <c:pt idx="316">
                  <c:v>46186</c:v>
                </c:pt>
                <c:pt idx="317">
                  <c:v>46187</c:v>
                </c:pt>
                <c:pt idx="318">
                  <c:v>46188</c:v>
                </c:pt>
                <c:pt idx="319">
                  <c:v>46189</c:v>
                </c:pt>
                <c:pt idx="320">
                  <c:v>46190</c:v>
                </c:pt>
                <c:pt idx="321">
                  <c:v>46191</c:v>
                </c:pt>
                <c:pt idx="322">
                  <c:v>46192</c:v>
                </c:pt>
                <c:pt idx="323">
                  <c:v>46193</c:v>
                </c:pt>
                <c:pt idx="324">
                  <c:v>46194</c:v>
                </c:pt>
                <c:pt idx="325">
                  <c:v>46195</c:v>
                </c:pt>
                <c:pt idx="326">
                  <c:v>46196</c:v>
                </c:pt>
                <c:pt idx="327">
                  <c:v>46197</c:v>
                </c:pt>
              </c:numCache>
            </c:numRef>
          </c:cat>
          <c:val>
            <c:numRef>
              <c:f>'[20260624-产品一页通.xlsx]交鑫致远6个月102号'!$D$2:$D$329</c:f>
              <c:numCache>
                <c:formatCode>0.0000</c:formatCode>
                <c:ptCount val="328"/>
                <c:pt idx="0">
                  <c:v>1.0001291000000001</c:v>
                </c:pt>
                <c:pt idx="1">
                  <c:v>1.0003053500000001</c:v>
                </c:pt>
                <c:pt idx="2">
                  <c:v>1.00039291</c:v>
                </c:pt>
                <c:pt idx="3">
                  <c:v>1.0004722800000001</c:v>
                </c:pt>
                <c:pt idx="4">
                  <c:v>1.0005409199999999</c:v>
                </c:pt>
                <c:pt idx="5">
                  <c:v>1.00060748</c:v>
                </c:pt>
                <c:pt idx="6">
                  <c:v>1.00080312</c:v>
                </c:pt>
                <c:pt idx="7">
                  <c:v>1.00087785</c:v>
                </c:pt>
                <c:pt idx="8">
                  <c:v>1.0009831899999999</c:v>
                </c:pt>
                <c:pt idx="9">
                  <c:v>1.0010498699999999</c:v>
                </c:pt>
                <c:pt idx="10">
                  <c:v>1.0011487400000001</c:v>
                </c:pt>
                <c:pt idx="11">
                  <c:v>1.00134444</c:v>
                </c:pt>
                <c:pt idx="12">
                  <c:v>1.00141909</c:v>
                </c:pt>
                <c:pt idx="13">
                  <c:v>1.0015133700000001</c:v>
                </c:pt>
                <c:pt idx="14">
                  <c:v>1.00159061</c:v>
                </c:pt>
                <c:pt idx="15">
                  <c:v>1.00166786</c:v>
                </c:pt>
                <c:pt idx="16">
                  <c:v>1.00186328</c:v>
                </c:pt>
                <c:pt idx="17">
                  <c:v>1.0019486500000001</c:v>
                </c:pt>
                <c:pt idx="18">
                  <c:v>1.00203194</c:v>
                </c:pt>
                <c:pt idx="19">
                  <c:v>1.00210921</c:v>
                </c:pt>
                <c:pt idx="20">
                  <c:v>1.00218648</c:v>
                </c:pt>
                <c:pt idx="21">
                  <c:v>1.00237135</c:v>
                </c:pt>
                <c:pt idx="22">
                  <c:v>1.00245651</c:v>
                </c:pt>
                <c:pt idx="23">
                  <c:v>1.00253978</c:v>
                </c:pt>
                <c:pt idx="24">
                  <c:v>1.0025962100000001</c:v>
                </c:pt>
                <c:pt idx="25">
                  <c:v>1.0026476600000001</c:v>
                </c:pt>
                <c:pt idx="26">
                  <c:v>1.0037126300000001</c:v>
                </c:pt>
                <c:pt idx="27">
                  <c:v>1.0041297300000001</c:v>
                </c:pt>
                <c:pt idx="28">
                  <c:v>1.0043618000000001</c:v>
                </c:pt>
                <c:pt idx="29">
                  <c:v>1.0044984800000001</c:v>
                </c:pt>
                <c:pt idx="30">
                  <c:v>1.0043489999999999</c:v>
                </c:pt>
                <c:pt idx="31">
                  <c:v>1.0045740299999999</c:v>
                </c:pt>
                <c:pt idx="32">
                  <c:v>1.00494343</c:v>
                </c:pt>
                <c:pt idx="33">
                  <c:v>1.0049847199999999</c:v>
                </c:pt>
                <c:pt idx="34">
                  <c:v>1.0050737000000001</c:v>
                </c:pt>
                <c:pt idx="35">
                  <c:v>1.0051626899999999</c:v>
                </c:pt>
                <c:pt idx="36">
                  <c:v>1.0052068599999999</c:v>
                </c:pt>
                <c:pt idx="37">
                  <c:v>1.00525102</c:v>
                </c:pt>
                <c:pt idx="38">
                  <c:v>1.00519694</c:v>
                </c:pt>
                <c:pt idx="39">
                  <c:v>1.00542325</c:v>
                </c:pt>
                <c:pt idx="40">
                  <c:v>1.00541685</c:v>
                </c:pt>
                <c:pt idx="41">
                  <c:v>1.0052196799999999</c:v>
                </c:pt>
                <c:pt idx="42">
                  <c:v>1.0052609800000001</c:v>
                </c:pt>
                <c:pt idx="43">
                  <c:v>1.0053051399999999</c:v>
                </c:pt>
                <c:pt idx="44">
                  <c:v>1.0053493099999999</c:v>
                </c:pt>
                <c:pt idx="45">
                  <c:v>1.0053906100000001</c:v>
                </c:pt>
                <c:pt idx="46">
                  <c:v>1.0056646199999999</c:v>
                </c:pt>
                <c:pt idx="47">
                  <c:v>1.0058012999999999</c:v>
                </c:pt>
                <c:pt idx="48">
                  <c:v>1.0059366000000001</c:v>
                </c:pt>
                <c:pt idx="49">
                  <c:v>1.00592883</c:v>
                </c:pt>
                <c:pt idx="50">
                  <c:v>1.0059716299999999</c:v>
                </c:pt>
                <c:pt idx="51">
                  <c:v>1.00601443</c:v>
                </c:pt>
                <c:pt idx="52">
                  <c:v>1.0059116800000001</c:v>
                </c:pt>
                <c:pt idx="53">
                  <c:v>1.0061059400000001</c:v>
                </c:pt>
                <c:pt idx="54">
                  <c:v>1.00600278</c:v>
                </c:pt>
                <c:pt idx="55">
                  <c:v>1.0059950099999999</c:v>
                </c:pt>
                <c:pt idx="56">
                  <c:v>1.00608662</c:v>
                </c:pt>
                <c:pt idx="57">
                  <c:v>1.0061294199999999</c:v>
                </c:pt>
                <c:pt idx="58">
                  <c:v>1.0063803600000001</c:v>
                </c:pt>
                <c:pt idx="59">
                  <c:v>1.00642316</c:v>
                </c:pt>
                <c:pt idx="60">
                  <c:v>1.00673616</c:v>
                </c:pt>
                <c:pt idx="61">
                  <c:v>1.0067789599999999</c:v>
                </c:pt>
                <c:pt idx="62">
                  <c:v>1.00682176</c:v>
                </c:pt>
                <c:pt idx="63">
                  <c:v>1.0068645599999999</c:v>
                </c:pt>
                <c:pt idx="64">
                  <c:v>1.0069073500000001</c:v>
                </c:pt>
                <c:pt idx="65">
                  <c:v>1.00695015</c:v>
                </c:pt>
                <c:pt idx="66">
                  <c:v>1.0069929500000001</c:v>
                </c:pt>
                <c:pt idx="67">
                  <c:v>1.00703575</c:v>
                </c:pt>
                <c:pt idx="68">
                  <c:v>1.00707854</c:v>
                </c:pt>
                <c:pt idx="69">
                  <c:v>1.00724407</c:v>
                </c:pt>
                <c:pt idx="70">
                  <c:v>1.0075573900000001</c:v>
                </c:pt>
                <c:pt idx="71">
                  <c:v>1.00752445</c:v>
                </c:pt>
                <c:pt idx="72">
                  <c:v>1.00756724</c:v>
                </c:pt>
                <c:pt idx="73">
                  <c:v>1.0076071600000001</c:v>
                </c:pt>
                <c:pt idx="74">
                  <c:v>1.0078200399999999</c:v>
                </c:pt>
                <c:pt idx="75">
                  <c:v>1.0078882300000001</c:v>
                </c:pt>
                <c:pt idx="76">
                  <c:v>1.0079758700000001</c:v>
                </c:pt>
                <c:pt idx="77">
                  <c:v>1.0081137600000001</c:v>
                </c:pt>
                <c:pt idx="78">
                  <c:v>1.00815656</c:v>
                </c:pt>
                <c:pt idx="79">
                  <c:v>1.0081993499999999</c:v>
                </c:pt>
                <c:pt idx="80">
                  <c:v>1.00846284</c:v>
                </c:pt>
                <c:pt idx="81">
                  <c:v>1.00849447</c:v>
                </c:pt>
                <c:pt idx="82">
                  <c:v>1.0086298499999999</c:v>
                </c:pt>
                <c:pt idx="83">
                  <c:v>1.0087928500000001</c:v>
                </c:pt>
                <c:pt idx="84">
                  <c:v>1.0088804899999999</c:v>
                </c:pt>
                <c:pt idx="85">
                  <c:v>1.00892329</c:v>
                </c:pt>
                <c:pt idx="86">
                  <c:v>1.00896608</c:v>
                </c:pt>
                <c:pt idx="87">
                  <c:v>1.00882512</c:v>
                </c:pt>
                <c:pt idx="88">
                  <c:v>1.00900246</c:v>
                </c:pt>
                <c:pt idx="89">
                  <c:v>1.0095264399999999</c:v>
                </c:pt>
                <c:pt idx="90">
                  <c:v>1.0097320299999999</c:v>
                </c:pt>
                <c:pt idx="91">
                  <c:v>1.0099353900000001</c:v>
                </c:pt>
                <c:pt idx="92">
                  <c:v>1.0099797500000001</c:v>
                </c:pt>
                <c:pt idx="93">
                  <c:v>1.01002412</c:v>
                </c:pt>
                <c:pt idx="94">
                  <c:v>1.01025656</c:v>
                </c:pt>
                <c:pt idx="95">
                  <c:v>1.01035249</c:v>
                </c:pt>
                <c:pt idx="96">
                  <c:v>1.0103835800000001</c:v>
                </c:pt>
                <c:pt idx="97">
                  <c:v>1.0104899899999999</c:v>
                </c:pt>
                <c:pt idx="98">
                  <c:v>1.01043233</c:v>
                </c:pt>
                <c:pt idx="99">
                  <c:v>1.01047669</c:v>
                </c:pt>
                <c:pt idx="100">
                  <c:v>1.0105210499999999</c:v>
                </c:pt>
                <c:pt idx="101">
                  <c:v>1.0105037299999999</c:v>
                </c:pt>
                <c:pt idx="102">
                  <c:v>1.01069896</c:v>
                </c:pt>
                <c:pt idx="103">
                  <c:v>1.0109538899999999</c:v>
                </c:pt>
                <c:pt idx="104">
                  <c:v>1.01115712</c:v>
                </c:pt>
                <c:pt idx="105">
                  <c:v>1.01124828</c:v>
                </c:pt>
                <c:pt idx="106">
                  <c:v>1.01129264</c:v>
                </c:pt>
                <c:pt idx="107">
                  <c:v>1.0113369999999999</c:v>
                </c:pt>
                <c:pt idx="108">
                  <c:v>1.0114631300000001</c:v>
                </c:pt>
                <c:pt idx="109">
                  <c:v>1.0117178099999999</c:v>
                </c:pt>
                <c:pt idx="110">
                  <c:v>1.0117345600000001</c:v>
                </c:pt>
                <c:pt idx="111">
                  <c:v>1.0118400599999999</c:v>
                </c:pt>
                <c:pt idx="112">
                  <c:v>1.01199547</c:v>
                </c:pt>
                <c:pt idx="113">
                  <c:v>1.01203983</c:v>
                </c:pt>
                <c:pt idx="114">
                  <c:v>1.0120841899999999</c:v>
                </c:pt>
                <c:pt idx="115">
                  <c:v>1.0122085199999999</c:v>
                </c:pt>
                <c:pt idx="116">
                  <c:v>1.0123176700000001</c:v>
                </c:pt>
                <c:pt idx="117">
                  <c:v>1.0123597499999999</c:v>
                </c:pt>
                <c:pt idx="118">
                  <c:v>1.0122055599999999</c:v>
                </c:pt>
                <c:pt idx="119">
                  <c:v>1.0122905499999999</c:v>
                </c:pt>
                <c:pt idx="120">
                  <c:v>1.0123349100000001</c:v>
                </c:pt>
                <c:pt idx="121">
                  <c:v>1.0123792700000001</c:v>
                </c:pt>
                <c:pt idx="122">
                  <c:v>1.0124762</c:v>
                </c:pt>
                <c:pt idx="123">
                  <c:v>1.01274774</c:v>
                </c:pt>
                <c:pt idx="124">
                  <c:v>1.0127475100000001</c:v>
                </c:pt>
                <c:pt idx="125">
                  <c:v>1.0127749699999999</c:v>
                </c:pt>
                <c:pt idx="126">
                  <c:v>1.0123419499999999</c:v>
                </c:pt>
                <c:pt idx="127">
                  <c:v>1.0123863099999999</c:v>
                </c:pt>
                <c:pt idx="128">
                  <c:v>1.0124306700000001</c:v>
                </c:pt>
                <c:pt idx="129">
                  <c:v>1.01278566</c:v>
                </c:pt>
                <c:pt idx="130">
                  <c:v>1.0128557199999999</c:v>
                </c:pt>
                <c:pt idx="131">
                  <c:v>1.01318182</c:v>
                </c:pt>
                <c:pt idx="132">
                  <c:v>1.01346018</c:v>
                </c:pt>
                <c:pt idx="133">
                  <c:v>1.01387008</c:v>
                </c:pt>
                <c:pt idx="134">
                  <c:v>1.0139130199999999</c:v>
                </c:pt>
                <c:pt idx="135">
                  <c:v>1.0139559499999999</c:v>
                </c:pt>
                <c:pt idx="136">
                  <c:v>1.0138573799999999</c:v>
                </c:pt>
                <c:pt idx="137">
                  <c:v>1.01369851</c:v>
                </c:pt>
                <c:pt idx="138">
                  <c:v>1.0139740100000001</c:v>
                </c:pt>
                <c:pt idx="139">
                  <c:v>1.01434881</c:v>
                </c:pt>
                <c:pt idx="140">
                  <c:v>1.01461739</c:v>
                </c:pt>
                <c:pt idx="141">
                  <c:v>1.0146603199999999</c:v>
                </c:pt>
                <c:pt idx="142">
                  <c:v>1.0147032600000001</c:v>
                </c:pt>
                <c:pt idx="143">
                  <c:v>1.0152372599999999</c:v>
                </c:pt>
                <c:pt idx="144">
                  <c:v>1.01519906</c:v>
                </c:pt>
                <c:pt idx="145">
                  <c:v>1.0155039100000001</c:v>
                </c:pt>
                <c:pt idx="146">
                  <c:v>1.0155917699999999</c:v>
                </c:pt>
                <c:pt idx="147">
                  <c:v>1.0156347400000001</c:v>
                </c:pt>
                <c:pt idx="148">
                  <c:v>1.01567768</c:v>
                </c:pt>
                <c:pt idx="149">
                  <c:v>1.01572061</c:v>
                </c:pt>
                <c:pt idx="150">
                  <c:v>1.0158893899999999</c:v>
                </c:pt>
                <c:pt idx="151">
                  <c:v>1.01569541</c:v>
                </c:pt>
                <c:pt idx="152">
                  <c:v>1.01575152</c:v>
                </c:pt>
                <c:pt idx="153">
                  <c:v>1.01579445</c:v>
                </c:pt>
                <c:pt idx="154">
                  <c:v>1.01583739</c:v>
                </c:pt>
                <c:pt idx="155">
                  <c:v>1.0158803199999999</c:v>
                </c:pt>
                <c:pt idx="156">
                  <c:v>1.0157927200000001</c:v>
                </c:pt>
                <c:pt idx="157">
                  <c:v>1.01582437</c:v>
                </c:pt>
                <c:pt idx="158">
                  <c:v>1.01601846</c:v>
                </c:pt>
                <c:pt idx="159">
                  <c:v>1.0157437199999999</c:v>
                </c:pt>
                <c:pt idx="160">
                  <c:v>1.0157670000000001</c:v>
                </c:pt>
                <c:pt idx="161">
                  <c:v>1.0159361499999999</c:v>
                </c:pt>
                <c:pt idx="162">
                  <c:v>1.0160042199999999</c:v>
                </c:pt>
                <c:pt idx="163">
                  <c:v>1.0160722900000001</c:v>
                </c:pt>
                <c:pt idx="164">
                  <c:v>1.0161456600000001</c:v>
                </c:pt>
                <c:pt idx="165">
                  <c:v>1.0163346</c:v>
                </c:pt>
                <c:pt idx="166">
                  <c:v>1.0164348400000001</c:v>
                </c:pt>
                <c:pt idx="167">
                  <c:v>1.01657039</c:v>
                </c:pt>
                <c:pt idx="168">
                  <c:v>1.01672831</c:v>
                </c:pt>
                <c:pt idx="169">
                  <c:v>1.0167963799999999</c:v>
                </c:pt>
                <c:pt idx="170">
                  <c:v>1.0168644499999999</c:v>
                </c:pt>
                <c:pt idx="171">
                  <c:v>1.01702794</c:v>
                </c:pt>
                <c:pt idx="172">
                  <c:v>1.0171951800000001</c:v>
                </c:pt>
                <c:pt idx="173">
                  <c:v>1.0173881300000001</c:v>
                </c:pt>
                <c:pt idx="174">
                  <c:v>1.0175067</c:v>
                </c:pt>
                <c:pt idx="175">
                  <c:v>1.01756508</c:v>
                </c:pt>
                <c:pt idx="176">
                  <c:v>1.01763315</c:v>
                </c:pt>
                <c:pt idx="177">
                  <c:v>1.01770122</c:v>
                </c:pt>
                <c:pt idx="178">
                  <c:v>1.01783102</c:v>
                </c:pt>
                <c:pt idx="179">
                  <c:v>1.01799643</c:v>
                </c:pt>
                <c:pt idx="180">
                  <c:v>1.0181024999999999</c:v>
                </c:pt>
                <c:pt idx="181">
                  <c:v>1.0181942100000001</c:v>
                </c:pt>
                <c:pt idx="182">
                  <c:v>1.01828421</c:v>
                </c:pt>
                <c:pt idx="183">
                  <c:v>1.0183419600000001</c:v>
                </c:pt>
                <c:pt idx="184">
                  <c:v>1.0183997199999999</c:v>
                </c:pt>
                <c:pt idx="185">
                  <c:v>1.01847051</c:v>
                </c:pt>
                <c:pt idx="186">
                  <c:v>1.01863926</c:v>
                </c:pt>
                <c:pt idx="187">
                  <c:v>1.0187197800000001</c:v>
                </c:pt>
                <c:pt idx="188">
                  <c:v>1.01882293</c:v>
                </c:pt>
                <c:pt idx="189">
                  <c:v>1.0189599</c:v>
                </c:pt>
                <c:pt idx="190">
                  <c:v>1.0190176500000001</c:v>
                </c:pt>
                <c:pt idx="191">
                  <c:v>1.0190754099999999</c:v>
                </c:pt>
                <c:pt idx="192">
                  <c:v>1.01919987</c:v>
                </c:pt>
                <c:pt idx="193">
                  <c:v>1.0193440899999999</c:v>
                </c:pt>
                <c:pt idx="194">
                  <c:v>1.0194883100000001</c:v>
                </c:pt>
                <c:pt idx="195">
                  <c:v>1.0195582400000001</c:v>
                </c:pt>
                <c:pt idx="196">
                  <c:v>1.01967896</c:v>
                </c:pt>
                <c:pt idx="197">
                  <c:v>1.0197706900000001</c:v>
                </c:pt>
                <c:pt idx="198">
                  <c:v>1.0198200500000001</c:v>
                </c:pt>
                <c:pt idx="199">
                  <c:v>1.0198694100000001</c:v>
                </c:pt>
                <c:pt idx="200">
                  <c:v>1.0199187700000001</c:v>
                </c:pt>
                <c:pt idx="201">
                  <c:v>1.0199681300000001</c:v>
                </c:pt>
                <c:pt idx="202">
                  <c:v>1.0200174900000001</c:v>
                </c:pt>
                <c:pt idx="203">
                  <c:v>1.0200668500000001</c:v>
                </c:pt>
                <c:pt idx="204">
                  <c:v>1.0201162100000001</c:v>
                </c:pt>
                <c:pt idx="205">
                  <c:v>1.0201655599999999</c:v>
                </c:pt>
                <c:pt idx="206">
                  <c:v>1.0202149199999999</c:v>
                </c:pt>
                <c:pt idx="207">
                  <c:v>1.02027362</c:v>
                </c:pt>
                <c:pt idx="208">
                  <c:v>1.02076397</c:v>
                </c:pt>
                <c:pt idx="209">
                  <c:v>1.02071964</c:v>
                </c:pt>
                <c:pt idx="210">
                  <c:v>1.0207914499999999</c:v>
                </c:pt>
                <c:pt idx="211">
                  <c:v>1.0209445100000001</c:v>
                </c:pt>
                <c:pt idx="212">
                  <c:v>1.02099819</c:v>
                </c:pt>
                <c:pt idx="213">
                  <c:v>1.0210600599999999</c:v>
                </c:pt>
                <c:pt idx="214">
                  <c:v>1.0213891900000001</c:v>
                </c:pt>
                <c:pt idx="215">
                  <c:v>1.0215306799999999</c:v>
                </c:pt>
                <c:pt idx="216">
                  <c:v>1.0216331000000001</c:v>
                </c:pt>
                <c:pt idx="217">
                  <c:v>1.0217648699999999</c:v>
                </c:pt>
                <c:pt idx="218">
                  <c:v>1.0218185500000001</c:v>
                </c:pt>
                <c:pt idx="219">
                  <c:v>1.02187223</c:v>
                </c:pt>
                <c:pt idx="220">
                  <c:v>1.022</c:v>
                </c:pt>
                <c:pt idx="221">
                  <c:v>1.0220293</c:v>
                </c:pt>
                <c:pt idx="222">
                  <c:v>1.02215013</c:v>
                </c:pt>
                <c:pt idx="223">
                  <c:v>1.0222453899999999</c:v>
                </c:pt>
                <c:pt idx="224">
                  <c:v>1.02237299</c:v>
                </c:pt>
                <c:pt idx="225">
                  <c:v>1.02242667</c:v>
                </c:pt>
                <c:pt idx="226">
                  <c:v>1.0224803499999999</c:v>
                </c:pt>
                <c:pt idx="227">
                  <c:v>1.0225935399999999</c:v>
                </c:pt>
                <c:pt idx="228">
                  <c:v>1.02266407</c:v>
                </c:pt>
                <c:pt idx="229">
                  <c:v>1.0228155299999999</c:v>
                </c:pt>
                <c:pt idx="230">
                  <c:v>1.02307236</c:v>
                </c:pt>
                <c:pt idx="231">
                  <c:v>1.02321785</c:v>
                </c:pt>
                <c:pt idx="232">
                  <c:v>1.0232715299999999</c:v>
                </c:pt>
                <c:pt idx="233">
                  <c:v>1.0233252100000001</c:v>
                </c:pt>
                <c:pt idx="234">
                  <c:v>1.02336344</c:v>
                </c:pt>
                <c:pt idx="235">
                  <c:v>1.0234802000000001</c:v>
                </c:pt>
                <c:pt idx="236">
                  <c:v>1.0238151099999999</c:v>
                </c:pt>
                <c:pt idx="237">
                  <c:v>1.02394998</c:v>
                </c:pt>
                <c:pt idx="238">
                  <c:v>1.0240920200000001</c:v>
                </c:pt>
                <c:pt idx="239">
                  <c:v>1.0241433600000001</c:v>
                </c:pt>
                <c:pt idx="240">
                  <c:v>1.0241946900000001</c:v>
                </c:pt>
                <c:pt idx="241">
                  <c:v>1.0242937000000001</c:v>
                </c:pt>
                <c:pt idx="242">
                  <c:v>1.0245790299999999</c:v>
                </c:pt>
                <c:pt idx="243">
                  <c:v>1.0246074599999999</c:v>
                </c:pt>
                <c:pt idx="244">
                  <c:v>1.0246158999999999</c:v>
                </c:pt>
                <c:pt idx="245">
                  <c:v>1.02466575</c:v>
                </c:pt>
                <c:pt idx="246">
                  <c:v>1.02471709</c:v>
                </c:pt>
                <c:pt idx="247">
                  <c:v>1.02476843</c:v>
                </c:pt>
                <c:pt idx="248">
                  <c:v>1.02481976</c:v>
                </c:pt>
                <c:pt idx="249">
                  <c:v>1.0258544599999999</c:v>
                </c:pt>
                <c:pt idx="250">
                  <c:v>1.02612412</c:v>
                </c:pt>
                <c:pt idx="251">
                  <c:v>1.0262658200000001</c:v>
                </c:pt>
                <c:pt idx="252">
                  <c:v>1.0263843399999999</c:v>
                </c:pt>
                <c:pt idx="253">
                  <c:v>1.02643393</c:v>
                </c:pt>
                <c:pt idx="254">
                  <c:v>1.02648352</c:v>
                </c:pt>
                <c:pt idx="255">
                  <c:v>1.02661461</c:v>
                </c:pt>
                <c:pt idx="256">
                  <c:v>1.02684884</c:v>
                </c:pt>
                <c:pt idx="257">
                  <c:v>1.0270089899999999</c:v>
                </c:pt>
                <c:pt idx="258">
                  <c:v>1.0271299300000001</c:v>
                </c:pt>
                <c:pt idx="259">
                  <c:v>1.02718993</c:v>
                </c:pt>
                <c:pt idx="260">
                  <c:v>1.02723952</c:v>
                </c:pt>
                <c:pt idx="261">
                  <c:v>1.0272891</c:v>
                </c:pt>
                <c:pt idx="262">
                  <c:v>1.0275416500000001</c:v>
                </c:pt>
                <c:pt idx="263">
                  <c:v>1.0277387099999999</c:v>
                </c:pt>
                <c:pt idx="264">
                  <c:v>1.02789014</c:v>
                </c:pt>
                <c:pt idx="265">
                  <c:v>1.0280435699999999</c:v>
                </c:pt>
                <c:pt idx="266">
                  <c:v>1.02807607</c:v>
                </c:pt>
                <c:pt idx="267">
                  <c:v>1.02812565</c:v>
                </c:pt>
                <c:pt idx="268">
                  <c:v>1.0281752399999999</c:v>
                </c:pt>
                <c:pt idx="269">
                  <c:v>1.02819591</c:v>
                </c:pt>
                <c:pt idx="270">
                  <c:v>1.0281895599999999</c:v>
                </c:pt>
                <c:pt idx="271">
                  <c:v>1.0283948599999999</c:v>
                </c:pt>
                <c:pt idx="272">
                  <c:v>1.02862071</c:v>
                </c:pt>
                <c:pt idx="273">
                  <c:v>1.02865787</c:v>
                </c:pt>
                <c:pt idx="274">
                  <c:v>1.02869503</c:v>
                </c:pt>
                <c:pt idx="275">
                  <c:v>1.0287321899999999</c:v>
                </c:pt>
                <c:pt idx="276">
                  <c:v>1.0287693499999999</c:v>
                </c:pt>
                <c:pt idx="277">
                  <c:v>1.0288065</c:v>
                </c:pt>
                <c:pt idx="278">
                  <c:v>1.0288586099999999</c:v>
                </c:pt>
                <c:pt idx="279">
                  <c:v>1.02907894</c:v>
                </c:pt>
                <c:pt idx="280">
                  <c:v>1.0292425000000001</c:v>
                </c:pt>
                <c:pt idx="281">
                  <c:v>1.029436</c:v>
                </c:pt>
                <c:pt idx="282">
                  <c:v>1.02947316</c:v>
                </c:pt>
                <c:pt idx="283">
                  <c:v>1.02953133</c:v>
                </c:pt>
                <c:pt idx="284">
                  <c:v>1.0298442000000001</c:v>
                </c:pt>
                <c:pt idx="285">
                  <c:v>1.03003841</c:v>
                </c:pt>
                <c:pt idx="286">
                  <c:v>1.0301836200000001</c:v>
                </c:pt>
                <c:pt idx="287">
                  <c:v>1.0301802499999999</c:v>
                </c:pt>
                <c:pt idx="288">
                  <c:v>1.0302191000000001</c:v>
                </c:pt>
                <c:pt idx="289">
                  <c:v>1.0302579599999999</c:v>
                </c:pt>
                <c:pt idx="290">
                  <c:v>1.03028491</c:v>
                </c:pt>
                <c:pt idx="291">
                  <c:v>1.0305390000000001</c:v>
                </c:pt>
                <c:pt idx="292">
                  <c:v>1.0307532500000001</c:v>
                </c:pt>
                <c:pt idx="293">
                  <c:v>1.03086286</c:v>
                </c:pt>
                <c:pt idx="294">
                  <c:v>1.03093854</c:v>
                </c:pt>
                <c:pt idx="295">
                  <c:v>1.0309760100000001</c:v>
                </c:pt>
                <c:pt idx="296">
                  <c:v>1.0310134900000001</c:v>
                </c:pt>
                <c:pt idx="297">
                  <c:v>1.03110145</c:v>
                </c:pt>
                <c:pt idx="298">
                  <c:v>1.0313802299999999</c:v>
                </c:pt>
                <c:pt idx="299">
                  <c:v>1.03154802</c:v>
                </c:pt>
                <c:pt idx="300">
                  <c:v>1.03186047</c:v>
                </c:pt>
                <c:pt idx="301">
                  <c:v>1.03204096</c:v>
                </c:pt>
                <c:pt idx="302">
                  <c:v>1.03207844</c:v>
                </c:pt>
                <c:pt idx="303">
                  <c:v>1.0321159200000001</c:v>
                </c:pt>
                <c:pt idx="304">
                  <c:v>1.0322401800000001</c:v>
                </c:pt>
                <c:pt idx="305">
                  <c:v>1.03245381</c:v>
                </c:pt>
                <c:pt idx="306">
                  <c:v>1.0325812400000001</c:v>
                </c:pt>
                <c:pt idx="307">
                  <c:v>1.0325816000000001</c:v>
                </c:pt>
                <c:pt idx="308">
                  <c:v>1.0327517500000001</c:v>
                </c:pt>
                <c:pt idx="309">
                  <c:v>1.0327892299999999</c:v>
                </c:pt>
                <c:pt idx="310">
                  <c:v>1.0328267099999999</c:v>
                </c:pt>
                <c:pt idx="311">
                  <c:v>1.03284441</c:v>
                </c:pt>
                <c:pt idx="312">
                  <c:v>1.0328970399999999</c:v>
                </c:pt>
                <c:pt idx="313">
                  <c:v>1.0329539999999999</c:v>
                </c:pt>
                <c:pt idx="314">
                  <c:v>1.0329670099999999</c:v>
                </c:pt>
                <c:pt idx="315">
                  <c:v>1.03299623</c:v>
                </c:pt>
                <c:pt idx="316">
                  <c:v>1.0330458899999999</c:v>
                </c:pt>
                <c:pt idx="317">
                  <c:v>1.0330955399999999</c:v>
                </c:pt>
                <c:pt idx="318">
                  <c:v>1.03320364</c:v>
                </c:pt>
                <c:pt idx="319">
                  <c:v>1.0333711699999999</c:v>
                </c:pt>
                <c:pt idx="320">
                  <c:v>1.0335590100000001</c:v>
                </c:pt>
                <c:pt idx="321">
                  <c:v>1.0337181900000001</c:v>
                </c:pt>
                <c:pt idx="322">
                  <c:v>1.03376785</c:v>
                </c:pt>
                <c:pt idx="323">
                  <c:v>1.03381751</c:v>
                </c:pt>
                <c:pt idx="324">
                  <c:v>1.03386768</c:v>
                </c:pt>
                <c:pt idx="325">
                  <c:v>1.0340176800000001</c:v>
                </c:pt>
                <c:pt idx="326">
                  <c:v>1.0342013699999999</c:v>
                </c:pt>
                <c:pt idx="327">
                  <c:v>1.03419729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48-0D51-4F66-8BE1-A087D1187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36895"/>
        <c:axId val="576337375"/>
      </c:lineChart>
      <c:lineChart>
        <c:grouping val="standard"/>
        <c:varyColors val="0"/>
        <c:ser>
          <c:idx val="1"/>
          <c:order val="1"/>
          <c:tx>
            <c:strRef>
              <c:f>交鑫致远6个月102号-成立以来年化收益率</c:f>
              <c:strCache>
                <c:ptCount val="1"/>
                <c:pt idx="0">
                  <c:v>交鑫致远6个月102号-成立以来年化收益率</c:v>
                </c:pt>
              </c:strCache>
            </c:strRef>
          </c:tx>
          <c:spPr>
            <a:ln w="28575" cap="rnd" cmpd="sng" algn="ctr">
              <a:solidFill>
                <a:srgbClr val="B29A73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9-0D51-4F66-8BE1-A087D1187DD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A-0D51-4F66-8BE1-A087D1187DD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B-0D51-4F66-8BE1-A087D1187DD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C-0D51-4F66-8BE1-A087D1187DD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D-0D51-4F66-8BE1-A087D1187DD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E-0D51-4F66-8BE1-A087D1187DD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F-0D51-4F66-8BE1-A087D1187DD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0-0D51-4F66-8BE1-A087D1187DD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1-0D51-4F66-8BE1-A087D1187DD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2-0D51-4F66-8BE1-A087D1187DD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3-0D51-4F66-8BE1-A087D1187DD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4-0D51-4F66-8BE1-A087D1187DD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5-0D51-4F66-8BE1-A087D1187DD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6-0D51-4F66-8BE1-A087D1187DD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7-0D51-4F66-8BE1-A087D1187DD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8-0D51-4F66-8BE1-A087D1187DD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9-0D51-4F66-8BE1-A087D1187DD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A-0D51-4F66-8BE1-A087D1187DD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B-0D51-4F66-8BE1-A087D1187DD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C-0D51-4F66-8BE1-A087D1187DD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D-0D51-4F66-8BE1-A087D1187DD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E-0D51-4F66-8BE1-A087D1187DD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F-0D51-4F66-8BE1-A087D1187DD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0-0D51-4F66-8BE1-A087D1187DD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1-0D51-4F66-8BE1-A087D1187DD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2-0D51-4F66-8BE1-A087D1187DD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3-0D51-4F66-8BE1-A087D1187DD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4-0D51-4F66-8BE1-A087D1187DD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5-0D51-4F66-8BE1-A087D1187DD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6-0D51-4F66-8BE1-A087D1187DD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7-0D51-4F66-8BE1-A087D1187DD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8-0D51-4F66-8BE1-A087D1187DD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9-0D51-4F66-8BE1-A087D1187DD3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A-0D51-4F66-8BE1-A087D1187DD3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B-0D51-4F66-8BE1-A087D1187DD3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C-0D51-4F66-8BE1-A087D1187DD3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D-0D51-4F66-8BE1-A087D1187DD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E-0D51-4F66-8BE1-A087D1187DD3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F-0D51-4F66-8BE1-A087D1187DD3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0-0D51-4F66-8BE1-A087D1187DD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1-0D51-4F66-8BE1-A087D1187DD3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2-0D51-4F66-8BE1-A087D1187DD3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3-0D51-4F66-8BE1-A087D1187DD3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4-0D51-4F66-8BE1-A087D1187DD3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5-0D51-4F66-8BE1-A087D1187DD3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6-0D51-4F66-8BE1-A087D1187DD3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7-0D51-4F66-8BE1-A087D1187DD3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8-0D51-4F66-8BE1-A087D1187DD3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9-0D51-4F66-8BE1-A087D1187DD3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A-0D51-4F66-8BE1-A087D1187DD3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B-0D51-4F66-8BE1-A087D1187DD3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C-0D51-4F66-8BE1-A087D1187DD3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D-0D51-4F66-8BE1-A087D1187DD3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E-0D51-4F66-8BE1-A087D1187DD3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F-0D51-4F66-8BE1-A087D1187DD3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0-0D51-4F66-8BE1-A087D1187DD3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1-0D51-4F66-8BE1-A087D1187DD3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2-0D51-4F66-8BE1-A087D1187DD3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3-0D51-4F66-8BE1-A087D1187DD3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4-0D51-4F66-8BE1-A087D1187DD3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5-0D51-4F66-8BE1-A087D1187DD3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6-0D51-4F66-8BE1-A087D1187DD3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7-0D51-4F66-8BE1-A087D1187DD3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8-0D51-4F66-8BE1-A087D1187DD3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9-0D51-4F66-8BE1-A087D1187DD3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A-0D51-4F66-8BE1-A087D1187DD3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B-0D51-4F66-8BE1-A087D1187DD3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C-0D51-4F66-8BE1-A087D1187DD3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D-0D51-4F66-8BE1-A087D1187DD3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E-0D51-4F66-8BE1-A087D1187DD3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F-0D51-4F66-8BE1-A087D1187DD3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0-0D51-4F66-8BE1-A087D1187DD3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1-0D51-4F66-8BE1-A087D1187DD3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2-0D51-4F66-8BE1-A087D1187DD3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3-0D51-4F66-8BE1-A087D1187DD3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4-0D51-4F66-8BE1-A087D1187DD3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5-0D51-4F66-8BE1-A087D1187DD3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6-0D51-4F66-8BE1-A087D1187DD3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7-0D51-4F66-8BE1-A087D1187DD3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8-0D51-4F66-8BE1-A087D1187DD3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9-0D51-4F66-8BE1-A087D1187DD3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A-0D51-4F66-8BE1-A087D1187DD3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B-0D51-4F66-8BE1-A087D1187DD3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C-0D51-4F66-8BE1-A087D1187DD3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D-0D51-4F66-8BE1-A087D1187DD3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E-0D51-4F66-8BE1-A087D1187DD3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F-0D51-4F66-8BE1-A087D1187DD3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0-0D51-4F66-8BE1-A087D1187DD3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1-0D51-4F66-8BE1-A087D1187DD3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2-0D51-4F66-8BE1-A087D1187DD3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3-0D51-4F66-8BE1-A087D1187DD3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4-0D51-4F66-8BE1-A087D1187DD3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5-0D51-4F66-8BE1-A087D1187DD3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6-0D51-4F66-8BE1-A087D1187DD3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7-0D51-4F66-8BE1-A087D1187DD3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8-0D51-4F66-8BE1-A087D1187DD3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9-0D51-4F66-8BE1-A087D1187DD3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A-0D51-4F66-8BE1-A087D1187DD3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B-0D51-4F66-8BE1-A087D1187DD3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C-0D51-4F66-8BE1-A087D1187DD3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D-0D51-4F66-8BE1-A087D1187DD3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E-0D51-4F66-8BE1-A087D1187DD3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F-0D51-4F66-8BE1-A087D1187DD3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0-0D51-4F66-8BE1-A087D1187DD3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1-0D51-4F66-8BE1-A087D1187DD3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2-0D51-4F66-8BE1-A087D1187DD3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3-0D51-4F66-8BE1-A087D1187DD3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4-0D51-4F66-8BE1-A087D1187DD3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5-0D51-4F66-8BE1-A087D1187DD3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6-0D51-4F66-8BE1-A087D1187DD3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7-0D51-4F66-8BE1-A087D1187DD3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8-0D51-4F66-8BE1-A087D1187DD3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9-0D51-4F66-8BE1-A087D1187DD3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A-0D51-4F66-8BE1-A087D1187DD3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B-0D51-4F66-8BE1-A087D1187DD3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C-0D51-4F66-8BE1-A087D1187DD3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D-0D51-4F66-8BE1-A087D1187DD3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E-0D51-4F66-8BE1-A087D1187DD3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F-0D51-4F66-8BE1-A087D1187DD3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0-0D51-4F66-8BE1-A087D1187DD3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1-0D51-4F66-8BE1-A087D1187DD3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2-0D51-4F66-8BE1-A087D1187DD3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3-0D51-4F66-8BE1-A087D1187DD3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4-0D51-4F66-8BE1-A087D1187DD3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5-0D51-4F66-8BE1-A087D1187DD3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6-0D51-4F66-8BE1-A087D1187DD3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7-0D51-4F66-8BE1-A087D1187DD3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8-0D51-4F66-8BE1-A087D1187DD3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9-0D51-4F66-8BE1-A087D1187DD3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A-0D51-4F66-8BE1-A087D1187DD3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B-0D51-4F66-8BE1-A087D1187DD3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C-0D51-4F66-8BE1-A087D1187DD3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D-0D51-4F66-8BE1-A087D1187DD3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E-0D51-4F66-8BE1-A087D1187DD3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F-0D51-4F66-8BE1-A087D1187DD3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0-0D51-4F66-8BE1-A087D1187DD3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1-0D51-4F66-8BE1-A087D1187DD3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2-0D51-4F66-8BE1-A087D1187DD3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3-0D51-4F66-8BE1-A087D1187DD3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4-0D51-4F66-8BE1-A087D1187DD3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5-0D51-4F66-8BE1-A087D1187DD3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6-0D51-4F66-8BE1-A087D1187DD3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7-0D51-4F66-8BE1-A087D1187DD3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8-0D51-4F66-8BE1-A087D1187DD3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9-0D51-4F66-8BE1-A087D1187DD3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A-0D51-4F66-8BE1-A087D1187DD3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B-0D51-4F66-8BE1-A087D1187DD3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C-0D51-4F66-8BE1-A087D1187DD3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D-0D51-4F66-8BE1-A087D1187DD3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E-0D51-4F66-8BE1-A087D1187DD3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F-0D51-4F66-8BE1-A087D1187DD3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0-0D51-4F66-8BE1-A087D1187DD3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1-0D51-4F66-8BE1-A087D1187DD3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2-0D51-4F66-8BE1-A087D1187DD3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3-0D51-4F66-8BE1-A087D1187DD3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4-0D51-4F66-8BE1-A087D1187DD3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5-0D51-4F66-8BE1-A087D1187DD3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6-0D51-4F66-8BE1-A087D1187DD3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7-0D51-4F66-8BE1-A087D1187DD3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8-0D51-4F66-8BE1-A087D1187DD3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9-0D51-4F66-8BE1-A087D1187DD3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A-0D51-4F66-8BE1-A087D1187DD3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B-0D51-4F66-8BE1-A087D1187DD3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C-0D51-4F66-8BE1-A087D1187DD3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D-0D51-4F66-8BE1-A087D1187DD3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E-0D51-4F66-8BE1-A087D1187DD3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F-0D51-4F66-8BE1-A087D1187DD3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0-0D51-4F66-8BE1-A087D1187DD3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1-0D51-4F66-8BE1-A087D1187DD3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2-0D51-4F66-8BE1-A087D1187DD3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3-0D51-4F66-8BE1-A087D1187DD3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4-0D51-4F66-8BE1-A087D1187DD3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5-0D51-4F66-8BE1-A087D1187DD3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6-0D51-4F66-8BE1-A087D1187DD3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7-0D51-4F66-8BE1-A087D1187DD3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8-0D51-4F66-8BE1-A087D1187DD3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9-0D51-4F66-8BE1-A087D1187DD3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A-0D51-4F66-8BE1-A087D1187DD3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B-0D51-4F66-8BE1-A087D1187DD3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C-0D51-4F66-8BE1-A087D1187DD3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D-0D51-4F66-8BE1-A087D1187DD3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E-0D51-4F66-8BE1-A087D1187DD3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F-0D51-4F66-8BE1-A087D1187DD3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0-0D51-4F66-8BE1-A087D1187DD3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1-0D51-4F66-8BE1-A087D1187DD3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2-0D51-4F66-8BE1-A087D1187DD3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3-0D51-4F66-8BE1-A087D1187DD3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4-0D51-4F66-8BE1-A087D1187DD3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5-0D51-4F66-8BE1-A087D1187DD3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6-0D51-4F66-8BE1-A087D1187DD3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7-0D51-4F66-8BE1-A087D1187DD3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8-0D51-4F66-8BE1-A087D1187DD3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9-0D51-4F66-8BE1-A087D1187DD3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A-0D51-4F66-8BE1-A087D1187DD3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B-0D51-4F66-8BE1-A087D1187DD3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C-0D51-4F66-8BE1-A087D1187DD3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D-0D51-4F66-8BE1-A087D1187DD3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E-0D51-4F66-8BE1-A087D1187DD3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F-0D51-4F66-8BE1-A087D1187DD3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0-0D51-4F66-8BE1-A087D1187DD3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1-0D51-4F66-8BE1-A087D1187DD3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2-0D51-4F66-8BE1-A087D1187DD3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3-0D51-4F66-8BE1-A087D1187DD3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4-0D51-4F66-8BE1-A087D1187DD3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5-0D51-4F66-8BE1-A087D1187DD3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6-0D51-4F66-8BE1-A087D1187DD3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7-0D51-4F66-8BE1-A087D1187DD3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8-0D51-4F66-8BE1-A087D1187DD3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9-0D51-4F66-8BE1-A087D1187DD3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A-0D51-4F66-8BE1-A087D1187DD3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B-0D51-4F66-8BE1-A087D1187DD3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C-0D51-4F66-8BE1-A087D1187DD3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D-0D51-4F66-8BE1-A087D1187DD3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E-0D51-4F66-8BE1-A087D1187DD3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F-0D51-4F66-8BE1-A087D1187DD3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0-0D51-4F66-8BE1-A087D1187DD3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1-0D51-4F66-8BE1-A087D1187DD3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2-0D51-4F66-8BE1-A087D1187DD3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3-0D51-4F66-8BE1-A087D1187DD3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4-0D51-4F66-8BE1-A087D1187DD3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5-0D51-4F66-8BE1-A087D1187DD3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6-0D51-4F66-8BE1-A087D1187DD3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7-0D51-4F66-8BE1-A087D1187DD3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8-0D51-4F66-8BE1-A087D1187DD3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9-0D51-4F66-8BE1-A087D1187DD3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A-0D51-4F66-8BE1-A087D1187DD3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B-0D51-4F66-8BE1-A087D1187DD3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C-0D51-4F66-8BE1-A087D1187DD3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D-0D51-4F66-8BE1-A087D1187DD3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E-0D51-4F66-8BE1-A087D1187DD3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F-0D51-4F66-8BE1-A087D1187DD3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0-0D51-4F66-8BE1-A087D1187DD3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1-0D51-4F66-8BE1-A087D1187DD3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2-0D51-4F66-8BE1-A087D1187DD3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3-0D51-4F66-8BE1-A087D1187DD3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4-0D51-4F66-8BE1-A087D1187DD3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5-0D51-4F66-8BE1-A087D1187DD3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6-0D51-4F66-8BE1-A087D1187DD3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7-0D51-4F66-8BE1-A087D1187DD3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8-0D51-4F66-8BE1-A087D1187DD3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9-0D51-4F66-8BE1-A087D1187DD3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A-0D51-4F66-8BE1-A087D1187DD3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B-0D51-4F66-8BE1-A087D1187DD3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C-0D51-4F66-8BE1-A087D1187DD3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D-0D51-4F66-8BE1-A087D1187DD3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E-0D51-4F66-8BE1-A087D1187DD3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F-0D51-4F66-8BE1-A087D1187DD3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0-0D51-4F66-8BE1-A087D1187DD3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1-0D51-4F66-8BE1-A087D1187DD3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2-0D51-4F66-8BE1-A087D1187DD3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3-0D51-4F66-8BE1-A087D1187DD3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4-0D51-4F66-8BE1-A087D1187DD3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5-0D51-4F66-8BE1-A087D1187DD3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6-0D51-4F66-8BE1-A087D1187DD3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7-0D51-4F66-8BE1-A087D1187DD3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8-0D51-4F66-8BE1-A087D1187DD3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9-0D51-4F66-8BE1-A087D1187DD3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A-0D51-4F66-8BE1-A087D1187DD3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B-0D51-4F66-8BE1-A087D1187DD3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C-0D51-4F66-8BE1-A087D1187DD3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D-0D51-4F66-8BE1-A087D1187DD3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E-0D51-4F66-8BE1-A087D1187DD3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F-0D51-4F66-8BE1-A087D1187DD3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0-0D51-4F66-8BE1-A087D1187DD3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1-0D51-4F66-8BE1-A087D1187DD3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2-0D51-4F66-8BE1-A087D1187DD3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3-0D51-4F66-8BE1-A087D1187DD3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4-0D51-4F66-8BE1-A087D1187DD3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5-0D51-4F66-8BE1-A087D1187DD3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6-0D51-4F66-8BE1-A087D1187DD3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7-0D51-4F66-8BE1-A087D1187DD3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8-0D51-4F66-8BE1-A087D1187DD3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9-0D51-4F66-8BE1-A087D1187DD3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A-0D51-4F66-8BE1-A087D1187DD3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B-0D51-4F66-8BE1-A087D1187DD3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C-0D51-4F66-8BE1-A087D1187DD3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D-0D51-4F66-8BE1-A087D1187DD3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E-0D51-4F66-8BE1-A087D1187DD3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F-0D51-4F66-8BE1-A087D1187DD3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0-0D51-4F66-8BE1-A087D1187DD3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1-0D51-4F66-8BE1-A087D1187DD3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2-0D51-4F66-8BE1-A087D1187DD3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3-0D51-4F66-8BE1-A087D1187DD3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4-0D51-4F66-8BE1-A087D1187DD3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5-0D51-4F66-8BE1-A087D1187DD3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6-0D51-4F66-8BE1-A087D1187DD3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7-0D51-4F66-8BE1-A087D1187DD3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8-0D51-4F66-8BE1-A087D1187DD3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9-0D51-4F66-8BE1-A087D1187DD3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A-0D51-4F66-8BE1-A087D1187DD3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B-0D51-4F66-8BE1-A087D1187DD3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C-0D51-4F66-8BE1-A087D1187DD3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D-0D51-4F66-8BE1-A087D1187DD3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E-0D51-4F66-8BE1-A087D1187DD3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F-0D51-4F66-8BE1-A087D1187DD3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0-0D51-4F66-8BE1-A087D1187DD3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1-0D51-4F66-8BE1-A087D1187DD3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2-0D51-4F66-8BE1-A087D1187DD3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3-0D51-4F66-8BE1-A087D1187DD3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4-0D51-4F66-8BE1-A087D1187DD3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5-0D51-4F66-8BE1-A087D1187DD3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6-0D51-4F66-8BE1-A087D1187DD3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7-0D51-4F66-8BE1-A087D1187DD3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8-0D51-4F66-8BE1-A087D1187DD3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9-0D51-4F66-8BE1-A087D1187DD3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A-0D51-4F66-8BE1-A087D1187DD3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B-0D51-4F66-8BE1-A087D1187DD3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C-0D51-4F66-8BE1-A087D1187DD3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D-0D51-4F66-8BE1-A087D1187DD3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E-0D51-4F66-8BE1-A087D1187DD3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F-0D51-4F66-8BE1-A087D1187DD3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0-0D51-4F66-8BE1-A087D1187DD3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1-0D51-4F66-8BE1-A087D1187DD3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2-0D51-4F66-8BE1-A087D1187DD3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3-0D51-4F66-8BE1-A087D1187DD3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4-0D51-4F66-8BE1-A087D1187DD3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5-0D51-4F66-8BE1-A087D1187DD3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6-0D51-4F66-8BE1-A087D1187DD3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7-0D51-4F66-8BE1-A087D1187DD3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8-0D51-4F66-8BE1-A087D1187DD3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9-0D51-4F66-8BE1-A087D1187DD3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A-0D51-4F66-8BE1-A087D1187DD3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B-0D51-4F66-8BE1-A087D1187DD3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C-0D51-4F66-8BE1-A087D1187DD3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D-0D51-4F66-8BE1-A087D1187DD3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E-0D51-4F66-8BE1-A087D1187DD3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F-0D51-4F66-8BE1-A087D1187DD3}"/>
                </c:ext>
              </c:extLst>
            </c:dLbl>
            <c:dLbl>
              <c:idx val="327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29A73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290-0D51-4F66-8BE1-A087D1187D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'[20260624-产品一页通.xlsx]交鑫致远6个月102号'!$A$2:$A$329</c:f>
              <c:numCache>
                <c:formatCode>yyyy/mm/dd</c:formatCode>
                <c:ptCount val="328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45906</c:v>
                </c:pt>
                <c:pt idx="37">
                  <c:v>45907</c:v>
                </c:pt>
                <c:pt idx="38">
                  <c:v>45908</c:v>
                </c:pt>
                <c:pt idx="39">
                  <c:v>45909</c:v>
                </c:pt>
                <c:pt idx="40">
                  <c:v>45910</c:v>
                </c:pt>
                <c:pt idx="41">
                  <c:v>45911</c:v>
                </c:pt>
                <c:pt idx="42">
                  <c:v>45912</c:v>
                </c:pt>
                <c:pt idx="43">
                  <c:v>45913</c:v>
                </c:pt>
                <c:pt idx="44">
                  <c:v>45914</c:v>
                </c:pt>
                <c:pt idx="45">
                  <c:v>45915</c:v>
                </c:pt>
                <c:pt idx="46">
                  <c:v>45916</c:v>
                </c:pt>
                <c:pt idx="47">
                  <c:v>45917</c:v>
                </c:pt>
                <c:pt idx="48">
                  <c:v>45918</c:v>
                </c:pt>
                <c:pt idx="49">
                  <c:v>45919</c:v>
                </c:pt>
                <c:pt idx="50">
                  <c:v>45920</c:v>
                </c:pt>
                <c:pt idx="51">
                  <c:v>45921</c:v>
                </c:pt>
                <c:pt idx="52">
                  <c:v>45922</c:v>
                </c:pt>
                <c:pt idx="53">
                  <c:v>45923</c:v>
                </c:pt>
                <c:pt idx="54">
                  <c:v>45924</c:v>
                </c:pt>
                <c:pt idx="55">
                  <c:v>45925</c:v>
                </c:pt>
                <c:pt idx="56">
                  <c:v>45926</c:v>
                </c:pt>
                <c:pt idx="57">
                  <c:v>45927</c:v>
                </c:pt>
                <c:pt idx="58">
                  <c:v>45928</c:v>
                </c:pt>
                <c:pt idx="59">
                  <c:v>45929</c:v>
                </c:pt>
                <c:pt idx="60">
                  <c:v>45930</c:v>
                </c:pt>
                <c:pt idx="61">
                  <c:v>45931</c:v>
                </c:pt>
                <c:pt idx="62">
                  <c:v>45932</c:v>
                </c:pt>
                <c:pt idx="63">
                  <c:v>45933</c:v>
                </c:pt>
                <c:pt idx="64">
                  <c:v>45934</c:v>
                </c:pt>
                <c:pt idx="65">
                  <c:v>45935</c:v>
                </c:pt>
                <c:pt idx="66">
                  <c:v>45936</c:v>
                </c:pt>
                <c:pt idx="67">
                  <c:v>45937</c:v>
                </c:pt>
                <c:pt idx="68">
                  <c:v>45938</c:v>
                </c:pt>
                <c:pt idx="69">
                  <c:v>45939</c:v>
                </c:pt>
                <c:pt idx="70">
                  <c:v>45940</c:v>
                </c:pt>
                <c:pt idx="71">
                  <c:v>45941</c:v>
                </c:pt>
                <c:pt idx="72">
                  <c:v>45942</c:v>
                </c:pt>
                <c:pt idx="73">
                  <c:v>45943</c:v>
                </c:pt>
                <c:pt idx="74">
                  <c:v>45944</c:v>
                </c:pt>
                <c:pt idx="75">
                  <c:v>45945</c:v>
                </c:pt>
                <c:pt idx="76">
                  <c:v>45946</c:v>
                </c:pt>
                <c:pt idx="77">
                  <c:v>45947</c:v>
                </c:pt>
                <c:pt idx="78">
                  <c:v>45948</c:v>
                </c:pt>
                <c:pt idx="79">
                  <c:v>45949</c:v>
                </c:pt>
                <c:pt idx="80">
                  <c:v>45950</c:v>
                </c:pt>
                <c:pt idx="81">
                  <c:v>45951</c:v>
                </c:pt>
                <c:pt idx="82">
                  <c:v>45952</c:v>
                </c:pt>
                <c:pt idx="83">
                  <c:v>45953</c:v>
                </c:pt>
                <c:pt idx="84">
                  <c:v>45954</c:v>
                </c:pt>
                <c:pt idx="85">
                  <c:v>45955</c:v>
                </c:pt>
                <c:pt idx="86">
                  <c:v>45956</c:v>
                </c:pt>
                <c:pt idx="87">
                  <c:v>45957</c:v>
                </c:pt>
                <c:pt idx="88">
                  <c:v>45958</c:v>
                </c:pt>
                <c:pt idx="89">
                  <c:v>45959</c:v>
                </c:pt>
                <c:pt idx="90">
                  <c:v>45960</c:v>
                </c:pt>
                <c:pt idx="91">
                  <c:v>45961</c:v>
                </c:pt>
                <c:pt idx="92">
                  <c:v>45962</c:v>
                </c:pt>
                <c:pt idx="93">
                  <c:v>45963</c:v>
                </c:pt>
                <c:pt idx="94">
                  <c:v>45964</c:v>
                </c:pt>
                <c:pt idx="95">
                  <c:v>45965</c:v>
                </c:pt>
                <c:pt idx="96">
                  <c:v>45966</c:v>
                </c:pt>
                <c:pt idx="97">
                  <c:v>45967</c:v>
                </c:pt>
                <c:pt idx="98">
                  <c:v>45968</c:v>
                </c:pt>
                <c:pt idx="99">
                  <c:v>45969</c:v>
                </c:pt>
                <c:pt idx="100">
                  <c:v>45970</c:v>
                </c:pt>
                <c:pt idx="101">
                  <c:v>45971</c:v>
                </c:pt>
                <c:pt idx="102">
                  <c:v>45972</c:v>
                </c:pt>
                <c:pt idx="103">
                  <c:v>45973</c:v>
                </c:pt>
                <c:pt idx="104">
                  <c:v>45974</c:v>
                </c:pt>
                <c:pt idx="105">
                  <c:v>45975</c:v>
                </c:pt>
                <c:pt idx="106">
                  <c:v>45976</c:v>
                </c:pt>
                <c:pt idx="107">
                  <c:v>45977</c:v>
                </c:pt>
                <c:pt idx="108">
                  <c:v>45978</c:v>
                </c:pt>
                <c:pt idx="109">
                  <c:v>45979</c:v>
                </c:pt>
                <c:pt idx="110">
                  <c:v>45980</c:v>
                </c:pt>
                <c:pt idx="111">
                  <c:v>45981</c:v>
                </c:pt>
                <c:pt idx="112">
                  <c:v>45982</c:v>
                </c:pt>
                <c:pt idx="113">
                  <c:v>45983</c:v>
                </c:pt>
                <c:pt idx="114">
                  <c:v>45984</c:v>
                </c:pt>
                <c:pt idx="115">
                  <c:v>45985</c:v>
                </c:pt>
                <c:pt idx="116">
                  <c:v>45986</c:v>
                </c:pt>
                <c:pt idx="117">
                  <c:v>45987</c:v>
                </c:pt>
                <c:pt idx="118">
                  <c:v>45988</c:v>
                </c:pt>
                <c:pt idx="119">
                  <c:v>45989</c:v>
                </c:pt>
                <c:pt idx="120">
                  <c:v>45990</c:v>
                </c:pt>
                <c:pt idx="121">
                  <c:v>45991</c:v>
                </c:pt>
                <c:pt idx="122">
                  <c:v>45992</c:v>
                </c:pt>
                <c:pt idx="123">
                  <c:v>45993</c:v>
                </c:pt>
                <c:pt idx="124">
                  <c:v>45994</c:v>
                </c:pt>
                <c:pt idx="125">
                  <c:v>45995</c:v>
                </c:pt>
                <c:pt idx="126">
                  <c:v>45996</c:v>
                </c:pt>
                <c:pt idx="127">
                  <c:v>45997</c:v>
                </c:pt>
                <c:pt idx="128">
                  <c:v>45998</c:v>
                </c:pt>
                <c:pt idx="129">
                  <c:v>45999</c:v>
                </c:pt>
                <c:pt idx="130">
                  <c:v>46000</c:v>
                </c:pt>
                <c:pt idx="131">
                  <c:v>46001</c:v>
                </c:pt>
                <c:pt idx="132">
                  <c:v>46002</c:v>
                </c:pt>
                <c:pt idx="133">
                  <c:v>46003</c:v>
                </c:pt>
                <c:pt idx="134">
                  <c:v>46004</c:v>
                </c:pt>
                <c:pt idx="135">
                  <c:v>46005</c:v>
                </c:pt>
                <c:pt idx="136">
                  <c:v>46006</c:v>
                </c:pt>
                <c:pt idx="137">
                  <c:v>46007</c:v>
                </c:pt>
                <c:pt idx="138">
                  <c:v>46008</c:v>
                </c:pt>
                <c:pt idx="139">
                  <c:v>46009</c:v>
                </c:pt>
                <c:pt idx="140">
                  <c:v>46010</c:v>
                </c:pt>
                <c:pt idx="141">
                  <c:v>46011</c:v>
                </c:pt>
                <c:pt idx="142">
                  <c:v>46012</c:v>
                </c:pt>
                <c:pt idx="143">
                  <c:v>46013</c:v>
                </c:pt>
                <c:pt idx="144">
                  <c:v>46014</c:v>
                </c:pt>
                <c:pt idx="145">
                  <c:v>46015</c:v>
                </c:pt>
                <c:pt idx="146">
                  <c:v>46016</c:v>
                </c:pt>
                <c:pt idx="147">
                  <c:v>46017</c:v>
                </c:pt>
                <c:pt idx="148">
                  <c:v>46018</c:v>
                </c:pt>
                <c:pt idx="149">
                  <c:v>46019</c:v>
                </c:pt>
                <c:pt idx="150">
                  <c:v>46020</c:v>
                </c:pt>
                <c:pt idx="151">
                  <c:v>46021</c:v>
                </c:pt>
                <c:pt idx="152">
                  <c:v>46022</c:v>
                </c:pt>
                <c:pt idx="153">
                  <c:v>46023</c:v>
                </c:pt>
                <c:pt idx="154">
                  <c:v>46024</c:v>
                </c:pt>
                <c:pt idx="155">
                  <c:v>46025</c:v>
                </c:pt>
                <c:pt idx="156">
                  <c:v>46026</c:v>
                </c:pt>
                <c:pt idx="157">
                  <c:v>46027</c:v>
                </c:pt>
                <c:pt idx="158">
                  <c:v>46028</c:v>
                </c:pt>
                <c:pt idx="159">
                  <c:v>46029</c:v>
                </c:pt>
                <c:pt idx="160">
                  <c:v>46030</c:v>
                </c:pt>
                <c:pt idx="161">
                  <c:v>46031</c:v>
                </c:pt>
                <c:pt idx="162">
                  <c:v>46032</c:v>
                </c:pt>
                <c:pt idx="163">
                  <c:v>46033</c:v>
                </c:pt>
                <c:pt idx="164">
                  <c:v>46034</c:v>
                </c:pt>
                <c:pt idx="165">
                  <c:v>46035</c:v>
                </c:pt>
                <c:pt idx="166">
                  <c:v>46036</c:v>
                </c:pt>
                <c:pt idx="167">
                  <c:v>46037</c:v>
                </c:pt>
                <c:pt idx="168">
                  <c:v>46038</c:v>
                </c:pt>
                <c:pt idx="169">
                  <c:v>46039</c:v>
                </c:pt>
                <c:pt idx="170">
                  <c:v>46040</c:v>
                </c:pt>
                <c:pt idx="171">
                  <c:v>46041</c:v>
                </c:pt>
                <c:pt idx="172">
                  <c:v>46042</c:v>
                </c:pt>
                <c:pt idx="173">
                  <c:v>46043</c:v>
                </c:pt>
                <c:pt idx="174">
                  <c:v>46044</c:v>
                </c:pt>
                <c:pt idx="175">
                  <c:v>46045</c:v>
                </c:pt>
                <c:pt idx="176">
                  <c:v>46046</c:v>
                </c:pt>
                <c:pt idx="177">
                  <c:v>46047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46053</c:v>
                </c:pt>
                <c:pt idx="184">
                  <c:v>46054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46060</c:v>
                </c:pt>
                <c:pt idx="191">
                  <c:v>46061</c:v>
                </c:pt>
                <c:pt idx="192">
                  <c:v>46062</c:v>
                </c:pt>
                <c:pt idx="193">
                  <c:v>46063</c:v>
                </c:pt>
                <c:pt idx="194">
                  <c:v>46064</c:v>
                </c:pt>
                <c:pt idx="195">
                  <c:v>46065</c:v>
                </c:pt>
                <c:pt idx="196">
                  <c:v>46066</c:v>
                </c:pt>
                <c:pt idx="197">
                  <c:v>46067</c:v>
                </c:pt>
                <c:pt idx="198">
                  <c:v>46068</c:v>
                </c:pt>
                <c:pt idx="199">
                  <c:v>46069</c:v>
                </c:pt>
                <c:pt idx="200">
                  <c:v>46070</c:v>
                </c:pt>
                <c:pt idx="201">
                  <c:v>46071</c:v>
                </c:pt>
                <c:pt idx="202">
                  <c:v>46072</c:v>
                </c:pt>
                <c:pt idx="203">
                  <c:v>46073</c:v>
                </c:pt>
                <c:pt idx="204">
                  <c:v>46074</c:v>
                </c:pt>
                <c:pt idx="205">
                  <c:v>46075</c:v>
                </c:pt>
                <c:pt idx="206">
                  <c:v>46076</c:v>
                </c:pt>
                <c:pt idx="207">
                  <c:v>46077</c:v>
                </c:pt>
                <c:pt idx="208">
                  <c:v>46078</c:v>
                </c:pt>
                <c:pt idx="209">
                  <c:v>46079</c:v>
                </c:pt>
                <c:pt idx="210">
                  <c:v>46080</c:v>
                </c:pt>
                <c:pt idx="211">
                  <c:v>46081</c:v>
                </c:pt>
                <c:pt idx="212">
                  <c:v>46082</c:v>
                </c:pt>
                <c:pt idx="213">
                  <c:v>46083</c:v>
                </c:pt>
                <c:pt idx="214">
                  <c:v>46084</c:v>
                </c:pt>
                <c:pt idx="215">
                  <c:v>46085</c:v>
                </c:pt>
                <c:pt idx="216">
                  <c:v>46086</c:v>
                </c:pt>
                <c:pt idx="217">
                  <c:v>46087</c:v>
                </c:pt>
                <c:pt idx="218">
                  <c:v>46088</c:v>
                </c:pt>
                <c:pt idx="219">
                  <c:v>46089</c:v>
                </c:pt>
                <c:pt idx="220">
                  <c:v>46090</c:v>
                </c:pt>
                <c:pt idx="221">
                  <c:v>46091</c:v>
                </c:pt>
                <c:pt idx="222">
                  <c:v>46092</c:v>
                </c:pt>
                <c:pt idx="223">
                  <c:v>46093</c:v>
                </c:pt>
                <c:pt idx="224">
                  <c:v>46094</c:v>
                </c:pt>
                <c:pt idx="225">
                  <c:v>46095</c:v>
                </c:pt>
                <c:pt idx="226">
                  <c:v>46096</c:v>
                </c:pt>
                <c:pt idx="227">
                  <c:v>46097</c:v>
                </c:pt>
                <c:pt idx="228">
                  <c:v>46098</c:v>
                </c:pt>
                <c:pt idx="229">
                  <c:v>46099</c:v>
                </c:pt>
                <c:pt idx="230">
                  <c:v>46100</c:v>
                </c:pt>
                <c:pt idx="231">
                  <c:v>46101</c:v>
                </c:pt>
                <c:pt idx="232">
                  <c:v>46102</c:v>
                </c:pt>
                <c:pt idx="233">
                  <c:v>46103</c:v>
                </c:pt>
                <c:pt idx="234">
                  <c:v>46104</c:v>
                </c:pt>
                <c:pt idx="235">
                  <c:v>46105</c:v>
                </c:pt>
                <c:pt idx="236">
                  <c:v>46106</c:v>
                </c:pt>
                <c:pt idx="237">
                  <c:v>46107</c:v>
                </c:pt>
                <c:pt idx="238">
                  <c:v>46108</c:v>
                </c:pt>
                <c:pt idx="239">
                  <c:v>46109</c:v>
                </c:pt>
                <c:pt idx="240">
                  <c:v>46110</c:v>
                </c:pt>
                <c:pt idx="241">
                  <c:v>46111</c:v>
                </c:pt>
                <c:pt idx="242">
                  <c:v>46112</c:v>
                </c:pt>
                <c:pt idx="243">
                  <c:v>46113</c:v>
                </c:pt>
                <c:pt idx="244">
                  <c:v>46114</c:v>
                </c:pt>
                <c:pt idx="245">
                  <c:v>46115</c:v>
                </c:pt>
                <c:pt idx="246">
                  <c:v>46116</c:v>
                </c:pt>
                <c:pt idx="247">
                  <c:v>46117</c:v>
                </c:pt>
                <c:pt idx="248">
                  <c:v>46118</c:v>
                </c:pt>
                <c:pt idx="249">
                  <c:v>46119</c:v>
                </c:pt>
                <c:pt idx="250">
                  <c:v>46120</c:v>
                </c:pt>
                <c:pt idx="251">
                  <c:v>46121</c:v>
                </c:pt>
                <c:pt idx="252">
                  <c:v>46122</c:v>
                </c:pt>
                <c:pt idx="253">
                  <c:v>46123</c:v>
                </c:pt>
                <c:pt idx="254">
                  <c:v>46124</c:v>
                </c:pt>
                <c:pt idx="255">
                  <c:v>46125</c:v>
                </c:pt>
                <c:pt idx="256">
                  <c:v>46126</c:v>
                </c:pt>
                <c:pt idx="257">
                  <c:v>46127</c:v>
                </c:pt>
                <c:pt idx="258">
                  <c:v>46128</c:v>
                </c:pt>
                <c:pt idx="259">
                  <c:v>46129</c:v>
                </c:pt>
                <c:pt idx="260">
                  <c:v>46130</c:v>
                </c:pt>
                <c:pt idx="261">
                  <c:v>46131</c:v>
                </c:pt>
                <c:pt idx="262">
                  <c:v>46132</c:v>
                </c:pt>
                <c:pt idx="263">
                  <c:v>46133</c:v>
                </c:pt>
                <c:pt idx="264">
                  <c:v>46134</c:v>
                </c:pt>
                <c:pt idx="265">
                  <c:v>46135</c:v>
                </c:pt>
                <c:pt idx="266">
                  <c:v>46136</c:v>
                </c:pt>
                <c:pt idx="267">
                  <c:v>46137</c:v>
                </c:pt>
                <c:pt idx="268">
                  <c:v>46138</c:v>
                </c:pt>
                <c:pt idx="269">
                  <c:v>46139</c:v>
                </c:pt>
                <c:pt idx="270">
                  <c:v>46140</c:v>
                </c:pt>
                <c:pt idx="271">
                  <c:v>46141</c:v>
                </c:pt>
                <c:pt idx="272">
                  <c:v>46142</c:v>
                </c:pt>
                <c:pt idx="273">
                  <c:v>46143</c:v>
                </c:pt>
                <c:pt idx="274">
                  <c:v>46144</c:v>
                </c:pt>
                <c:pt idx="275">
                  <c:v>46145</c:v>
                </c:pt>
                <c:pt idx="276">
                  <c:v>46146</c:v>
                </c:pt>
                <c:pt idx="277">
                  <c:v>46147</c:v>
                </c:pt>
                <c:pt idx="278">
                  <c:v>46148</c:v>
                </c:pt>
                <c:pt idx="279">
                  <c:v>46149</c:v>
                </c:pt>
                <c:pt idx="280">
                  <c:v>46150</c:v>
                </c:pt>
                <c:pt idx="281">
                  <c:v>46151</c:v>
                </c:pt>
                <c:pt idx="282">
                  <c:v>46152</c:v>
                </c:pt>
                <c:pt idx="283">
                  <c:v>46153</c:v>
                </c:pt>
                <c:pt idx="284">
                  <c:v>46154</c:v>
                </c:pt>
                <c:pt idx="285">
                  <c:v>46155</c:v>
                </c:pt>
                <c:pt idx="286">
                  <c:v>46156</c:v>
                </c:pt>
                <c:pt idx="287">
                  <c:v>46157</c:v>
                </c:pt>
                <c:pt idx="288">
                  <c:v>46158</c:v>
                </c:pt>
                <c:pt idx="289">
                  <c:v>46159</c:v>
                </c:pt>
                <c:pt idx="290">
                  <c:v>46160</c:v>
                </c:pt>
                <c:pt idx="291">
                  <c:v>46161</c:v>
                </c:pt>
                <c:pt idx="292">
                  <c:v>46162</c:v>
                </c:pt>
                <c:pt idx="293">
                  <c:v>46163</c:v>
                </c:pt>
                <c:pt idx="294">
                  <c:v>46164</c:v>
                </c:pt>
                <c:pt idx="295">
                  <c:v>46165</c:v>
                </c:pt>
                <c:pt idx="296">
                  <c:v>46166</c:v>
                </c:pt>
                <c:pt idx="297">
                  <c:v>46167</c:v>
                </c:pt>
                <c:pt idx="298">
                  <c:v>46168</c:v>
                </c:pt>
                <c:pt idx="299">
                  <c:v>46169</c:v>
                </c:pt>
                <c:pt idx="300">
                  <c:v>46170</c:v>
                </c:pt>
                <c:pt idx="301">
                  <c:v>46171</c:v>
                </c:pt>
                <c:pt idx="302">
                  <c:v>46172</c:v>
                </c:pt>
                <c:pt idx="303">
                  <c:v>46173</c:v>
                </c:pt>
                <c:pt idx="304">
                  <c:v>46174</c:v>
                </c:pt>
                <c:pt idx="305">
                  <c:v>46175</c:v>
                </c:pt>
                <c:pt idx="306">
                  <c:v>46176</c:v>
                </c:pt>
                <c:pt idx="307">
                  <c:v>46177</c:v>
                </c:pt>
                <c:pt idx="308">
                  <c:v>46178</c:v>
                </c:pt>
                <c:pt idx="309">
                  <c:v>46179</c:v>
                </c:pt>
                <c:pt idx="310">
                  <c:v>46180</c:v>
                </c:pt>
                <c:pt idx="311">
                  <c:v>46181</c:v>
                </c:pt>
                <c:pt idx="312">
                  <c:v>46182</c:v>
                </c:pt>
                <c:pt idx="313">
                  <c:v>46183</c:v>
                </c:pt>
                <c:pt idx="314">
                  <c:v>46184</c:v>
                </c:pt>
                <c:pt idx="315">
                  <c:v>46185</c:v>
                </c:pt>
                <c:pt idx="316">
                  <c:v>46186</c:v>
                </c:pt>
                <c:pt idx="317">
                  <c:v>46187</c:v>
                </c:pt>
                <c:pt idx="318">
                  <c:v>46188</c:v>
                </c:pt>
                <c:pt idx="319">
                  <c:v>46189</c:v>
                </c:pt>
                <c:pt idx="320">
                  <c:v>46190</c:v>
                </c:pt>
                <c:pt idx="321">
                  <c:v>46191</c:v>
                </c:pt>
                <c:pt idx="322">
                  <c:v>46192</c:v>
                </c:pt>
                <c:pt idx="323">
                  <c:v>46193</c:v>
                </c:pt>
                <c:pt idx="324">
                  <c:v>46194</c:v>
                </c:pt>
                <c:pt idx="325">
                  <c:v>46195</c:v>
                </c:pt>
                <c:pt idx="326">
                  <c:v>46196</c:v>
                </c:pt>
                <c:pt idx="327">
                  <c:v>46197</c:v>
                </c:pt>
              </c:numCache>
            </c:numRef>
          </c:cat>
          <c:val>
            <c:numRef>
              <c:f>'[20260624-产品一页通.xlsx]交鑫致远6个月102号'!$F$2:$F$329</c:f>
              <c:numCache>
                <c:formatCode>0.00%</c:formatCode>
                <c:ptCount val="328"/>
                <c:pt idx="0">
                  <c:v>2.3560750000019001E-2</c:v>
                </c:pt>
                <c:pt idx="1">
                  <c:v>2.2290550000006799E-2</c:v>
                </c:pt>
                <c:pt idx="2">
                  <c:v>2.3902024999998099E-2</c:v>
                </c:pt>
                <c:pt idx="3">
                  <c:v>2.4626028571433901E-2</c:v>
                </c:pt>
                <c:pt idx="4">
                  <c:v>2.4679474999997501E-2</c:v>
                </c:pt>
                <c:pt idx="5">
                  <c:v>2.4636688888888598E-2</c:v>
                </c:pt>
                <c:pt idx="6">
                  <c:v>2.4428233333334701E-2</c:v>
                </c:pt>
                <c:pt idx="7">
                  <c:v>2.46473269230757E-2</c:v>
                </c:pt>
                <c:pt idx="8">
                  <c:v>2.56331678571406E-2</c:v>
                </c:pt>
                <c:pt idx="9">
                  <c:v>2.5546836666664199E-2</c:v>
                </c:pt>
                <c:pt idx="10">
                  <c:v>2.6205631250002099E-2</c:v>
                </c:pt>
                <c:pt idx="11">
                  <c:v>2.58274E-2</c:v>
                </c:pt>
                <c:pt idx="12">
                  <c:v>2.5898392499999201E-2</c:v>
                </c:pt>
                <c:pt idx="13">
                  <c:v>2.6303811904763101E-2</c:v>
                </c:pt>
                <c:pt idx="14">
                  <c:v>2.6389665909091701E-2</c:v>
                </c:pt>
                <c:pt idx="15">
                  <c:v>2.6468213043477701E-2</c:v>
                </c:pt>
                <c:pt idx="16">
                  <c:v>2.61575846153849E-2</c:v>
                </c:pt>
                <c:pt idx="17">
                  <c:v>2.63428611111126E-2</c:v>
                </c:pt>
                <c:pt idx="18">
                  <c:v>2.64877892857137E-2</c:v>
                </c:pt>
                <c:pt idx="19">
                  <c:v>2.6546953448275502E-2</c:v>
                </c:pt>
                <c:pt idx="20">
                  <c:v>2.6602173333333201E-2</c:v>
                </c:pt>
                <c:pt idx="21">
                  <c:v>2.6228568181818099E-2</c:v>
                </c:pt>
                <c:pt idx="22">
                  <c:v>2.63713573529414E-2</c:v>
                </c:pt>
                <c:pt idx="23">
                  <c:v>2.64862771428571E-2</c:v>
                </c:pt>
                <c:pt idx="24">
                  <c:v>2.63226847222232E-2</c:v>
                </c:pt>
                <c:pt idx="25">
                  <c:v>2.6118808108108599E-2</c:v>
                </c:pt>
                <c:pt idx="26">
                  <c:v>3.3877748750000998E-2</c:v>
                </c:pt>
                <c:pt idx="27">
                  <c:v>3.6764669512195598E-2</c:v>
                </c:pt>
                <c:pt idx="28">
                  <c:v>3.7906119047619799E-2</c:v>
                </c:pt>
                <c:pt idx="29">
                  <c:v>3.8184772093023997E-2</c:v>
                </c:pt>
                <c:pt idx="30">
                  <c:v>3.60769318181813E-2</c:v>
                </c:pt>
                <c:pt idx="31">
                  <c:v>3.5521722340424701E-2</c:v>
                </c:pt>
                <c:pt idx="32">
                  <c:v>3.7590665624999797E-2</c:v>
                </c:pt>
                <c:pt idx="33">
                  <c:v>3.7131077551019999E-2</c:v>
                </c:pt>
                <c:pt idx="34">
                  <c:v>3.7038010000000503E-2</c:v>
                </c:pt>
                <c:pt idx="35">
                  <c:v>3.6948663725489599E-2</c:v>
                </c:pt>
                <c:pt idx="36">
                  <c:v>3.6548151923076401E-2</c:v>
                </c:pt>
                <c:pt idx="37">
                  <c:v>3.6162684905660297E-2</c:v>
                </c:pt>
                <c:pt idx="38">
                  <c:v>3.5127464814815101E-2</c:v>
                </c:pt>
                <c:pt idx="39">
                  <c:v>3.5990659090908997E-2</c:v>
                </c:pt>
                <c:pt idx="40">
                  <c:v>3.5306254464285897E-2</c:v>
                </c:pt>
                <c:pt idx="41">
                  <c:v>3.34242666666663E-2</c:v>
                </c:pt>
                <c:pt idx="42">
                  <c:v>3.3107891379310903E-2</c:v>
                </c:pt>
                <c:pt idx="43">
                  <c:v>3.2819933898304697E-2</c:v>
                </c:pt>
                <c:pt idx="44">
                  <c:v>3.2541635833332999E-2</c:v>
                </c:pt>
                <c:pt idx="45">
                  <c:v>3.2255289344262701E-2</c:v>
                </c:pt>
                <c:pt idx="46">
                  <c:v>3.3348166129031701E-2</c:v>
                </c:pt>
                <c:pt idx="47">
                  <c:v>3.36107063492058E-2</c:v>
                </c:pt>
                <c:pt idx="48">
                  <c:v>3.3857171875000397E-2</c:v>
                </c:pt>
                <c:pt idx="49">
                  <c:v>3.3292660769230799E-2</c:v>
                </c:pt>
                <c:pt idx="50">
                  <c:v>3.3024923484847903E-2</c:v>
                </c:pt>
                <c:pt idx="51">
                  <c:v>3.2765178358209003E-2</c:v>
                </c:pt>
                <c:pt idx="52">
                  <c:v>3.1731811764706297E-2</c:v>
                </c:pt>
                <c:pt idx="53">
                  <c:v>3.2299537681159902E-2</c:v>
                </c:pt>
                <c:pt idx="54">
                  <c:v>3.1300209999999898E-2</c:v>
                </c:pt>
                <c:pt idx="55">
                  <c:v>3.0819417605633399E-2</c:v>
                </c:pt>
                <c:pt idx="56">
                  <c:v>3.0855781944444698E-2</c:v>
                </c:pt>
                <c:pt idx="57">
                  <c:v>3.0647099999999702E-2</c:v>
                </c:pt>
                <c:pt idx="58">
                  <c:v>3.1470694594594999E-2</c:v>
                </c:pt>
                <c:pt idx="59">
                  <c:v>3.1259378666666601E-2</c:v>
                </c:pt>
                <c:pt idx="60">
                  <c:v>3.2351294736842097E-2</c:v>
                </c:pt>
                <c:pt idx="61">
                  <c:v>3.2134031168830603E-2</c:v>
                </c:pt>
                <c:pt idx="62">
                  <c:v>3.1922338461538503E-2</c:v>
                </c:pt>
                <c:pt idx="63">
                  <c:v>3.1716005063290698E-2</c:v>
                </c:pt>
                <c:pt idx="64">
                  <c:v>3.1514784375000403E-2</c:v>
                </c:pt>
                <c:pt idx="65">
                  <c:v>3.1318577160493799E-2</c:v>
                </c:pt>
                <c:pt idx="66">
                  <c:v>3.11271554878054E-2</c:v>
                </c:pt>
                <c:pt idx="67">
                  <c:v>3.0940346385542199E-2</c:v>
                </c:pt>
                <c:pt idx="68">
                  <c:v>3.07579416666665E-2</c:v>
                </c:pt>
                <c:pt idx="69">
                  <c:v>3.1106888823529601E-2</c:v>
                </c:pt>
                <c:pt idx="70">
                  <c:v>3.2074969186046999E-2</c:v>
                </c:pt>
                <c:pt idx="71">
                  <c:v>3.1568094827586303E-2</c:v>
                </c:pt>
                <c:pt idx="72">
                  <c:v>3.1386847727272599E-2</c:v>
                </c:pt>
                <c:pt idx="73">
                  <c:v>3.11979033707868E-2</c:v>
                </c:pt>
                <c:pt idx="74">
                  <c:v>3.1714606666666298E-2</c:v>
                </c:pt>
                <c:pt idx="75">
                  <c:v>3.16396038461541E-2</c:v>
                </c:pt>
                <c:pt idx="76">
                  <c:v>3.16433972826091E-2</c:v>
                </c:pt>
                <c:pt idx="77">
                  <c:v>3.1844326881720703E-2</c:v>
                </c:pt>
                <c:pt idx="78">
                  <c:v>3.1671748936170099E-2</c:v>
                </c:pt>
                <c:pt idx="79">
                  <c:v>3.1502765789473398E-2</c:v>
                </c:pt>
                <c:pt idx="80">
                  <c:v>3.21764229166666E-2</c:v>
                </c:pt>
                <c:pt idx="81">
                  <c:v>3.1963727319587701E-2</c:v>
                </c:pt>
                <c:pt idx="82">
                  <c:v>3.21417882653059E-2</c:v>
                </c:pt>
                <c:pt idx="83">
                  <c:v>3.2418083333333597E-2</c:v>
                </c:pt>
                <c:pt idx="84">
                  <c:v>3.24137884999997E-2</c:v>
                </c:pt>
                <c:pt idx="85">
                  <c:v>3.2247533168316897E-2</c:v>
                </c:pt>
                <c:pt idx="86">
                  <c:v>3.2084501960784301E-2</c:v>
                </c:pt>
                <c:pt idx="87">
                  <c:v>3.12734834951457E-2</c:v>
                </c:pt>
                <c:pt idx="88">
                  <c:v>3.1595172115384797E-2</c:v>
                </c:pt>
                <c:pt idx="89">
                  <c:v>3.3115719999999703E-2</c:v>
                </c:pt>
                <c:pt idx="90">
                  <c:v>3.3511235377358103E-2</c:v>
                </c:pt>
                <c:pt idx="91">
                  <c:v>3.3891750934579801E-2</c:v>
                </c:pt>
                <c:pt idx="92">
                  <c:v>3.37278587962965E-2</c:v>
                </c:pt>
                <c:pt idx="93">
                  <c:v>3.3567007339449402E-2</c:v>
                </c:pt>
                <c:pt idx="94">
                  <c:v>3.4033130909090797E-2</c:v>
                </c:pt>
                <c:pt idx="95">
                  <c:v>3.40419716216218E-2</c:v>
                </c:pt>
                <c:pt idx="96">
                  <c:v>3.38393455357145E-2</c:v>
                </c:pt>
                <c:pt idx="97">
                  <c:v>3.38835960176989E-2</c:v>
                </c:pt>
                <c:pt idx="98">
                  <c:v>3.3401758333333302E-2</c:v>
                </c:pt>
                <c:pt idx="99">
                  <c:v>3.3252103043478101E-2</c:v>
                </c:pt>
                <c:pt idx="100">
                  <c:v>3.3105028017241099E-2</c:v>
                </c:pt>
                <c:pt idx="101">
                  <c:v>3.2768046581196399E-2</c:v>
                </c:pt>
                <c:pt idx="102">
                  <c:v>3.3094240677966201E-2</c:v>
                </c:pt>
                <c:pt idx="103">
                  <c:v>3.3598065966386301E-2</c:v>
                </c:pt>
                <c:pt idx="104">
                  <c:v>3.3936240000000097E-2</c:v>
                </c:pt>
                <c:pt idx="105">
                  <c:v>3.39307619834711E-2</c:v>
                </c:pt>
                <c:pt idx="106">
                  <c:v>3.3785357377049102E-2</c:v>
                </c:pt>
                <c:pt idx="107">
                  <c:v>3.3642317073170502E-2</c:v>
                </c:pt>
                <c:pt idx="108">
                  <c:v>3.37422778225809E-2</c:v>
                </c:pt>
                <c:pt idx="109">
                  <c:v>3.4216005199999802E-2</c:v>
                </c:pt>
                <c:pt idx="110">
                  <c:v>3.3992971428571599E-2</c:v>
                </c:pt>
                <c:pt idx="111">
                  <c:v>3.4028518897637597E-2</c:v>
                </c:pt>
                <c:pt idx="112">
                  <c:v>3.4205832421874999E-2</c:v>
                </c:pt>
                <c:pt idx="113">
                  <c:v>3.4066185658914699E-2</c:v>
                </c:pt>
                <c:pt idx="114">
                  <c:v>3.39286873076921E-2</c:v>
                </c:pt>
                <c:pt idx="115">
                  <c:v>3.4016105343511301E-2</c:v>
                </c:pt>
                <c:pt idx="116">
                  <c:v>3.4060223863636503E-2</c:v>
                </c:pt>
                <c:pt idx="117">
                  <c:v>3.3919614661653802E-2</c:v>
                </c:pt>
                <c:pt idx="118">
                  <c:v>3.3246488059701401E-2</c:v>
                </c:pt>
                <c:pt idx="119">
                  <c:v>3.3230005555555303E-2</c:v>
                </c:pt>
                <c:pt idx="120">
                  <c:v>3.3104721691176703E-2</c:v>
                </c:pt>
                <c:pt idx="121">
                  <c:v>3.2981266788321299E-2</c:v>
                </c:pt>
                <c:pt idx="122">
                  <c:v>3.2998644927536402E-2</c:v>
                </c:pt>
                <c:pt idx="123">
                  <c:v>3.3474281294963999E-2</c:v>
                </c:pt>
                <c:pt idx="124">
                  <c:v>3.3234579642857302E-2</c:v>
                </c:pt>
                <c:pt idx="125">
                  <c:v>3.3069957801418297E-2</c:v>
                </c:pt>
                <c:pt idx="126">
                  <c:v>3.1724026408450498E-2</c:v>
                </c:pt>
                <c:pt idx="127">
                  <c:v>3.1615406643356402E-2</c:v>
                </c:pt>
                <c:pt idx="128">
                  <c:v>3.1508295486111303E-2</c:v>
                </c:pt>
                <c:pt idx="129">
                  <c:v>3.2184592413793199E-2</c:v>
                </c:pt>
                <c:pt idx="130">
                  <c:v>3.2139299999999801E-2</c:v>
                </c:pt>
                <c:pt idx="131">
                  <c:v>3.2730369387755101E-2</c:v>
                </c:pt>
                <c:pt idx="132">
                  <c:v>3.3195714189189297E-2</c:v>
                </c:pt>
                <c:pt idx="133">
                  <c:v>3.39770416107383E-2</c:v>
                </c:pt>
                <c:pt idx="134">
                  <c:v>3.3855015333333197E-2</c:v>
                </c:pt>
                <c:pt idx="135">
                  <c:v>3.3734581125827702E-2</c:v>
                </c:pt>
                <c:pt idx="136">
                  <c:v>3.3275945394736599E-2</c:v>
                </c:pt>
                <c:pt idx="137">
                  <c:v>3.2679451960784298E-2</c:v>
                </c:pt>
                <c:pt idx="138">
                  <c:v>3.3120218506493701E-2</c:v>
                </c:pt>
                <c:pt idx="139">
                  <c:v>3.37891332258064E-2</c:v>
                </c:pt>
                <c:pt idx="140">
                  <c:v>3.4200944551281899E-2</c:v>
                </c:pt>
                <c:pt idx="141">
                  <c:v>3.4082909554139999E-2</c:v>
                </c:pt>
                <c:pt idx="142">
                  <c:v>3.3966391772152098E-2</c:v>
                </c:pt>
                <c:pt idx="143">
                  <c:v>3.4978615723270302E-2</c:v>
                </c:pt>
                <c:pt idx="144">
                  <c:v>3.4672855625000103E-2</c:v>
                </c:pt>
                <c:pt idx="145">
                  <c:v>3.5148615838509499E-2</c:v>
                </c:pt>
                <c:pt idx="146">
                  <c:v>3.5129605246913297E-2</c:v>
                </c:pt>
                <c:pt idx="147">
                  <c:v>3.5010307361963401E-2</c:v>
                </c:pt>
                <c:pt idx="148">
                  <c:v>3.4892397560975702E-2</c:v>
                </c:pt>
                <c:pt idx="149">
                  <c:v>3.4775894848484902E-2</c:v>
                </c:pt>
                <c:pt idx="150">
                  <c:v>3.4937514156626298E-2</c:v>
                </c:pt>
                <c:pt idx="151">
                  <c:v>3.4304339221556797E-2</c:v>
                </c:pt>
                <c:pt idx="152">
                  <c:v>3.4222052380952397E-2</c:v>
                </c:pt>
                <c:pt idx="153">
                  <c:v>3.4112273668639101E-2</c:v>
                </c:pt>
                <c:pt idx="154">
                  <c:v>3.4003807941176398E-2</c:v>
                </c:pt>
                <c:pt idx="155">
                  <c:v>3.3896589473684097E-2</c:v>
                </c:pt>
                <c:pt idx="156">
                  <c:v>3.3513620930232801E-2</c:v>
                </c:pt>
                <c:pt idx="157">
                  <c:v>3.3386676589595397E-2</c:v>
                </c:pt>
                <c:pt idx="158">
                  <c:v>3.3601941954022899E-2</c:v>
                </c:pt>
                <c:pt idx="159">
                  <c:v>3.28369017142855E-2</c:v>
                </c:pt>
                <c:pt idx="160">
                  <c:v>3.26986079545456E-2</c:v>
                </c:pt>
                <c:pt idx="161">
                  <c:v>3.2862682203389698E-2</c:v>
                </c:pt>
                <c:pt idx="162">
                  <c:v>3.28176421348313E-2</c:v>
                </c:pt>
                <c:pt idx="163">
                  <c:v>3.2773105307262802E-2</c:v>
                </c:pt>
                <c:pt idx="164">
                  <c:v>3.27398105555557E-2</c:v>
                </c:pt>
                <c:pt idx="165">
                  <c:v>3.2939939226519298E-2</c:v>
                </c:pt>
                <c:pt idx="166">
                  <c:v>3.29599813186814E-2</c:v>
                </c:pt>
                <c:pt idx="167">
                  <c:v>3.3050231420765103E-2</c:v>
                </c:pt>
                <c:pt idx="168">
                  <c:v>3.3183875815217298E-2</c:v>
                </c:pt>
                <c:pt idx="169">
                  <c:v>3.3138803783783699E-2</c:v>
                </c:pt>
                <c:pt idx="170">
                  <c:v>3.3094216397849298E-2</c:v>
                </c:pt>
                <c:pt idx="171">
                  <c:v>3.3236353475935801E-2</c:v>
                </c:pt>
                <c:pt idx="172">
                  <c:v>3.3384259042553398E-2</c:v>
                </c:pt>
                <c:pt idx="173">
                  <c:v>3.3580251058201199E-2</c:v>
                </c:pt>
                <c:pt idx="174">
                  <c:v>3.3631292105263097E-2</c:v>
                </c:pt>
                <c:pt idx="175">
                  <c:v>3.3566775916230397E-2</c:v>
                </c:pt>
                <c:pt idx="176">
                  <c:v>3.3521352864583298E-2</c:v>
                </c:pt>
                <c:pt idx="177">
                  <c:v>3.3476400518134601E-2</c:v>
                </c:pt>
                <c:pt idx="178">
                  <c:v>3.3548053092783602E-2</c:v>
                </c:pt>
                <c:pt idx="179">
                  <c:v>3.3685625384615302E-2</c:v>
                </c:pt>
                <c:pt idx="180">
                  <c:v>3.3711288265305998E-2</c:v>
                </c:pt>
                <c:pt idx="181">
                  <c:v>3.3710084517766699E-2</c:v>
                </c:pt>
                <c:pt idx="182">
                  <c:v>3.3705740656565703E-2</c:v>
                </c:pt>
                <c:pt idx="183">
                  <c:v>3.3642288442211198E-2</c:v>
                </c:pt>
                <c:pt idx="184">
                  <c:v>3.3579488999999803E-2</c:v>
                </c:pt>
                <c:pt idx="185">
                  <c:v>3.3540975870646798E-2</c:v>
                </c:pt>
                <c:pt idx="186">
                  <c:v>3.3679850990099097E-2</c:v>
                </c:pt>
                <c:pt idx="187">
                  <c:v>3.3658717733990297E-2</c:v>
                </c:pt>
                <c:pt idx="188">
                  <c:v>3.3678281617647098E-2</c:v>
                </c:pt>
                <c:pt idx="189">
                  <c:v>3.3757870731707398E-2</c:v>
                </c:pt>
                <c:pt idx="190">
                  <c:v>3.36963216019419E-2</c:v>
                </c:pt>
                <c:pt idx="191">
                  <c:v>3.3635384782608503E-2</c:v>
                </c:pt>
                <c:pt idx="192">
                  <c:v>3.3692079567307701E-2</c:v>
                </c:pt>
                <c:pt idx="193">
                  <c:v>3.3782740909091197E-2</c:v>
                </c:pt>
                <c:pt idx="194">
                  <c:v>3.38725388095239E-2</c:v>
                </c:pt>
                <c:pt idx="195">
                  <c:v>3.3832974407582997E-2</c:v>
                </c:pt>
                <c:pt idx="196">
                  <c:v>3.38812283018868E-2</c:v>
                </c:pt>
                <c:pt idx="197">
                  <c:v>3.38793514084509E-2</c:v>
                </c:pt>
                <c:pt idx="198">
                  <c:v>3.3805225467289902E-2</c:v>
                </c:pt>
                <c:pt idx="199">
                  <c:v>3.37317890697676E-2</c:v>
                </c:pt>
                <c:pt idx="200">
                  <c:v>3.3659032638889003E-2</c:v>
                </c:pt>
                <c:pt idx="201">
                  <c:v>3.3586946774193702E-2</c:v>
                </c:pt>
                <c:pt idx="202">
                  <c:v>3.3515522247706597E-2</c:v>
                </c:pt>
                <c:pt idx="203">
                  <c:v>3.3444750000000099E-2</c:v>
                </c:pt>
                <c:pt idx="204">
                  <c:v>3.3374621136363802E-2</c:v>
                </c:pt>
                <c:pt idx="205">
                  <c:v>3.3305110407239699E-2</c:v>
                </c:pt>
                <c:pt idx="206">
                  <c:v>3.3236242342342202E-2</c:v>
                </c:pt>
                <c:pt idx="207">
                  <c:v>3.3183279372197297E-2</c:v>
                </c:pt>
                <c:pt idx="208">
                  <c:v>3.3834147544642798E-2</c:v>
                </c:pt>
                <c:pt idx="209">
                  <c:v>3.3611860444444502E-2</c:v>
                </c:pt>
                <c:pt idx="210">
                  <c:v>3.35791117256636E-2</c:v>
                </c:pt>
                <c:pt idx="211">
                  <c:v>3.3677295814978102E-2</c:v>
                </c:pt>
                <c:pt idx="212">
                  <c:v>3.3615523464912297E-2</c:v>
                </c:pt>
                <c:pt idx="213">
                  <c:v>3.3567344541484599E-2</c:v>
                </c:pt>
                <c:pt idx="214">
                  <c:v>3.3943714565217498E-2</c:v>
                </c:pt>
                <c:pt idx="215">
                  <c:v>3.4020338528138398E-2</c:v>
                </c:pt>
                <c:pt idx="216">
                  <c:v>3.4034834051724201E-2</c:v>
                </c:pt>
                <c:pt idx="217">
                  <c:v>3.4095182618025702E-2</c:v>
                </c:pt>
                <c:pt idx="218">
                  <c:v>3.4033208333333502E-2</c:v>
                </c:pt>
                <c:pt idx="219">
                  <c:v>3.3971761489361797E-2</c:v>
                </c:pt>
                <c:pt idx="220">
                  <c:v>3.4025423728813599E-2</c:v>
                </c:pt>
                <c:pt idx="221">
                  <c:v>3.39269810126583E-2</c:v>
                </c:pt>
                <c:pt idx="222">
                  <c:v>3.3969737184873901E-2</c:v>
                </c:pt>
                <c:pt idx="223">
                  <c:v>3.3973085146443399E-2</c:v>
                </c:pt>
                <c:pt idx="224">
                  <c:v>3.4025588958333401E-2</c:v>
                </c:pt>
                <c:pt idx="225">
                  <c:v>3.3965703526970897E-2</c:v>
                </c:pt>
                <c:pt idx="226">
                  <c:v>3.39063130165288E-2</c:v>
                </c:pt>
                <c:pt idx="227">
                  <c:v>3.3936798765432E-2</c:v>
                </c:pt>
                <c:pt idx="228">
                  <c:v>3.3903219467213197E-2</c:v>
                </c:pt>
                <c:pt idx="229">
                  <c:v>3.39904834693876E-2</c:v>
                </c:pt>
                <c:pt idx="230">
                  <c:v>3.4233379674796803E-2</c:v>
                </c:pt>
                <c:pt idx="231">
                  <c:v>3.43097783400809E-2</c:v>
                </c:pt>
                <c:pt idx="232">
                  <c:v>3.4250437298386997E-2</c:v>
                </c:pt>
                <c:pt idx="233">
                  <c:v>3.4191572891566401E-2</c:v>
                </c:pt>
                <c:pt idx="234">
                  <c:v>3.4110622399999999E-2</c:v>
                </c:pt>
                <c:pt idx="235">
                  <c:v>3.4144513944223201E-2</c:v>
                </c:pt>
                <c:pt idx="236">
                  <c:v>3.4494107738095102E-2</c:v>
                </c:pt>
                <c:pt idx="237">
                  <c:v>3.4552342687747102E-2</c:v>
                </c:pt>
                <c:pt idx="238">
                  <c:v>3.4620422440945001E-2</c:v>
                </c:pt>
                <c:pt idx="239">
                  <c:v>3.4558142745098101E-2</c:v>
                </c:pt>
                <c:pt idx="240">
                  <c:v>3.4496335351562601E-2</c:v>
                </c:pt>
                <c:pt idx="241">
                  <c:v>3.4502725680934002E-2</c:v>
                </c:pt>
                <c:pt idx="242">
                  <c:v>3.4772658720930202E-2</c:v>
                </c:pt>
                <c:pt idx="243">
                  <c:v>3.4678466795366701E-2</c:v>
                </c:pt>
                <c:pt idx="244">
                  <c:v>3.4556936538461397E-2</c:v>
                </c:pt>
                <c:pt idx="245">
                  <c:v>3.4494248084291197E-2</c:v>
                </c:pt>
                <c:pt idx="246">
                  <c:v>3.4434113931297701E-2</c:v>
                </c:pt>
                <c:pt idx="247">
                  <c:v>3.4374437072243302E-2</c:v>
                </c:pt>
                <c:pt idx="248">
                  <c:v>3.4315198484848403E-2</c:v>
                </c:pt>
                <c:pt idx="249">
                  <c:v>3.5610859999999897E-2</c:v>
                </c:pt>
                <c:pt idx="250">
                  <c:v>3.5847006766917301E-2</c:v>
                </c:pt>
                <c:pt idx="251">
                  <c:v>3.5906458052434601E-2</c:v>
                </c:pt>
                <c:pt idx="252">
                  <c:v>3.5933895895522198E-2</c:v>
                </c:pt>
                <c:pt idx="253">
                  <c:v>3.5867600185873698E-2</c:v>
                </c:pt>
                <c:pt idx="254">
                  <c:v>3.5801795555555502E-2</c:v>
                </c:pt>
                <c:pt idx="255">
                  <c:v>3.5846245940959399E-2</c:v>
                </c:pt>
                <c:pt idx="256">
                  <c:v>3.6028774264705903E-2</c:v>
                </c:pt>
                <c:pt idx="257">
                  <c:v>3.6110920695970598E-2</c:v>
                </c:pt>
                <c:pt idx="258">
                  <c:v>3.6140235218978203E-2</c:v>
                </c:pt>
                <c:pt idx="259">
                  <c:v>3.6088452545454598E-2</c:v>
                </c:pt>
                <c:pt idx="260">
                  <c:v>3.6023278260869498E-2</c:v>
                </c:pt>
                <c:pt idx="261">
                  <c:v>3.59585613718411E-2</c:v>
                </c:pt>
                <c:pt idx="262">
                  <c:v>3.6160799460431797E-2</c:v>
                </c:pt>
                <c:pt idx="263">
                  <c:v>3.6288993369175598E-2</c:v>
                </c:pt>
                <c:pt idx="264">
                  <c:v>3.6356789642857101E-2</c:v>
                </c:pt>
                <c:pt idx="265">
                  <c:v>3.6426701245551502E-2</c:v>
                </c:pt>
                <c:pt idx="266">
                  <c:v>3.63395941489362E-2</c:v>
                </c:pt>
                <c:pt idx="267">
                  <c:v>3.6275131625441701E-2</c:v>
                </c:pt>
                <c:pt idx="268">
                  <c:v>3.6211135915492902E-2</c:v>
                </c:pt>
                <c:pt idx="269">
                  <c:v>3.61105514035088E-2</c:v>
                </c:pt>
                <c:pt idx="270">
                  <c:v>3.5976186713286597E-2</c:v>
                </c:pt>
                <c:pt idx="271">
                  <c:v>3.6111929965156699E-2</c:v>
                </c:pt>
                <c:pt idx="272">
                  <c:v>3.6272774826388902E-2</c:v>
                </c:pt>
                <c:pt idx="273">
                  <c:v>3.6194195674740401E-2</c:v>
                </c:pt>
                <c:pt idx="274">
                  <c:v>3.6116158448275801E-2</c:v>
                </c:pt>
                <c:pt idx="275">
                  <c:v>3.6038657560137403E-2</c:v>
                </c:pt>
                <c:pt idx="276">
                  <c:v>3.5961687499999902E-2</c:v>
                </c:pt>
                <c:pt idx="277">
                  <c:v>3.5885230375426597E-2</c:v>
                </c:pt>
                <c:pt idx="278">
                  <c:v>3.5827866156462503E-2</c:v>
                </c:pt>
                <c:pt idx="279">
                  <c:v>3.59790274576271E-2</c:v>
                </c:pt>
                <c:pt idx="280">
                  <c:v>3.6059163851351397E-2</c:v>
                </c:pt>
                <c:pt idx="281">
                  <c:v>3.61755555555556E-2</c:v>
                </c:pt>
                <c:pt idx="282">
                  <c:v>3.6099675838926197E-2</c:v>
                </c:pt>
                <c:pt idx="283">
                  <c:v>3.6049951337792603E-2</c:v>
                </c:pt>
                <c:pt idx="284">
                  <c:v>3.6310443333333497E-2</c:v>
                </c:pt>
                <c:pt idx="285">
                  <c:v>3.6425314451827201E-2</c:v>
                </c:pt>
                <c:pt idx="286">
                  <c:v>3.6480202980132499E-2</c:v>
                </c:pt>
                <c:pt idx="287">
                  <c:v>3.63557466996699E-2</c:v>
                </c:pt>
                <c:pt idx="288">
                  <c:v>3.6282800986842202E-2</c:v>
                </c:pt>
                <c:pt idx="289">
                  <c:v>3.6210345573770397E-2</c:v>
                </c:pt>
                <c:pt idx="290">
                  <c:v>3.6124157352941201E-2</c:v>
                </c:pt>
                <c:pt idx="291">
                  <c:v>3.6308583061889402E-2</c:v>
                </c:pt>
                <c:pt idx="292">
                  <c:v>3.6444598214285799E-2</c:v>
                </c:pt>
                <c:pt idx="293">
                  <c:v>3.6456129126213599E-2</c:v>
                </c:pt>
                <c:pt idx="294">
                  <c:v>3.64276358064516E-2</c:v>
                </c:pt>
                <c:pt idx="295">
                  <c:v>3.63544811897107E-2</c:v>
                </c:pt>
                <c:pt idx="296">
                  <c:v>3.6281807211538598E-2</c:v>
                </c:pt>
                <c:pt idx="297">
                  <c:v>3.6268464057507999E-2</c:v>
                </c:pt>
                <c:pt idx="298">
                  <c:v>3.6477018949044503E-2</c:v>
                </c:pt>
                <c:pt idx="299">
                  <c:v>3.6555642222222198E-2</c:v>
                </c:pt>
                <c:pt idx="300">
                  <c:v>3.6800859335443102E-2</c:v>
                </c:pt>
                <c:pt idx="301">
                  <c:v>3.6892588012618299E-2</c:v>
                </c:pt>
                <c:pt idx="302">
                  <c:v>3.6819593081761103E-2</c:v>
                </c:pt>
                <c:pt idx="303">
                  <c:v>3.6747055799373103E-2</c:v>
                </c:pt>
                <c:pt idx="304">
                  <c:v>3.6773955312500099E-2</c:v>
                </c:pt>
                <c:pt idx="305">
                  <c:v>3.6902307320872303E-2</c:v>
                </c:pt>
                <c:pt idx="306">
                  <c:v>3.69321509316771E-2</c:v>
                </c:pt>
                <c:pt idx="307">
                  <c:v>3.6818216718266399E-2</c:v>
                </c:pt>
                <c:pt idx="308">
                  <c:v>3.6896261574074198E-2</c:v>
                </c:pt>
                <c:pt idx="309">
                  <c:v>3.6824827538461398E-2</c:v>
                </c:pt>
                <c:pt idx="310">
                  <c:v>3.6753831748466199E-2</c:v>
                </c:pt>
                <c:pt idx="311">
                  <c:v>3.6661191590214103E-2</c:v>
                </c:pt>
                <c:pt idx="312">
                  <c:v>3.66079865853658E-2</c:v>
                </c:pt>
                <c:pt idx="313">
                  <c:v>3.6559908814589599E-2</c:v>
                </c:pt>
                <c:pt idx="314">
                  <c:v>3.6463511060606003E-2</c:v>
                </c:pt>
                <c:pt idx="315">
                  <c:v>3.6385570845921401E-2</c:v>
                </c:pt>
                <c:pt idx="316">
                  <c:v>3.63305718373493E-2</c:v>
                </c:pt>
                <c:pt idx="317">
                  <c:v>3.62758921921921E-2</c:v>
                </c:pt>
                <c:pt idx="318">
                  <c:v>3.6285414970059902E-2</c:v>
                </c:pt>
                <c:pt idx="319">
                  <c:v>3.6359632985074497E-2</c:v>
                </c:pt>
                <c:pt idx="320">
                  <c:v>3.6455472172619102E-2</c:v>
                </c:pt>
                <c:pt idx="321">
                  <c:v>3.6519701335311697E-2</c:v>
                </c:pt>
                <c:pt idx="322">
                  <c:v>3.6465281804733803E-2</c:v>
                </c:pt>
                <c:pt idx="323">
                  <c:v>3.6411183333333298E-2</c:v>
                </c:pt>
                <c:pt idx="324">
                  <c:v>3.6357950588235197E-2</c:v>
                </c:pt>
                <c:pt idx="325">
                  <c:v>3.6411886217008901E-2</c:v>
                </c:pt>
                <c:pt idx="326">
                  <c:v>3.6501462134502803E-2</c:v>
                </c:pt>
                <c:pt idx="327">
                  <c:v>3.6390702186588998E-2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291-0D51-4F66-8BE1-A087D1187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2122159"/>
        <c:axId val="576328255"/>
      </c:lineChart>
      <c:dateAx>
        <c:axId val="576336895"/>
        <c:scaling>
          <c:orientation val="minMax"/>
          <c:max val="46197"/>
          <c:min val="45856"/>
        </c:scaling>
        <c:delete val="0"/>
        <c:axPos val="b"/>
        <c:numFmt formatCode="yyyy&quot;年&quot;mm&quot;月&quot;dd&quot;日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7375"/>
        <c:crosses val="autoZero"/>
        <c:auto val="0"/>
        <c:lblOffset val="100"/>
        <c:baseTimeUnit val="days"/>
        <c:majorUnit val="341"/>
        <c:majorTimeUnit val="days"/>
        <c:minorUnit val="341"/>
        <c:minorTimeUnit val="days"/>
      </c:dateAx>
      <c:valAx>
        <c:axId val="576337375"/>
        <c:scaling>
          <c:orientation val="minMax"/>
          <c:max val="1.04"/>
          <c:min val="1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6895"/>
        <c:crosses val="autoZero"/>
        <c:crossBetween val="between"/>
      </c:valAx>
      <c:dateAx>
        <c:axId val="482122159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crossAx val="576328255"/>
        <c:crosses val="autoZero"/>
        <c:auto val="1"/>
        <c:lblOffset val="100"/>
        <c:baseTimeUnit val="days"/>
      </c:dateAx>
      <c:valAx>
        <c:axId val="576328255"/>
        <c:scaling>
          <c:orientation val="minMax"/>
          <c:max val="0.05"/>
          <c:min val="0"/>
        </c:scaling>
        <c:delete val="0"/>
        <c:axPos val="r"/>
        <c:numFmt formatCode=";;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482122159"/>
        <c:crosses val="max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Hans-H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fba26bf-b417-4d2e-b3a3-23678d2fe3ea}"/>
      </c:ext>
    </c:extLst>
  </c:chart>
  <c:spPr>
    <a:solidFill>
      <a:srgbClr val="FFFFFF"/>
    </a:solidFill>
    <a:ln w="12700" cap="flat" cmpd="sng" algn="ctr">
      <a:noFill/>
      <a:prstDash val="solid"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  <a:endParaRPr lang="zh-Hans-HK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99999999999998E-2"/>
          <c:y val="0.16"/>
          <c:w val="0.79600000000000004"/>
          <c:h val="0.64571428571428602"/>
        </c:manualLayout>
      </c:layout>
      <c:lineChart>
        <c:grouping val="standard"/>
        <c:varyColors val="0"/>
        <c:ser>
          <c:idx val="0"/>
          <c:order val="0"/>
          <c:tx>
            <c:strRef>
              <c:f>交鑫致远6个月101号-单位净值</c:f>
              <c:strCache>
                <c:ptCount val="1"/>
                <c:pt idx="0">
                  <c:v>交鑫致远6个月101号-单位净值</c:v>
                </c:pt>
              </c:strCache>
            </c:strRef>
          </c:tx>
          <c:spPr>
            <a:ln w="28575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4A8-4366-9530-92452A0CE5B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A8-4366-9530-92452A0CE5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4A8-4366-9530-92452A0CE5B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A8-4366-9530-92452A0CE5B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4A8-4366-9530-92452A0CE5B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A8-4366-9530-92452A0CE5B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4A8-4366-9530-92452A0CE5B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A8-4366-9530-92452A0CE5B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4A8-4366-9530-92452A0CE5B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A8-4366-9530-92452A0CE5B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4A8-4366-9530-92452A0CE5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4A8-4366-9530-92452A0CE5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4A8-4366-9530-92452A0CE5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4A8-4366-9530-92452A0CE5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4A8-4366-9530-92452A0CE5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4A8-4366-9530-92452A0CE5B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4A8-4366-9530-92452A0CE5B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4A8-4366-9530-92452A0CE5B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4A8-4366-9530-92452A0CE5B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4A8-4366-9530-92452A0CE5B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4A8-4366-9530-92452A0CE5B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4A8-4366-9530-92452A0CE5B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4A8-4366-9530-92452A0CE5B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4A8-4366-9530-92452A0CE5B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4A8-4366-9530-92452A0CE5B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4A8-4366-9530-92452A0CE5B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4A8-4366-9530-92452A0CE5B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4A8-4366-9530-92452A0CE5B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4A8-4366-9530-92452A0CE5B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4A8-4366-9530-92452A0CE5B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04A8-4366-9530-92452A0CE5BD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04A8-4366-9530-92452A0CE5B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4A8-4366-9530-92452A0CE5BD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4A8-4366-9530-92452A0CE5BD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4A8-4366-9530-92452A0CE5BD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4A8-4366-9530-92452A0CE5BD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4A8-4366-9530-92452A0CE5BD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04A8-4366-9530-92452A0CE5BD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04A8-4366-9530-92452A0CE5BD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04A8-4366-9530-92452A0CE5BD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04A8-4366-9530-92452A0CE5BD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04A8-4366-9530-92452A0CE5BD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04A8-4366-9530-92452A0CE5BD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04A8-4366-9530-92452A0CE5BD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04A8-4366-9530-92452A0CE5BD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04A8-4366-9530-92452A0CE5BD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04A8-4366-9530-92452A0CE5BD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04A8-4366-9530-92452A0CE5BD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4A8-4366-9530-92452A0CE5BD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4A8-4366-9530-92452A0CE5BD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4A8-4366-9530-92452A0CE5BD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4A8-4366-9530-92452A0CE5BD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04A8-4366-9530-92452A0CE5BD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04A8-4366-9530-92452A0CE5BD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04A8-4366-9530-92452A0CE5BD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04A8-4366-9530-92452A0CE5BD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04A8-4366-9530-92452A0CE5BD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04A8-4366-9530-92452A0CE5BD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04A8-4366-9530-92452A0CE5BD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04A8-4366-9530-92452A0CE5BD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04A8-4366-9530-92452A0CE5BD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04A8-4366-9530-92452A0CE5BD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04A8-4366-9530-92452A0CE5BD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04A8-4366-9530-92452A0CE5BD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04A8-4366-9530-92452A0CE5BD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04A8-4366-9530-92452A0CE5BD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04A8-4366-9530-92452A0CE5BD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04A8-4366-9530-92452A0CE5BD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04A8-4366-9530-92452A0CE5BD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04A8-4366-9530-92452A0CE5BD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04A8-4366-9530-92452A0CE5BD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04A8-4366-9530-92452A0CE5BD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04A8-4366-9530-92452A0CE5BD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04A8-4366-9530-92452A0CE5BD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04A8-4366-9530-92452A0CE5BD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04A8-4366-9530-92452A0CE5BD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04A8-4366-9530-92452A0CE5BD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04A8-4366-9530-92452A0CE5BD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04A8-4366-9530-92452A0CE5BD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04A8-4366-9530-92452A0CE5BD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04A8-4366-9530-92452A0CE5BD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04A8-4366-9530-92452A0CE5BD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04A8-4366-9530-92452A0CE5BD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04A8-4366-9530-92452A0CE5BD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04A8-4366-9530-92452A0CE5BD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04A8-4366-9530-92452A0CE5BD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04A8-4366-9530-92452A0CE5BD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04A8-4366-9530-92452A0CE5BD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04A8-4366-9530-92452A0CE5BD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04A8-4366-9530-92452A0CE5BD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04A8-4366-9530-92452A0CE5BD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04A8-4366-9530-92452A0CE5BD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04A8-4366-9530-92452A0CE5BD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04A8-4366-9530-92452A0CE5BD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04A8-4366-9530-92452A0CE5BD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04A8-4366-9530-92452A0CE5BD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04A8-4366-9530-92452A0CE5BD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04A8-4366-9530-92452A0CE5BD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04A8-4366-9530-92452A0CE5BD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04A8-4366-9530-92452A0CE5BD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04A8-4366-9530-92452A0CE5BD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04A8-4366-9530-92452A0CE5BD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04A8-4366-9530-92452A0CE5BD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04A8-4366-9530-92452A0CE5BD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04A8-4366-9530-92452A0CE5BD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04A8-4366-9530-92452A0CE5BD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04A8-4366-9530-92452A0CE5BD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04A8-4366-9530-92452A0CE5BD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04A8-4366-9530-92452A0CE5BD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04A8-4366-9530-92452A0CE5BD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04A8-4366-9530-92452A0CE5BD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04A8-4366-9530-92452A0CE5BD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04A8-4366-9530-92452A0CE5BD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04A8-4366-9530-92452A0CE5BD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04A8-4366-9530-92452A0CE5BD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04A8-4366-9530-92452A0CE5BD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04A8-4366-9530-92452A0CE5BD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04A8-4366-9530-92452A0CE5BD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04A8-4366-9530-92452A0CE5BD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04A8-4366-9530-92452A0CE5BD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04A8-4366-9530-92452A0CE5BD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04A8-4366-9530-92452A0CE5BD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04A8-4366-9530-92452A0CE5BD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04A8-4366-9530-92452A0CE5BD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04A8-4366-9530-92452A0CE5BD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04A8-4366-9530-92452A0CE5BD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04A8-4366-9530-92452A0CE5BD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04A8-4366-9530-92452A0CE5BD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04A8-4366-9530-92452A0CE5BD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04A8-4366-9530-92452A0CE5BD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04A8-4366-9530-92452A0CE5BD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04A8-4366-9530-92452A0CE5BD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04A8-4366-9530-92452A0CE5BD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04A8-4366-9530-92452A0CE5BD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04A8-4366-9530-92452A0CE5BD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04A8-4366-9530-92452A0CE5BD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04A8-4366-9530-92452A0CE5BD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04A8-4366-9530-92452A0CE5BD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04A8-4366-9530-92452A0CE5BD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04A8-4366-9530-92452A0CE5BD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04A8-4366-9530-92452A0CE5BD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04A8-4366-9530-92452A0CE5BD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04A8-4366-9530-92452A0CE5BD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04A8-4366-9530-92452A0CE5BD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04A8-4366-9530-92452A0CE5BD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04A8-4366-9530-92452A0CE5BD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04A8-4366-9530-92452A0CE5BD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04A8-4366-9530-92452A0CE5BD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04A8-4366-9530-92452A0CE5BD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04A8-4366-9530-92452A0CE5BD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6-04A8-4366-9530-92452A0CE5BD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7-04A8-4366-9530-92452A0CE5BD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04A8-4366-9530-92452A0CE5BD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04A8-4366-9530-92452A0CE5BD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04A8-4366-9530-92452A0CE5BD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04A8-4366-9530-92452A0CE5BD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04A8-4366-9530-92452A0CE5BD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04A8-4366-9530-92452A0CE5BD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04A8-4366-9530-92452A0CE5BD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04A8-4366-9530-92452A0CE5BD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04A8-4366-9530-92452A0CE5BD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04A8-4366-9530-92452A0CE5BD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04A8-4366-9530-92452A0CE5BD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04A8-4366-9530-92452A0CE5BD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04A8-4366-9530-92452A0CE5BD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04A8-4366-9530-92452A0CE5BD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04A8-4366-9530-92452A0CE5BD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04A8-4366-9530-92452A0CE5BD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04A8-4366-9530-92452A0CE5BD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04A8-4366-9530-92452A0CE5BD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04A8-4366-9530-92452A0CE5BD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04A8-4366-9530-92452A0CE5BD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04A8-4366-9530-92452A0CE5BD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04A8-4366-9530-92452A0CE5BD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04A8-4366-9530-92452A0CE5BD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04A8-4366-9530-92452A0CE5BD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04A8-4366-9530-92452A0CE5BD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04A8-4366-9530-92452A0CE5BD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04A8-4366-9530-92452A0CE5BD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04A8-4366-9530-92452A0CE5BD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04A8-4366-9530-92452A0CE5BD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04A8-4366-9530-92452A0CE5BD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04A8-4366-9530-92452A0CE5BD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04A8-4366-9530-92452A0CE5BD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04A8-4366-9530-92452A0CE5BD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04A8-4366-9530-92452A0CE5BD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04A8-4366-9530-92452A0CE5BD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04A8-4366-9530-92452A0CE5BD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C-04A8-4366-9530-92452A0CE5BD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D-04A8-4366-9530-92452A0CE5BD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E-04A8-4366-9530-92452A0CE5BD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F-04A8-4366-9530-92452A0CE5BD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0-04A8-4366-9530-92452A0CE5BD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1-04A8-4366-9530-92452A0CE5BD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2-04A8-4366-9530-92452A0CE5BD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3-04A8-4366-9530-92452A0CE5BD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4-04A8-4366-9530-92452A0CE5BD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5-04A8-4366-9530-92452A0CE5BD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6-04A8-4366-9530-92452A0CE5BD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7-04A8-4366-9530-92452A0CE5BD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8-04A8-4366-9530-92452A0CE5BD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9-04A8-4366-9530-92452A0CE5BD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A-04A8-4366-9530-92452A0CE5BD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B-04A8-4366-9530-92452A0CE5BD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C-04A8-4366-9530-92452A0CE5BD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D-04A8-4366-9530-92452A0CE5BD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E-04A8-4366-9530-92452A0CE5BD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F-04A8-4366-9530-92452A0CE5BD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0-04A8-4366-9530-92452A0CE5BD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1-04A8-4366-9530-92452A0CE5BD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2-04A8-4366-9530-92452A0CE5BD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3-04A8-4366-9530-92452A0CE5BD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4-04A8-4366-9530-92452A0CE5BD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5-04A8-4366-9530-92452A0CE5BD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6-04A8-4366-9530-92452A0CE5BD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7-04A8-4366-9530-92452A0CE5BD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8-04A8-4366-9530-92452A0CE5BD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9-04A8-4366-9530-92452A0CE5BD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A-04A8-4366-9530-92452A0CE5BD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B-04A8-4366-9530-92452A0CE5BD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C-04A8-4366-9530-92452A0CE5BD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D-04A8-4366-9530-92452A0CE5BD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E-04A8-4366-9530-92452A0CE5BD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F-04A8-4366-9530-92452A0CE5BD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0-04A8-4366-9530-92452A0CE5BD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1-04A8-4366-9530-92452A0CE5BD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2-04A8-4366-9530-92452A0CE5BD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3-04A8-4366-9530-92452A0CE5BD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4-04A8-4366-9530-92452A0CE5BD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5-04A8-4366-9530-92452A0CE5BD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6-04A8-4366-9530-92452A0CE5BD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7-04A8-4366-9530-92452A0CE5BD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8-04A8-4366-9530-92452A0CE5BD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9-04A8-4366-9530-92452A0CE5BD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A-04A8-4366-9530-92452A0CE5BD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B-04A8-4366-9530-92452A0CE5BD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C-04A8-4366-9530-92452A0CE5BD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D-04A8-4366-9530-92452A0CE5BD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E-04A8-4366-9530-92452A0CE5BD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F-04A8-4366-9530-92452A0CE5BD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0-04A8-4366-9530-92452A0CE5BD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1-04A8-4366-9530-92452A0CE5BD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2-04A8-4366-9530-92452A0CE5BD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3-04A8-4366-9530-92452A0CE5BD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4-04A8-4366-9530-92452A0CE5BD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5-04A8-4366-9530-92452A0CE5BD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6-04A8-4366-9530-92452A0CE5BD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7-04A8-4366-9530-92452A0CE5BD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8-04A8-4366-9530-92452A0CE5BD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9-04A8-4366-9530-92452A0CE5BD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A-04A8-4366-9530-92452A0CE5BD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B-04A8-4366-9530-92452A0CE5BD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C-04A8-4366-9530-92452A0CE5BD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D-04A8-4366-9530-92452A0CE5BD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E-04A8-4366-9530-92452A0CE5BD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F-04A8-4366-9530-92452A0CE5BD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0-04A8-4366-9530-92452A0CE5BD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1-04A8-4366-9530-92452A0CE5BD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2-04A8-4366-9530-92452A0CE5BD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3-04A8-4366-9530-92452A0CE5BD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4-04A8-4366-9530-92452A0CE5BD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5-04A8-4366-9530-92452A0CE5BD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6-04A8-4366-9530-92452A0CE5BD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7-04A8-4366-9530-92452A0CE5BD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8-04A8-4366-9530-92452A0CE5BD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9-04A8-4366-9530-92452A0CE5BD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A-04A8-4366-9530-92452A0CE5BD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B-04A8-4366-9530-92452A0CE5BD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C-04A8-4366-9530-92452A0CE5BD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D-04A8-4366-9530-92452A0CE5BD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E-04A8-4366-9530-92452A0CE5BD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F-04A8-4366-9530-92452A0CE5BD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0-04A8-4366-9530-92452A0CE5BD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1-04A8-4366-9530-92452A0CE5BD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2-04A8-4366-9530-92452A0CE5BD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3-04A8-4366-9530-92452A0CE5BD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4-04A8-4366-9530-92452A0CE5BD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5-04A8-4366-9530-92452A0CE5BD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6-04A8-4366-9530-92452A0CE5BD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7-04A8-4366-9530-92452A0CE5BD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8-04A8-4366-9530-92452A0CE5BD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9-04A8-4366-9530-92452A0CE5BD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A-04A8-4366-9530-92452A0CE5BD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B-04A8-4366-9530-92452A0CE5BD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C-04A8-4366-9530-92452A0CE5BD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D-04A8-4366-9530-92452A0CE5BD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E-04A8-4366-9530-92452A0CE5BD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F-04A8-4366-9530-92452A0CE5BD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0-04A8-4366-9530-92452A0CE5BD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1-04A8-4366-9530-92452A0CE5BD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2-04A8-4366-9530-92452A0CE5BD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3-04A8-4366-9530-92452A0CE5BD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4-04A8-4366-9530-92452A0CE5BD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5-04A8-4366-9530-92452A0CE5BD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6-04A8-4366-9530-92452A0CE5BD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7-04A8-4366-9530-92452A0CE5BD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8-04A8-4366-9530-92452A0CE5BD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9-04A8-4366-9530-92452A0CE5BD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A-04A8-4366-9530-92452A0CE5BD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B-04A8-4366-9530-92452A0CE5BD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C-04A8-4366-9530-92452A0CE5BD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D-04A8-4366-9530-92452A0CE5BD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E-04A8-4366-9530-92452A0CE5BD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F-04A8-4366-9530-92452A0CE5BD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0-04A8-4366-9530-92452A0CE5BD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1-04A8-4366-9530-92452A0CE5BD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2-04A8-4366-9530-92452A0CE5BD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3-04A8-4366-9530-92452A0CE5BD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4-04A8-4366-9530-92452A0CE5BD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5-04A8-4366-9530-92452A0CE5BD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6-04A8-4366-9530-92452A0CE5BD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7-04A8-4366-9530-92452A0CE5BD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8-04A8-4366-9530-92452A0CE5BD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9-04A8-4366-9530-92452A0CE5BD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A-04A8-4366-9530-92452A0CE5BD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B-04A8-4366-9530-92452A0CE5BD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C-04A8-4366-9530-92452A0CE5BD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D-04A8-4366-9530-92452A0CE5BD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E-04A8-4366-9530-92452A0CE5BD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F-04A8-4366-9530-92452A0CE5BD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0-04A8-4366-9530-92452A0CE5BD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1-04A8-4366-9530-92452A0CE5BD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2-04A8-4366-9530-92452A0CE5BD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3-04A8-4366-9530-92452A0CE5BD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4-04A8-4366-9530-92452A0CE5BD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5-04A8-4366-9530-92452A0CE5BD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6-04A8-4366-9530-92452A0CE5BD}"/>
                </c:ext>
              </c:extLst>
            </c:dLbl>
            <c:dLbl>
              <c:idx val="3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7-04A8-4366-9530-92452A0CE5BD}"/>
                </c:ext>
              </c:extLst>
            </c:dLbl>
            <c:dLbl>
              <c:idx val="3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8-04A8-4366-9530-92452A0CE5BD}"/>
                </c:ext>
              </c:extLst>
            </c:dLbl>
            <c:dLbl>
              <c:idx val="329"/>
              <c:numFmt formatCode="0.0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49-04A8-4366-9530-92452A0CE5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'[20260624-产品一页通.xlsx]交鑫致远6个月101号'!$A$2:$A$331</c:f>
              <c:numCache>
                <c:formatCode>yyyy/mm/dd</c:formatCode>
                <c:ptCount val="330"/>
                <c:pt idx="0">
                  <c:v>45855</c:v>
                </c:pt>
                <c:pt idx="1">
                  <c:v>45856</c:v>
                </c:pt>
                <c:pt idx="2">
                  <c:v>45859</c:v>
                </c:pt>
                <c:pt idx="3">
                  <c:v>45860</c:v>
                </c:pt>
                <c:pt idx="4">
                  <c:v>45861</c:v>
                </c:pt>
                <c:pt idx="5">
                  <c:v>45862</c:v>
                </c:pt>
                <c:pt idx="6">
                  <c:v>45863</c:v>
                </c:pt>
                <c:pt idx="7">
                  <c:v>45866</c:v>
                </c:pt>
                <c:pt idx="8">
                  <c:v>45867</c:v>
                </c:pt>
                <c:pt idx="9">
                  <c:v>45868</c:v>
                </c:pt>
                <c:pt idx="10">
                  <c:v>45869</c:v>
                </c:pt>
                <c:pt idx="11">
                  <c:v>45870</c:v>
                </c:pt>
                <c:pt idx="12">
                  <c:v>45873</c:v>
                </c:pt>
                <c:pt idx="13">
                  <c:v>45874</c:v>
                </c:pt>
                <c:pt idx="14">
                  <c:v>45875</c:v>
                </c:pt>
                <c:pt idx="15">
                  <c:v>45876</c:v>
                </c:pt>
                <c:pt idx="16">
                  <c:v>45877</c:v>
                </c:pt>
                <c:pt idx="17">
                  <c:v>45880</c:v>
                </c:pt>
                <c:pt idx="18">
                  <c:v>45881</c:v>
                </c:pt>
                <c:pt idx="19">
                  <c:v>45882</c:v>
                </c:pt>
                <c:pt idx="20">
                  <c:v>45883</c:v>
                </c:pt>
                <c:pt idx="21">
                  <c:v>45884</c:v>
                </c:pt>
                <c:pt idx="22">
                  <c:v>45887</c:v>
                </c:pt>
                <c:pt idx="23">
                  <c:v>45888</c:v>
                </c:pt>
                <c:pt idx="24">
                  <c:v>45889</c:v>
                </c:pt>
                <c:pt idx="25">
                  <c:v>45890</c:v>
                </c:pt>
                <c:pt idx="26">
                  <c:v>45891</c:v>
                </c:pt>
                <c:pt idx="27">
                  <c:v>45894</c:v>
                </c:pt>
                <c:pt idx="28">
                  <c:v>45895</c:v>
                </c:pt>
                <c:pt idx="29">
                  <c:v>45896</c:v>
                </c:pt>
                <c:pt idx="30">
                  <c:v>45897</c:v>
                </c:pt>
                <c:pt idx="31">
                  <c:v>45898</c:v>
                </c:pt>
                <c:pt idx="32">
                  <c:v>45900</c:v>
                </c:pt>
                <c:pt idx="33">
                  <c:v>45901</c:v>
                </c:pt>
                <c:pt idx="34">
                  <c:v>45902</c:v>
                </c:pt>
                <c:pt idx="35">
                  <c:v>45903</c:v>
                </c:pt>
                <c:pt idx="36">
                  <c:v>45904</c:v>
                </c:pt>
                <c:pt idx="37">
                  <c:v>45905</c:v>
                </c:pt>
                <c:pt idx="38">
                  <c:v>45906</c:v>
                </c:pt>
                <c:pt idx="39">
                  <c:v>45907</c:v>
                </c:pt>
                <c:pt idx="40">
                  <c:v>45908</c:v>
                </c:pt>
                <c:pt idx="41">
                  <c:v>45909</c:v>
                </c:pt>
                <c:pt idx="42">
                  <c:v>45910</c:v>
                </c:pt>
                <c:pt idx="43">
                  <c:v>45911</c:v>
                </c:pt>
                <c:pt idx="44">
                  <c:v>45912</c:v>
                </c:pt>
                <c:pt idx="45">
                  <c:v>45913</c:v>
                </c:pt>
                <c:pt idx="46">
                  <c:v>45914</c:v>
                </c:pt>
                <c:pt idx="47">
                  <c:v>45915</c:v>
                </c:pt>
                <c:pt idx="48">
                  <c:v>45916</c:v>
                </c:pt>
                <c:pt idx="49">
                  <c:v>45917</c:v>
                </c:pt>
                <c:pt idx="50">
                  <c:v>45918</c:v>
                </c:pt>
                <c:pt idx="51">
                  <c:v>45919</c:v>
                </c:pt>
                <c:pt idx="52">
                  <c:v>45920</c:v>
                </c:pt>
                <c:pt idx="53">
                  <c:v>45921</c:v>
                </c:pt>
                <c:pt idx="54">
                  <c:v>45922</c:v>
                </c:pt>
                <c:pt idx="55">
                  <c:v>45923</c:v>
                </c:pt>
                <c:pt idx="56">
                  <c:v>45924</c:v>
                </c:pt>
                <c:pt idx="57">
                  <c:v>45925</c:v>
                </c:pt>
                <c:pt idx="58">
                  <c:v>45926</c:v>
                </c:pt>
                <c:pt idx="59">
                  <c:v>45927</c:v>
                </c:pt>
                <c:pt idx="60">
                  <c:v>45928</c:v>
                </c:pt>
                <c:pt idx="61">
                  <c:v>45929</c:v>
                </c:pt>
                <c:pt idx="62">
                  <c:v>45930</c:v>
                </c:pt>
                <c:pt idx="63">
                  <c:v>45931</c:v>
                </c:pt>
                <c:pt idx="64">
                  <c:v>45932</c:v>
                </c:pt>
                <c:pt idx="65">
                  <c:v>45933</c:v>
                </c:pt>
                <c:pt idx="66">
                  <c:v>45934</c:v>
                </c:pt>
                <c:pt idx="67">
                  <c:v>45935</c:v>
                </c:pt>
                <c:pt idx="68">
                  <c:v>45936</c:v>
                </c:pt>
                <c:pt idx="69">
                  <c:v>45937</c:v>
                </c:pt>
                <c:pt idx="70">
                  <c:v>45938</c:v>
                </c:pt>
                <c:pt idx="71">
                  <c:v>45939</c:v>
                </c:pt>
                <c:pt idx="72">
                  <c:v>45940</c:v>
                </c:pt>
                <c:pt idx="73">
                  <c:v>45941</c:v>
                </c:pt>
                <c:pt idx="74">
                  <c:v>45942</c:v>
                </c:pt>
                <c:pt idx="75">
                  <c:v>45943</c:v>
                </c:pt>
                <c:pt idx="76">
                  <c:v>45944</c:v>
                </c:pt>
                <c:pt idx="77">
                  <c:v>45945</c:v>
                </c:pt>
                <c:pt idx="78">
                  <c:v>45946</c:v>
                </c:pt>
                <c:pt idx="79">
                  <c:v>45947</c:v>
                </c:pt>
                <c:pt idx="80">
                  <c:v>45948</c:v>
                </c:pt>
                <c:pt idx="81">
                  <c:v>45949</c:v>
                </c:pt>
                <c:pt idx="82">
                  <c:v>45950</c:v>
                </c:pt>
                <c:pt idx="83">
                  <c:v>45951</c:v>
                </c:pt>
                <c:pt idx="84">
                  <c:v>45952</c:v>
                </c:pt>
                <c:pt idx="85">
                  <c:v>45953</c:v>
                </c:pt>
                <c:pt idx="86">
                  <c:v>45954</c:v>
                </c:pt>
                <c:pt idx="87">
                  <c:v>45955</c:v>
                </c:pt>
                <c:pt idx="88">
                  <c:v>45956</c:v>
                </c:pt>
                <c:pt idx="89">
                  <c:v>45957</c:v>
                </c:pt>
                <c:pt idx="90">
                  <c:v>45958</c:v>
                </c:pt>
                <c:pt idx="91">
                  <c:v>45959</c:v>
                </c:pt>
                <c:pt idx="92">
                  <c:v>45960</c:v>
                </c:pt>
                <c:pt idx="93">
                  <c:v>45961</c:v>
                </c:pt>
                <c:pt idx="94">
                  <c:v>45962</c:v>
                </c:pt>
                <c:pt idx="95">
                  <c:v>45963</c:v>
                </c:pt>
                <c:pt idx="96">
                  <c:v>45964</c:v>
                </c:pt>
                <c:pt idx="97">
                  <c:v>45965</c:v>
                </c:pt>
                <c:pt idx="98">
                  <c:v>45966</c:v>
                </c:pt>
                <c:pt idx="99">
                  <c:v>45967</c:v>
                </c:pt>
                <c:pt idx="100">
                  <c:v>45968</c:v>
                </c:pt>
                <c:pt idx="101">
                  <c:v>45969</c:v>
                </c:pt>
                <c:pt idx="102">
                  <c:v>45970</c:v>
                </c:pt>
                <c:pt idx="103">
                  <c:v>45971</c:v>
                </c:pt>
                <c:pt idx="104">
                  <c:v>45972</c:v>
                </c:pt>
                <c:pt idx="105">
                  <c:v>45973</c:v>
                </c:pt>
                <c:pt idx="106">
                  <c:v>45974</c:v>
                </c:pt>
                <c:pt idx="107">
                  <c:v>45975</c:v>
                </c:pt>
                <c:pt idx="108">
                  <c:v>45976</c:v>
                </c:pt>
                <c:pt idx="109">
                  <c:v>45977</c:v>
                </c:pt>
                <c:pt idx="110">
                  <c:v>45978</c:v>
                </c:pt>
                <c:pt idx="111">
                  <c:v>45979</c:v>
                </c:pt>
                <c:pt idx="112">
                  <c:v>45980</c:v>
                </c:pt>
                <c:pt idx="113">
                  <c:v>45981</c:v>
                </c:pt>
                <c:pt idx="114">
                  <c:v>45982</c:v>
                </c:pt>
                <c:pt idx="115">
                  <c:v>45983</c:v>
                </c:pt>
                <c:pt idx="116">
                  <c:v>45984</c:v>
                </c:pt>
                <c:pt idx="117">
                  <c:v>45985</c:v>
                </c:pt>
                <c:pt idx="118">
                  <c:v>45986</c:v>
                </c:pt>
                <c:pt idx="119">
                  <c:v>45987</c:v>
                </c:pt>
                <c:pt idx="120">
                  <c:v>45988</c:v>
                </c:pt>
                <c:pt idx="121">
                  <c:v>45989</c:v>
                </c:pt>
                <c:pt idx="122">
                  <c:v>45990</c:v>
                </c:pt>
                <c:pt idx="123">
                  <c:v>45991</c:v>
                </c:pt>
                <c:pt idx="124">
                  <c:v>45992</c:v>
                </c:pt>
                <c:pt idx="125">
                  <c:v>45993</c:v>
                </c:pt>
                <c:pt idx="126">
                  <c:v>45994</c:v>
                </c:pt>
                <c:pt idx="127">
                  <c:v>45995</c:v>
                </c:pt>
                <c:pt idx="128">
                  <c:v>45996</c:v>
                </c:pt>
                <c:pt idx="129">
                  <c:v>45997</c:v>
                </c:pt>
                <c:pt idx="130">
                  <c:v>45998</c:v>
                </c:pt>
                <c:pt idx="131">
                  <c:v>45999</c:v>
                </c:pt>
                <c:pt idx="132">
                  <c:v>46000</c:v>
                </c:pt>
                <c:pt idx="133">
                  <c:v>46001</c:v>
                </c:pt>
                <c:pt idx="134">
                  <c:v>46002</c:v>
                </c:pt>
                <c:pt idx="135">
                  <c:v>46003</c:v>
                </c:pt>
                <c:pt idx="136">
                  <c:v>46004</c:v>
                </c:pt>
                <c:pt idx="137">
                  <c:v>46005</c:v>
                </c:pt>
                <c:pt idx="138">
                  <c:v>46006</c:v>
                </c:pt>
                <c:pt idx="139">
                  <c:v>46007</c:v>
                </c:pt>
                <c:pt idx="140">
                  <c:v>46008</c:v>
                </c:pt>
                <c:pt idx="141">
                  <c:v>46009</c:v>
                </c:pt>
                <c:pt idx="142">
                  <c:v>46010</c:v>
                </c:pt>
                <c:pt idx="143">
                  <c:v>46011</c:v>
                </c:pt>
                <c:pt idx="144">
                  <c:v>46012</c:v>
                </c:pt>
                <c:pt idx="145">
                  <c:v>46013</c:v>
                </c:pt>
                <c:pt idx="146">
                  <c:v>46014</c:v>
                </c:pt>
                <c:pt idx="147">
                  <c:v>46015</c:v>
                </c:pt>
                <c:pt idx="148">
                  <c:v>46016</c:v>
                </c:pt>
                <c:pt idx="149">
                  <c:v>46017</c:v>
                </c:pt>
                <c:pt idx="150">
                  <c:v>46018</c:v>
                </c:pt>
                <c:pt idx="151">
                  <c:v>46019</c:v>
                </c:pt>
                <c:pt idx="152">
                  <c:v>46020</c:v>
                </c:pt>
                <c:pt idx="153">
                  <c:v>46021</c:v>
                </c:pt>
                <c:pt idx="154">
                  <c:v>46022</c:v>
                </c:pt>
                <c:pt idx="155">
                  <c:v>46023</c:v>
                </c:pt>
                <c:pt idx="156">
                  <c:v>46024</c:v>
                </c:pt>
                <c:pt idx="157">
                  <c:v>46025</c:v>
                </c:pt>
                <c:pt idx="158">
                  <c:v>46026</c:v>
                </c:pt>
                <c:pt idx="159">
                  <c:v>46027</c:v>
                </c:pt>
                <c:pt idx="160">
                  <c:v>46028</c:v>
                </c:pt>
                <c:pt idx="161">
                  <c:v>46029</c:v>
                </c:pt>
                <c:pt idx="162">
                  <c:v>46030</c:v>
                </c:pt>
                <c:pt idx="163">
                  <c:v>46031</c:v>
                </c:pt>
                <c:pt idx="164">
                  <c:v>46032</c:v>
                </c:pt>
                <c:pt idx="165">
                  <c:v>46033</c:v>
                </c:pt>
                <c:pt idx="166">
                  <c:v>46034</c:v>
                </c:pt>
                <c:pt idx="167">
                  <c:v>46035</c:v>
                </c:pt>
                <c:pt idx="168">
                  <c:v>46036</c:v>
                </c:pt>
                <c:pt idx="169">
                  <c:v>46037</c:v>
                </c:pt>
                <c:pt idx="170">
                  <c:v>46038</c:v>
                </c:pt>
                <c:pt idx="171">
                  <c:v>46039</c:v>
                </c:pt>
                <c:pt idx="172">
                  <c:v>46040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46046</c:v>
                </c:pt>
                <c:pt idx="179">
                  <c:v>46047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46053</c:v>
                </c:pt>
                <c:pt idx="186">
                  <c:v>46054</c:v>
                </c:pt>
                <c:pt idx="187">
                  <c:v>46055</c:v>
                </c:pt>
                <c:pt idx="188">
                  <c:v>46056</c:v>
                </c:pt>
                <c:pt idx="189">
                  <c:v>46057</c:v>
                </c:pt>
                <c:pt idx="190">
                  <c:v>46058</c:v>
                </c:pt>
                <c:pt idx="191">
                  <c:v>46059</c:v>
                </c:pt>
                <c:pt idx="192">
                  <c:v>46060</c:v>
                </c:pt>
                <c:pt idx="193">
                  <c:v>46061</c:v>
                </c:pt>
                <c:pt idx="194">
                  <c:v>46062</c:v>
                </c:pt>
                <c:pt idx="195">
                  <c:v>46063</c:v>
                </c:pt>
                <c:pt idx="196">
                  <c:v>46064</c:v>
                </c:pt>
                <c:pt idx="197">
                  <c:v>46065</c:v>
                </c:pt>
                <c:pt idx="198">
                  <c:v>46066</c:v>
                </c:pt>
                <c:pt idx="199">
                  <c:v>46067</c:v>
                </c:pt>
                <c:pt idx="200">
                  <c:v>46068</c:v>
                </c:pt>
                <c:pt idx="201">
                  <c:v>46069</c:v>
                </c:pt>
                <c:pt idx="202">
                  <c:v>46070</c:v>
                </c:pt>
                <c:pt idx="203">
                  <c:v>46071</c:v>
                </c:pt>
                <c:pt idx="204">
                  <c:v>46072</c:v>
                </c:pt>
                <c:pt idx="205">
                  <c:v>46073</c:v>
                </c:pt>
                <c:pt idx="206">
                  <c:v>46074</c:v>
                </c:pt>
                <c:pt idx="207">
                  <c:v>46075</c:v>
                </c:pt>
                <c:pt idx="208">
                  <c:v>46076</c:v>
                </c:pt>
                <c:pt idx="209">
                  <c:v>46077</c:v>
                </c:pt>
                <c:pt idx="210">
                  <c:v>46078</c:v>
                </c:pt>
                <c:pt idx="211">
                  <c:v>46079</c:v>
                </c:pt>
                <c:pt idx="212">
                  <c:v>46080</c:v>
                </c:pt>
                <c:pt idx="213">
                  <c:v>46081</c:v>
                </c:pt>
                <c:pt idx="214">
                  <c:v>46082</c:v>
                </c:pt>
                <c:pt idx="215">
                  <c:v>46083</c:v>
                </c:pt>
                <c:pt idx="216">
                  <c:v>46084</c:v>
                </c:pt>
                <c:pt idx="217">
                  <c:v>46085</c:v>
                </c:pt>
                <c:pt idx="218">
                  <c:v>46086</c:v>
                </c:pt>
                <c:pt idx="219">
                  <c:v>46087</c:v>
                </c:pt>
                <c:pt idx="220">
                  <c:v>46088</c:v>
                </c:pt>
                <c:pt idx="221">
                  <c:v>46089</c:v>
                </c:pt>
                <c:pt idx="222">
                  <c:v>46090</c:v>
                </c:pt>
                <c:pt idx="223">
                  <c:v>46091</c:v>
                </c:pt>
                <c:pt idx="224">
                  <c:v>46092</c:v>
                </c:pt>
                <c:pt idx="225">
                  <c:v>46093</c:v>
                </c:pt>
                <c:pt idx="226">
                  <c:v>46094</c:v>
                </c:pt>
                <c:pt idx="227">
                  <c:v>46095</c:v>
                </c:pt>
                <c:pt idx="228">
                  <c:v>46096</c:v>
                </c:pt>
                <c:pt idx="229">
                  <c:v>46097</c:v>
                </c:pt>
                <c:pt idx="230">
                  <c:v>46098</c:v>
                </c:pt>
                <c:pt idx="231">
                  <c:v>46099</c:v>
                </c:pt>
                <c:pt idx="232">
                  <c:v>46100</c:v>
                </c:pt>
                <c:pt idx="233">
                  <c:v>46101</c:v>
                </c:pt>
                <c:pt idx="234">
                  <c:v>46102</c:v>
                </c:pt>
                <c:pt idx="235">
                  <c:v>46103</c:v>
                </c:pt>
                <c:pt idx="236">
                  <c:v>46104</c:v>
                </c:pt>
                <c:pt idx="237">
                  <c:v>46105</c:v>
                </c:pt>
                <c:pt idx="238">
                  <c:v>46106</c:v>
                </c:pt>
                <c:pt idx="239">
                  <c:v>46107</c:v>
                </c:pt>
                <c:pt idx="240">
                  <c:v>46108</c:v>
                </c:pt>
                <c:pt idx="241">
                  <c:v>46109</c:v>
                </c:pt>
                <c:pt idx="242">
                  <c:v>46110</c:v>
                </c:pt>
                <c:pt idx="243">
                  <c:v>46111</c:v>
                </c:pt>
                <c:pt idx="244">
                  <c:v>46112</c:v>
                </c:pt>
                <c:pt idx="245">
                  <c:v>46113</c:v>
                </c:pt>
                <c:pt idx="246">
                  <c:v>46114</c:v>
                </c:pt>
                <c:pt idx="247">
                  <c:v>46115</c:v>
                </c:pt>
                <c:pt idx="248">
                  <c:v>46116</c:v>
                </c:pt>
                <c:pt idx="249">
                  <c:v>46117</c:v>
                </c:pt>
                <c:pt idx="250">
                  <c:v>46118</c:v>
                </c:pt>
                <c:pt idx="251">
                  <c:v>46119</c:v>
                </c:pt>
                <c:pt idx="252">
                  <c:v>46120</c:v>
                </c:pt>
                <c:pt idx="253">
                  <c:v>46121</c:v>
                </c:pt>
                <c:pt idx="254">
                  <c:v>46122</c:v>
                </c:pt>
                <c:pt idx="255">
                  <c:v>46123</c:v>
                </c:pt>
                <c:pt idx="256">
                  <c:v>46124</c:v>
                </c:pt>
                <c:pt idx="257">
                  <c:v>46125</c:v>
                </c:pt>
                <c:pt idx="258">
                  <c:v>46126</c:v>
                </c:pt>
                <c:pt idx="259">
                  <c:v>46127</c:v>
                </c:pt>
                <c:pt idx="260">
                  <c:v>46128</c:v>
                </c:pt>
                <c:pt idx="261">
                  <c:v>46129</c:v>
                </c:pt>
                <c:pt idx="262">
                  <c:v>46130</c:v>
                </c:pt>
                <c:pt idx="263">
                  <c:v>46131</c:v>
                </c:pt>
                <c:pt idx="264">
                  <c:v>46132</c:v>
                </c:pt>
                <c:pt idx="265">
                  <c:v>46133</c:v>
                </c:pt>
                <c:pt idx="266">
                  <c:v>46134</c:v>
                </c:pt>
                <c:pt idx="267">
                  <c:v>46135</c:v>
                </c:pt>
                <c:pt idx="268">
                  <c:v>46136</c:v>
                </c:pt>
                <c:pt idx="269">
                  <c:v>46137</c:v>
                </c:pt>
                <c:pt idx="270">
                  <c:v>46138</c:v>
                </c:pt>
                <c:pt idx="271">
                  <c:v>46139</c:v>
                </c:pt>
                <c:pt idx="272">
                  <c:v>46140</c:v>
                </c:pt>
                <c:pt idx="273">
                  <c:v>46141</c:v>
                </c:pt>
                <c:pt idx="274">
                  <c:v>46142</c:v>
                </c:pt>
                <c:pt idx="275">
                  <c:v>46143</c:v>
                </c:pt>
                <c:pt idx="276">
                  <c:v>46144</c:v>
                </c:pt>
                <c:pt idx="277">
                  <c:v>46145</c:v>
                </c:pt>
                <c:pt idx="278">
                  <c:v>46146</c:v>
                </c:pt>
                <c:pt idx="279">
                  <c:v>46147</c:v>
                </c:pt>
                <c:pt idx="280">
                  <c:v>46148</c:v>
                </c:pt>
                <c:pt idx="281">
                  <c:v>46149</c:v>
                </c:pt>
                <c:pt idx="282">
                  <c:v>46150</c:v>
                </c:pt>
                <c:pt idx="283">
                  <c:v>46151</c:v>
                </c:pt>
                <c:pt idx="284">
                  <c:v>46152</c:v>
                </c:pt>
                <c:pt idx="285">
                  <c:v>46153</c:v>
                </c:pt>
                <c:pt idx="286">
                  <c:v>46154</c:v>
                </c:pt>
                <c:pt idx="287">
                  <c:v>46155</c:v>
                </c:pt>
                <c:pt idx="288">
                  <c:v>46156</c:v>
                </c:pt>
                <c:pt idx="289">
                  <c:v>46157</c:v>
                </c:pt>
                <c:pt idx="290">
                  <c:v>46158</c:v>
                </c:pt>
                <c:pt idx="291">
                  <c:v>46159</c:v>
                </c:pt>
                <c:pt idx="292">
                  <c:v>46160</c:v>
                </c:pt>
                <c:pt idx="293">
                  <c:v>46161</c:v>
                </c:pt>
                <c:pt idx="294">
                  <c:v>46162</c:v>
                </c:pt>
                <c:pt idx="295">
                  <c:v>46163</c:v>
                </c:pt>
                <c:pt idx="296">
                  <c:v>46164</c:v>
                </c:pt>
                <c:pt idx="297">
                  <c:v>46165</c:v>
                </c:pt>
                <c:pt idx="298">
                  <c:v>46166</c:v>
                </c:pt>
                <c:pt idx="299">
                  <c:v>46167</c:v>
                </c:pt>
                <c:pt idx="300">
                  <c:v>46168</c:v>
                </c:pt>
                <c:pt idx="301">
                  <c:v>46169</c:v>
                </c:pt>
                <c:pt idx="302">
                  <c:v>46170</c:v>
                </c:pt>
                <c:pt idx="303">
                  <c:v>46171</c:v>
                </c:pt>
                <c:pt idx="304">
                  <c:v>46172</c:v>
                </c:pt>
                <c:pt idx="305">
                  <c:v>46173</c:v>
                </c:pt>
                <c:pt idx="306">
                  <c:v>46174</c:v>
                </c:pt>
                <c:pt idx="307">
                  <c:v>46175</c:v>
                </c:pt>
                <c:pt idx="308">
                  <c:v>46176</c:v>
                </c:pt>
                <c:pt idx="309">
                  <c:v>46177</c:v>
                </c:pt>
                <c:pt idx="310">
                  <c:v>46178</c:v>
                </c:pt>
                <c:pt idx="311">
                  <c:v>46179</c:v>
                </c:pt>
                <c:pt idx="312">
                  <c:v>46180</c:v>
                </c:pt>
                <c:pt idx="313">
                  <c:v>46181</c:v>
                </c:pt>
                <c:pt idx="314">
                  <c:v>46182</c:v>
                </c:pt>
                <c:pt idx="315">
                  <c:v>46183</c:v>
                </c:pt>
                <c:pt idx="316">
                  <c:v>46184</c:v>
                </c:pt>
                <c:pt idx="317">
                  <c:v>46185</c:v>
                </c:pt>
                <c:pt idx="318">
                  <c:v>46186</c:v>
                </c:pt>
                <c:pt idx="319">
                  <c:v>46187</c:v>
                </c:pt>
                <c:pt idx="320">
                  <c:v>46188</c:v>
                </c:pt>
                <c:pt idx="321">
                  <c:v>46189</c:v>
                </c:pt>
                <c:pt idx="322">
                  <c:v>46190</c:v>
                </c:pt>
                <c:pt idx="323">
                  <c:v>46191</c:v>
                </c:pt>
                <c:pt idx="324">
                  <c:v>46192</c:v>
                </c:pt>
                <c:pt idx="325">
                  <c:v>46193</c:v>
                </c:pt>
                <c:pt idx="326">
                  <c:v>46194</c:v>
                </c:pt>
                <c:pt idx="327">
                  <c:v>46195</c:v>
                </c:pt>
                <c:pt idx="328">
                  <c:v>46196</c:v>
                </c:pt>
                <c:pt idx="329">
                  <c:v>46197</c:v>
                </c:pt>
              </c:numCache>
            </c:numRef>
          </c:cat>
          <c:val>
            <c:numRef>
              <c:f>'[20260624-产品一页通.xlsx]交鑫致远6个月101号'!$D$2:$D$331</c:f>
              <c:numCache>
                <c:formatCode>0.0000</c:formatCode>
                <c:ptCount val="330"/>
                <c:pt idx="0">
                  <c:v>1.00005426</c:v>
                </c:pt>
                <c:pt idx="1">
                  <c:v>1.00012627</c:v>
                </c:pt>
                <c:pt idx="2">
                  <c:v>1.00028787</c:v>
                </c:pt>
                <c:pt idx="3">
                  <c:v>1.0003918599999999</c:v>
                </c:pt>
                <c:pt idx="4">
                  <c:v>1.00048044</c:v>
                </c:pt>
                <c:pt idx="5">
                  <c:v>1.0005512700000001</c:v>
                </c:pt>
                <c:pt idx="6">
                  <c:v>1.0006123099999999</c:v>
                </c:pt>
                <c:pt idx="7">
                  <c:v>1.0007995999999999</c:v>
                </c:pt>
                <c:pt idx="8">
                  <c:v>1.0008760299999999</c:v>
                </c:pt>
                <c:pt idx="9">
                  <c:v>1.0009884600000001</c:v>
                </c:pt>
                <c:pt idx="10">
                  <c:v>1.0010496</c:v>
                </c:pt>
                <c:pt idx="11">
                  <c:v>1.00116399</c:v>
                </c:pt>
                <c:pt idx="12">
                  <c:v>1.0013513199999999</c:v>
                </c:pt>
                <c:pt idx="13">
                  <c:v>1.0014276799999999</c:v>
                </c:pt>
                <c:pt idx="14">
                  <c:v>1.00152207</c:v>
                </c:pt>
                <c:pt idx="15">
                  <c:v>1.0016008000000001</c:v>
                </c:pt>
                <c:pt idx="16">
                  <c:v>1.00167954</c:v>
                </c:pt>
                <c:pt idx="17">
                  <c:v>1.00186664</c:v>
                </c:pt>
                <c:pt idx="18">
                  <c:v>1.00196072</c:v>
                </c:pt>
                <c:pt idx="19">
                  <c:v>1.0020371299999999</c:v>
                </c:pt>
                <c:pt idx="20">
                  <c:v>1.00211589</c:v>
                </c:pt>
                <c:pt idx="21">
                  <c:v>1.00219466</c:v>
                </c:pt>
                <c:pt idx="22">
                  <c:v>1.0023641599999999</c:v>
                </c:pt>
                <c:pt idx="23">
                  <c:v>1.0024580599999999</c:v>
                </c:pt>
                <c:pt idx="24">
                  <c:v>1.00253444</c:v>
                </c:pt>
                <c:pt idx="25">
                  <c:v>1.00260192</c:v>
                </c:pt>
                <c:pt idx="26">
                  <c:v>1.0026547699999999</c:v>
                </c:pt>
                <c:pt idx="27">
                  <c:v>1.00368017</c:v>
                </c:pt>
                <c:pt idx="28">
                  <c:v>1.00408104</c:v>
                </c:pt>
                <c:pt idx="29">
                  <c:v>1.00430592</c:v>
                </c:pt>
                <c:pt idx="30">
                  <c:v>1.00444008</c:v>
                </c:pt>
                <c:pt idx="31">
                  <c:v>1.0043020499999999</c:v>
                </c:pt>
                <c:pt idx="32">
                  <c:v>1.0043943799999999</c:v>
                </c:pt>
                <c:pt idx="33">
                  <c:v>1.00452853</c:v>
                </c:pt>
                <c:pt idx="34">
                  <c:v>1.0048840400000001</c:v>
                </c:pt>
                <c:pt idx="35">
                  <c:v>1.00492746</c:v>
                </c:pt>
                <c:pt idx="36">
                  <c:v>1.00501624</c:v>
                </c:pt>
                <c:pt idx="37">
                  <c:v>1.00510503</c:v>
                </c:pt>
                <c:pt idx="38">
                  <c:v>1.0051512</c:v>
                </c:pt>
                <c:pt idx="39">
                  <c:v>1.0051973599999999</c:v>
                </c:pt>
                <c:pt idx="40">
                  <c:v>1.0051500600000001</c:v>
                </c:pt>
                <c:pt idx="41">
                  <c:v>1.00536947</c:v>
                </c:pt>
                <c:pt idx="42">
                  <c:v>1.00536753</c:v>
                </c:pt>
                <c:pt idx="43">
                  <c:v>1.0051841399999999</c:v>
                </c:pt>
                <c:pt idx="44">
                  <c:v>1.00522757</c:v>
                </c:pt>
                <c:pt idx="45">
                  <c:v>1.0052737300000001</c:v>
                </c:pt>
                <c:pt idx="46">
                  <c:v>1.00531989</c:v>
                </c:pt>
                <c:pt idx="47">
                  <c:v>1.0053633200000001</c:v>
                </c:pt>
                <c:pt idx="48">
                  <c:v>1.0056280900000001</c:v>
                </c:pt>
                <c:pt idx="49">
                  <c:v>1.0057622399999999</c:v>
                </c:pt>
                <c:pt idx="50">
                  <c:v>1.00589496</c:v>
                </c:pt>
                <c:pt idx="51">
                  <c:v>1.0058915900000001</c:v>
                </c:pt>
                <c:pt idx="52">
                  <c:v>1.00593632</c:v>
                </c:pt>
                <c:pt idx="53">
                  <c:v>1.00598104</c:v>
                </c:pt>
                <c:pt idx="54">
                  <c:v>1.00588754</c:v>
                </c:pt>
                <c:pt idx="55">
                  <c:v>1.0060763399999999</c:v>
                </c:pt>
                <c:pt idx="56">
                  <c:v>1.0061307500000001</c:v>
                </c:pt>
                <c:pt idx="57">
                  <c:v>1.0061695799999999</c:v>
                </c:pt>
                <c:pt idx="58">
                  <c:v>1.00626046</c:v>
                </c:pt>
                <c:pt idx="59">
                  <c:v>1.0063116299999999</c:v>
                </c:pt>
                <c:pt idx="60">
                  <c:v>1.0065321599999999</c:v>
                </c:pt>
                <c:pt idx="61">
                  <c:v>1.00658333</c:v>
                </c:pt>
                <c:pt idx="62">
                  <c:v>1.0068543599999999</c:v>
                </c:pt>
                <c:pt idx="63">
                  <c:v>1.00690553</c:v>
                </c:pt>
                <c:pt idx="64">
                  <c:v>1.00695669</c:v>
                </c:pt>
                <c:pt idx="65">
                  <c:v>1.0070078600000001</c:v>
                </c:pt>
                <c:pt idx="66">
                  <c:v>1.00705902</c:v>
                </c:pt>
                <c:pt idx="67">
                  <c:v>1.0071101899999999</c:v>
                </c:pt>
                <c:pt idx="68">
                  <c:v>1.00716136</c:v>
                </c:pt>
                <c:pt idx="69">
                  <c:v>1.0072125199999999</c:v>
                </c:pt>
                <c:pt idx="70">
                  <c:v>1.00726369</c:v>
                </c:pt>
                <c:pt idx="71">
                  <c:v>1.0074147200000001</c:v>
                </c:pt>
                <c:pt idx="72">
                  <c:v>1.0076860000000001</c:v>
                </c:pt>
                <c:pt idx="73">
                  <c:v>1.0076755500000001</c:v>
                </c:pt>
                <c:pt idx="74">
                  <c:v>1.00772671</c:v>
                </c:pt>
                <c:pt idx="75">
                  <c:v>1.00777553</c:v>
                </c:pt>
                <c:pt idx="76">
                  <c:v>1.0079651000000001</c:v>
                </c:pt>
                <c:pt idx="77">
                  <c:v>1.0080369199999999</c:v>
                </c:pt>
                <c:pt idx="78">
                  <c:v>1.00812458</c:v>
                </c:pt>
                <c:pt idx="79">
                  <c:v>1.00825312</c:v>
                </c:pt>
                <c:pt idx="80">
                  <c:v>1.0083042900000001</c:v>
                </c:pt>
                <c:pt idx="81">
                  <c:v>1.00835545</c:v>
                </c:pt>
                <c:pt idx="82">
                  <c:v>1.0085861899999999</c:v>
                </c:pt>
                <c:pt idx="83">
                  <c:v>1.00862827</c:v>
                </c:pt>
                <c:pt idx="84">
                  <c:v>1.0087547699999999</c:v>
                </c:pt>
                <c:pt idx="85">
                  <c:v>1.00890374</c:v>
                </c:pt>
                <c:pt idx="86">
                  <c:v>1.0089914</c:v>
                </c:pt>
                <c:pt idx="87">
                  <c:v>1.0090425599999999</c:v>
                </c:pt>
                <c:pt idx="88">
                  <c:v>1.00909373</c:v>
                </c:pt>
                <c:pt idx="89">
                  <c:v>1.0089953700000001</c:v>
                </c:pt>
                <c:pt idx="90">
                  <c:v>1.0091560100000001</c:v>
                </c:pt>
                <c:pt idx="91">
                  <c:v>1.0095665199999999</c:v>
                </c:pt>
                <c:pt idx="92">
                  <c:v>1.00978806</c:v>
                </c:pt>
                <c:pt idx="93">
                  <c:v>1.01001199</c:v>
                </c:pt>
                <c:pt idx="94">
                  <c:v>1.01005521</c:v>
                </c:pt>
                <c:pt idx="95">
                  <c:v>1.01009843</c:v>
                </c:pt>
                <c:pt idx="96">
                  <c:v>1.0103554100000001</c:v>
                </c:pt>
                <c:pt idx="97">
                  <c:v>1.01045162</c:v>
                </c:pt>
                <c:pt idx="98">
                  <c:v>1.01048121</c:v>
                </c:pt>
                <c:pt idx="99">
                  <c:v>1.01058819</c:v>
                </c:pt>
                <c:pt idx="100">
                  <c:v>1.01052656</c:v>
                </c:pt>
                <c:pt idx="101">
                  <c:v>1.01056977</c:v>
                </c:pt>
                <c:pt idx="102">
                  <c:v>1.01061299</c:v>
                </c:pt>
                <c:pt idx="103">
                  <c:v>1.0105928099999999</c:v>
                </c:pt>
                <c:pt idx="104">
                  <c:v>1.0107910899999999</c:v>
                </c:pt>
                <c:pt idx="105">
                  <c:v>1.0110507099999999</c:v>
                </c:pt>
                <c:pt idx="106">
                  <c:v>1.0112572</c:v>
                </c:pt>
                <c:pt idx="107">
                  <c:v>1.0113485099999999</c:v>
                </c:pt>
                <c:pt idx="108">
                  <c:v>1.0113917299999999</c:v>
                </c:pt>
                <c:pt idx="109">
                  <c:v>1.01143494</c:v>
                </c:pt>
                <c:pt idx="110">
                  <c:v>1.01156219</c:v>
                </c:pt>
                <c:pt idx="111">
                  <c:v>1.0118215699999999</c:v>
                </c:pt>
                <c:pt idx="112">
                  <c:v>1.0118364099999999</c:v>
                </c:pt>
                <c:pt idx="113">
                  <c:v>1.01194246</c:v>
                </c:pt>
                <c:pt idx="114">
                  <c:v>1.01209981</c:v>
                </c:pt>
                <c:pt idx="115">
                  <c:v>1.0121430199999999</c:v>
                </c:pt>
                <c:pt idx="116">
                  <c:v>1.0121862399999999</c:v>
                </c:pt>
                <c:pt idx="117">
                  <c:v>1.0122966600000001</c:v>
                </c:pt>
                <c:pt idx="118">
                  <c:v>1.01239148</c:v>
                </c:pt>
                <c:pt idx="119">
                  <c:v>1.01245012</c:v>
                </c:pt>
                <c:pt idx="120">
                  <c:v>1.01229678</c:v>
                </c:pt>
                <c:pt idx="121">
                  <c:v>1.0123819000000001</c:v>
                </c:pt>
                <c:pt idx="122">
                  <c:v>1.0124264700000001</c:v>
                </c:pt>
                <c:pt idx="123">
                  <c:v>1.0124710400000001</c:v>
                </c:pt>
                <c:pt idx="124">
                  <c:v>1.0125680699999999</c:v>
                </c:pt>
                <c:pt idx="125">
                  <c:v>1.01283933</c:v>
                </c:pt>
                <c:pt idx="126">
                  <c:v>1.0128394000000001</c:v>
                </c:pt>
                <c:pt idx="127">
                  <c:v>1.01286711</c:v>
                </c:pt>
                <c:pt idx="128">
                  <c:v>1.01243533</c:v>
                </c:pt>
                <c:pt idx="129">
                  <c:v>1.01247989</c:v>
                </c:pt>
                <c:pt idx="130">
                  <c:v>1.0125244600000001</c:v>
                </c:pt>
                <c:pt idx="131">
                  <c:v>1.0128789899999999</c:v>
                </c:pt>
                <c:pt idx="132">
                  <c:v>1.0129492099999999</c:v>
                </c:pt>
                <c:pt idx="133">
                  <c:v>1.01327491</c:v>
                </c:pt>
                <c:pt idx="134">
                  <c:v>1.01355298</c:v>
                </c:pt>
                <c:pt idx="135">
                  <c:v>1.01396229</c:v>
                </c:pt>
                <c:pt idx="136">
                  <c:v>1.0140054300000001</c:v>
                </c:pt>
                <c:pt idx="137">
                  <c:v>1.0140485699999999</c:v>
                </c:pt>
                <c:pt idx="138">
                  <c:v>1.0139505</c:v>
                </c:pt>
                <c:pt idx="139">
                  <c:v>1.0137922699999999</c:v>
                </c:pt>
                <c:pt idx="140">
                  <c:v>1.0140674700000001</c:v>
                </c:pt>
                <c:pt idx="141">
                  <c:v>1.01444176</c:v>
                </c:pt>
                <c:pt idx="142">
                  <c:v>1.0147100600000001</c:v>
                </c:pt>
                <c:pt idx="143">
                  <c:v>1.0147531999999999</c:v>
                </c:pt>
                <c:pt idx="144">
                  <c:v>1.01479634</c:v>
                </c:pt>
                <c:pt idx="145">
                  <c:v>1.0153298100000001</c:v>
                </c:pt>
                <c:pt idx="146">
                  <c:v>1.01529198</c:v>
                </c:pt>
                <c:pt idx="147">
                  <c:v>1.01559647</c:v>
                </c:pt>
                <c:pt idx="148">
                  <c:v>1.01568444</c:v>
                </c:pt>
                <c:pt idx="149">
                  <c:v>1.0157276200000001</c:v>
                </c:pt>
                <c:pt idx="150">
                  <c:v>1.0157707600000001</c:v>
                </c:pt>
                <c:pt idx="151">
                  <c:v>1.01581389</c:v>
                </c:pt>
                <c:pt idx="152">
                  <c:v>1.01598261</c:v>
                </c:pt>
                <c:pt idx="153">
                  <c:v>1.01578934</c:v>
                </c:pt>
                <c:pt idx="154">
                  <c:v>1.0158456199999999</c:v>
                </c:pt>
                <c:pt idx="155">
                  <c:v>1.0158887599999999</c:v>
                </c:pt>
                <c:pt idx="156">
                  <c:v>1.0159319</c:v>
                </c:pt>
                <c:pt idx="157">
                  <c:v>1.0159750400000001</c:v>
                </c:pt>
                <c:pt idx="158">
                  <c:v>1.0158879199999999</c:v>
                </c:pt>
                <c:pt idx="159">
                  <c:v>1.0159198</c:v>
                </c:pt>
                <c:pt idx="160">
                  <c:v>1.01611345</c:v>
                </c:pt>
                <c:pt idx="161">
                  <c:v>1.0157299900000001</c:v>
                </c:pt>
                <c:pt idx="162">
                  <c:v>1.01568631</c:v>
                </c:pt>
                <c:pt idx="163">
                  <c:v>1.0159454400000001</c:v>
                </c:pt>
                <c:pt idx="164">
                  <c:v>1.0159953500000001</c:v>
                </c:pt>
                <c:pt idx="165">
                  <c:v>1.0160452600000001</c:v>
                </c:pt>
                <c:pt idx="166">
                  <c:v>1.0161061199999999</c:v>
                </c:pt>
                <c:pt idx="167">
                  <c:v>1.0164062199999999</c:v>
                </c:pt>
                <c:pt idx="168">
                  <c:v>1.0165226999999999</c:v>
                </c:pt>
                <c:pt idx="169">
                  <c:v>1.0167122900000001</c:v>
                </c:pt>
                <c:pt idx="170">
                  <c:v>1.01694818</c:v>
                </c:pt>
                <c:pt idx="171">
                  <c:v>1.01699809</c:v>
                </c:pt>
                <c:pt idx="172">
                  <c:v>1.017048</c:v>
                </c:pt>
                <c:pt idx="173">
                  <c:v>1.0172954000000001</c:v>
                </c:pt>
                <c:pt idx="174">
                  <c:v>1.01755058</c:v>
                </c:pt>
                <c:pt idx="175">
                  <c:v>1.01785897</c:v>
                </c:pt>
                <c:pt idx="176">
                  <c:v>1.0180133899999999</c:v>
                </c:pt>
                <c:pt idx="177">
                  <c:v>1.0180432500000001</c:v>
                </c:pt>
                <c:pt idx="178">
                  <c:v>1.0180931600000001</c:v>
                </c:pt>
                <c:pt idx="179">
                  <c:v>1.01814307</c:v>
                </c:pt>
                <c:pt idx="180">
                  <c:v>1.0183207299999999</c:v>
                </c:pt>
                <c:pt idx="181">
                  <c:v>1.0185721299999999</c:v>
                </c:pt>
                <c:pt idx="182">
                  <c:v>1.01860039</c:v>
                </c:pt>
                <c:pt idx="183">
                  <c:v>1.0187132999999999</c:v>
                </c:pt>
                <c:pt idx="184">
                  <c:v>1.01882245</c:v>
                </c:pt>
                <c:pt idx="185">
                  <c:v>1.0188727</c:v>
                </c:pt>
                <c:pt idx="186">
                  <c:v>1.01892296</c:v>
                </c:pt>
                <c:pt idx="187">
                  <c:v>1.0189689500000001</c:v>
                </c:pt>
                <c:pt idx="188">
                  <c:v>1.01915383</c:v>
                </c:pt>
                <c:pt idx="189">
                  <c:v>1.01923564</c:v>
                </c:pt>
                <c:pt idx="190">
                  <c:v>1.01938379</c:v>
                </c:pt>
                <c:pt idx="191">
                  <c:v>1.0196325799999999</c:v>
                </c:pt>
                <c:pt idx="192">
                  <c:v>1.01968284</c:v>
                </c:pt>
                <c:pt idx="193">
                  <c:v>1.0197330899999999</c:v>
                </c:pt>
                <c:pt idx="194">
                  <c:v>1.0199434999999999</c:v>
                </c:pt>
                <c:pt idx="195">
                  <c:v>1.0201642550000001</c:v>
                </c:pt>
                <c:pt idx="196">
                  <c:v>1.02038501</c:v>
                </c:pt>
                <c:pt idx="197">
                  <c:v>1.0204694700000001</c:v>
                </c:pt>
                <c:pt idx="198">
                  <c:v>1.02060138</c:v>
                </c:pt>
                <c:pt idx="199">
                  <c:v>1.0206963600000001</c:v>
                </c:pt>
                <c:pt idx="200">
                  <c:v>1.0207410800000001</c:v>
                </c:pt>
                <c:pt idx="201">
                  <c:v>1.0207858000000001</c:v>
                </c:pt>
                <c:pt idx="202">
                  <c:v>1.0208305200000001</c:v>
                </c:pt>
                <c:pt idx="203">
                  <c:v>1.0208752400000001</c:v>
                </c:pt>
                <c:pt idx="204">
                  <c:v>1.02091997</c:v>
                </c:pt>
                <c:pt idx="205">
                  <c:v>1.02096469</c:v>
                </c:pt>
                <c:pt idx="206">
                  <c:v>1.02100941</c:v>
                </c:pt>
                <c:pt idx="207">
                  <c:v>1.02105413</c:v>
                </c:pt>
                <c:pt idx="208">
                  <c:v>1.02109885</c:v>
                </c:pt>
                <c:pt idx="209">
                  <c:v>1.0211519200000001</c:v>
                </c:pt>
                <c:pt idx="210">
                  <c:v>1.02169562</c:v>
                </c:pt>
                <c:pt idx="211">
                  <c:v>1.0216022300000001</c:v>
                </c:pt>
                <c:pt idx="212">
                  <c:v>1.0216705699999999</c:v>
                </c:pt>
                <c:pt idx="213">
                  <c:v>1.0218519399999999</c:v>
                </c:pt>
                <c:pt idx="214">
                  <c:v>1.0218983699999999</c:v>
                </c:pt>
                <c:pt idx="215">
                  <c:v>1.0219528200000001</c:v>
                </c:pt>
                <c:pt idx="216">
                  <c:v>1.02237584</c:v>
                </c:pt>
                <c:pt idx="217">
                  <c:v>1.02253247</c:v>
                </c:pt>
                <c:pt idx="218">
                  <c:v>1.02264344</c:v>
                </c:pt>
                <c:pt idx="219">
                  <c:v>1.02279516</c:v>
                </c:pt>
                <c:pt idx="220">
                  <c:v>1.0228415900000001</c:v>
                </c:pt>
                <c:pt idx="221">
                  <c:v>1.02288801</c:v>
                </c:pt>
                <c:pt idx="222">
                  <c:v>1.0230341599999999</c:v>
                </c:pt>
                <c:pt idx="223">
                  <c:v>1.0230366200000001</c:v>
                </c:pt>
                <c:pt idx="224">
                  <c:v>1.02317309</c:v>
                </c:pt>
                <c:pt idx="225">
                  <c:v>1.0232686</c:v>
                </c:pt>
                <c:pt idx="226">
                  <c:v>1.02341463</c:v>
                </c:pt>
                <c:pt idx="227">
                  <c:v>1.0234610500000001</c:v>
                </c:pt>
                <c:pt idx="228">
                  <c:v>1.0235074799999999</c:v>
                </c:pt>
                <c:pt idx="229">
                  <c:v>1.0236333099999999</c:v>
                </c:pt>
                <c:pt idx="230">
                  <c:v>1.0236928599999999</c:v>
                </c:pt>
                <c:pt idx="231">
                  <c:v>1.0238719700000001</c:v>
                </c:pt>
                <c:pt idx="232">
                  <c:v>1.0241977600000001</c:v>
                </c:pt>
                <c:pt idx="233">
                  <c:v>1.0243685199999999</c:v>
                </c:pt>
                <c:pt idx="234">
                  <c:v>1.0244149499999999</c:v>
                </c:pt>
                <c:pt idx="235">
                  <c:v>1.02446137</c:v>
                </c:pt>
                <c:pt idx="236">
                  <c:v>1.02448267</c:v>
                </c:pt>
                <c:pt idx="237">
                  <c:v>1.0246057900000001</c:v>
                </c:pt>
                <c:pt idx="238">
                  <c:v>1.02502472</c:v>
                </c:pt>
                <c:pt idx="239">
                  <c:v>1.0251679499999999</c:v>
                </c:pt>
                <c:pt idx="240">
                  <c:v>1.0253357700000001</c:v>
                </c:pt>
                <c:pt idx="241">
                  <c:v>1.0253835</c:v>
                </c:pt>
                <c:pt idx="242">
                  <c:v>1.0254312299999999</c:v>
                </c:pt>
                <c:pt idx="243">
                  <c:v>1.0255386</c:v>
                </c:pt>
                <c:pt idx="244">
                  <c:v>1.0258927099999999</c:v>
                </c:pt>
                <c:pt idx="245">
                  <c:v>1.0259004</c:v>
                </c:pt>
                <c:pt idx="246">
                  <c:v>1.02588005</c:v>
                </c:pt>
                <c:pt idx="247">
                  <c:v>1.02591967</c:v>
                </c:pt>
                <c:pt idx="248">
                  <c:v>1.0259674000000001</c:v>
                </c:pt>
                <c:pt idx="249">
                  <c:v>1.0260151399999999</c:v>
                </c:pt>
                <c:pt idx="250">
                  <c:v>1.0260628700000001</c:v>
                </c:pt>
                <c:pt idx="251">
                  <c:v>1.02718632</c:v>
                </c:pt>
                <c:pt idx="252">
                  <c:v>1.0274747200000001</c:v>
                </c:pt>
                <c:pt idx="253">
                  <c:v>1.02762267</c:v>
                </c:pt>
                <c:pt idx="254">
                  <c:v>1.0277445999999999</c:v>
                </c:pt>
                <c:pt idx="255">
                  <c:v>1.0277906999999999</c:v>
                </c:pt>
                <c:pt idx="256">
                  <c:v>1.0278368</c:v>
                </c:pt>
                <c:pt idx="257">
                  <c:v>1.02797246</c:v>
                </c:pt>
                <c:pt idx="258">
                  <c:v>1.0282218700000001</c:v>
                </c:pt>
                <c:pt idx="259">
                  <c:v>1.0283893200000001</c:v>
                </c:pt>
                <c:pt idx="260">
                  <c:v>1.02851391</c:v>
                </c:pt>
                <c:pt idx="261">
                  <c:v>1.0285718800000001</c:v>
                </c:pt>
                <c:pt idx="262">
                  <c:v>1.0286179799999999</c:v>
                </c:pt>
                <c:pt idx="263">
                  <c:v>1.02866408</c:v>
                </c:pt>
                <c:pt idx="264">
                  <c:v>1.02893429</c:v>
                </c:pt>
                <c:pt idx="265">
                  <c:v>1.0291428600000001</c:v>
                </c:pt>
                <c:pt idx="266">
                  <c:v>1.02930079</c:v>
                </c:pt>
                <c:pt idx="267">
                  <c:v>1.0294608999999999</c:v>
                </c:pt>
                <c:pt idx="268">
                  <c:v>1.0294888499999999</c:v>
                </c:pt>
                <c:pt idx="269">
                  <c:v>1.0295349499999999</c:v>
                </c:pt>
                <c:pt idx="270">
                  <c:v>1.02958105</c:v>
                </c:pt>
                <c:pt idx="271">
                  <c:v>1.0296005800000001</c:v>
                </c:pt>
                <c:pt idx="272">
                  <c:v>1.02960184</c:v>
                </c:pt>
                <c:pt idx="273">
                  <c:v>1.0298051500000001</c:v>
                </c:pt>
                <c:pt idx="274">
                  <c:v>1.03001762</c:v>
                </c:pt>
                <c:pt idx="275">
                  <c:v>1.03005313</c:v>
                </c:pt>
                <c:pt idx="276">
                  <c:v>1.03008864</c:v>
                </c:pt>
                <c:pt idx="277">
                  <c:v>1.03012416</c:v>
                </c:pt>
                <c:pt idx="278">
                  <c:v>1.03015967</c:v>
                </c:pt>
                <c:pt idx="279">
                  <c:v>1.03019518</c:v>
                </c:pt>
                <c:pt idx="280">
                  <c:v>1.03024878</c:v>
                </c:pt>
                <c:pt idx="281">
                  <c:v>1.03047209</c:v>
                </c:pt>
                <c:pt idx="282">
                  <c:v>1.0306301099999999</c:v>
                </c:pt>
                <c:pt idx="283">
                  <c:v>1.0308168600000001</c:v>
                </c:pt>
                <c:pt idx="284">
                  <c:v>1.0308523700000001</c:v>
                </c:pt>
                <c:pt idx="285">
                  <c:v>1.03091244</c:v>
                </c:pt>
                <c:pt idx="286">
                  <c:v>1.03121273</c:v>
                </c:pt>
                <c:pt idx="287">
                  <c:v>1.0313916000000001</c:v>
                </c:pt>
                <c:pt idx="288">
                  <c:v>1.0315419699999999</c:v>
                </c:pt>
                <c:pt idx="289">
                  <c:v>1.03153454</c:v>
                </c:pt>
                <c:pt idx="290">
                  <c:v>1.03157005</c:v>
                </c:pt>
                <c:pt idx="291">
                  <c:v>1.03160556</c:v>
                </c:pt>
                <c:pt idx="292">
                  <c:v>1.0316290800000001</c:v>
                </c:pt>
                <c:pt idx="293">
                  <c:v>1.03189514</c:v>
                </c:pt>
                <c:pt idx="294">
                  <c:v>1.0321167</c:v>
                </c:pt>
                <c:pt idx="295">
                  <c:v>1.03222657</c:v>
                </c:pt>
                <c:pt idx="296">
                  <c:v>1.03230172</c:v>
                </c:pt>
                <c:pt idx="297">
                  <c:v>1.0323359700000001</c:v>
                </c:pt>
                <c:pt idx="298">
                  <c:v>1.03237022</c:v>
                </c:pt>
                <c:pt idx="299">
                  <c:v>1.0324594199999999</c:v>
                </c:pt>
                <c:pt idx="300">
                  <c:v>1.0327530899999999</c:v>
                </c:pt>
                <c:pt idx="301">
                  <c:v>1.03293904</c:v>
                </c:pt>
                <c:pt idx="302">
                  <c:v>1.03322008</c:v>
                </c:pt>
                <c:pt idx="303">
                  <c:v>1.03338712</c:v>
                </c:pt>
                <c:pt idx="304">
                  <c:v>1.0334254300000001</c:v>
                </c:pt>
                <c:pt idx="305">
                  <c:v>1.0334637499999999</c:v>
                </c:pt>
                <c:pt idx="306">
                  <c:v>1.03358386</c:v>
                </c:pt>
                <c:pt idx="307">
                  <c:v>1.0337859700000001</c:v>
                </c:pt>
                <c:pt idx="308">
                  <c:v>1.0339032100000001</c:v>
                </c:pt>
                <c:pt idx="309">
                  <c:v>1.0339147799999999</c:v>
                </c:pt>
                <c:pt idx="310">
                  <c:v>1.0340723199999999</c:v>
                </c:pt>
                <c:pt idx="311">
                  <c:v>1.03411064</c:v>
                </c:pt>
                <c:pt idx="312">
                  <c:v>1.0341489500000001</c:v>
                </c:pt>
                <c:pt idx="313">
                  <c:v>1.03417548</c:v>
                </c:pt>
                <c:pt idx="314">
                  <c:v>1.03423479</c:v>
                </c:pt>
                <c:pt idx="315">
                  <c:v>1.03426595</c:v>
                </c:pt>
                <c:pt idx="316">
                  <c:v>1.0342601300000001</c:v>
                </c:pt>
                <c:pt idx="317">
                  <c:v>1.0342785299999999</c:v>
                </c:pt>
                <c:pt idx="318">
                  <c:v>1.03431685</c:v>
                </c:pt>
                <c:pt idx="319">
                  <c:v>1.0343551600000001</c:v>
                </c:pt>
                <c:pt idx="320">
                  <c:v>1.0344667000000001</c:v>
                </c:pt>
                <c:pt idx="321">
                  <c:v>1.0346620600000001</c:v>
                </c:pt>
                <c:pt idx="322">
                  <c:v>1.03487584</c:v>
                </c:pt>
                <c:pt idx="323">
                  <c:v>1.0350543400000001</c:v>
                </c:pt>
                <c:pt idx="324">
                  <c:v>1.0350926499999999</c:v>
                </c:pt>
                <c:pt idx="325">
                  <c:v>1.03513096</c:v>
                </c:pt>
                <c:pt idx="326">
                  <c:v>1.03517032</c:v>
                </c:pt>
                <c:pt idx="327">
                  <c:v>1.0353375300000001</c:v>
                </c:pt>
                <c:pt idx="328">
                  <c:v>1.0355585300000001</c:v>
                </c:pt>
                <c:pt idx="329">
                  <c:v>1.0355366100000001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4A-04A8-4366-9530-92452A0CE5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39295"/>
        <c:axId val="576342175"/>
      </c:lineChart>
      <c:lineChart>
        <c:grouping val="standard"/>
        <c:varyColors val="0"/>
        <c:ser>
          <c:idx val="1"/>
          <c:order val="1"/>
          <c:tx>
            <c:strRef>
              <c:f>交鑫致远6个月101号-成立以来年化收益率</c:f>
              <c:strCache>
                <c:ptCount val="1"/>
                <c:pt idx="0">
                  <c:v>交鑫致远6个月101号-成立以来年化收益率</c:v>
                </c:pt>
              </c:strCache>
            </c:strRef>
          </c:tx>
          <c:spPr>
            <a:ln w="28575" cap="rnd" cmpd="sng" algn="ctr">
              <a:solidFill>
                <a:srgbClr val="B29A73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B-04A8-4366-9530-92452A0CE5B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C-04A8-4366-9530-92452A0CE5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D-04A8-4366-9530-92452A0CE5B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E-04A8-4366-9530-92452A0CE5B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F-04A8-4366-9530-92452A0CE5B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0-04A8-4366-9530-92452A0CE5B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1-04A8-4366-9530-92452A0CE5B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2-04A8-4366-9530-92452A0CE5B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3-04A8-4366-9530-92452A0CE5B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4-04A8-4366-9530-92452A0CE5B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5-04A8-4366-9530-92452A0CE5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6-04A8-4366-9530-92452A0CE5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7-04A8-4366-9530-92452A0CE5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8-04A8-4366-9530-92452A0CE5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9-04A8-4366-9530-92452A0CE5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A-04A8-4366-9530-92452A0CE5B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B-04A8-4366-9530-92452A0CE5B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C-04A8-4366-9530-92452A0CE5B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D-04A8-4366-9530-92452A0CE5B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E-04A8-4366-9530-92452A0CE5B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F-04A8-4366-9530-92452A0CE5B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0-04A8-4366-9530-92452A0CE5B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1-04A8-4366-9530-92452A0CE5B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2-04A8-4366-9530-92452A0CE5B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3-04A8-4366-9530-92452A0CE5B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4-04A8-4366-9530-92452A0CE5B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5-04A8-4366-9530-92452A0CE5B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6-04A8-4366-9530-92452A0CE5B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7-04A8-4366-9530-92452A0CE5B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8-04A8-4366-9530-92452A0CE5B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9-04A8-4366-9530-92452A0CE5BD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A-04A8-4366-9530-92452A0CE5B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B-04A8-4366-9530-92452A0CE5BD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C-04A8-4366-9530-92452A0CE5BD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D-04A8-4366-9530-92452A0CE5BD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E-04A8-4366-9530-92452A0CE5BD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F-04A8-4366-9530-92452A0CE5BD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0-04A8-4366-9530-92452A0CE5BD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1-04A8-4366-9530-92452A0CE5BD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2-04A8-4366-9530-92452A0CE5BD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3-04A8-4366-9530-92452A0CE5BD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4-04A8-4366-9530-92452A0CE5BD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5-04A8-4366-9530-92452A0CE5BD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6-04A8-4366-9530-92452A0CE5BD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7-04A8-4366-9530-92452A0CE5BD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8-04A8-4366-9530-92452A0CE5BD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9-04A8-4366-9530-92452A0CE5BD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A-04A8-4366-9530-92452A0CE5BD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B-04A8-4366-9530-92452A0CE5BD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C-04A8-4366-9530-92452A0CE5BD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D-04A8-4366-9530-92452A0CE5BD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E-04A8-4366-9530-92452A0CE5BD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F-04A8-4366-9530-92452A0CE5BD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0-04A8-4366-9530-92452A0CE5BD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1-04A8-4366-9530-92452A0CE5BD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2-04A8-4366-9530-92452A0CE5BD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3-04A8-4366-9530-92452A0CE5BD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4-04A8-4366-9530-92452A0CE5BD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5-04A8-4366-9530-92452A0CE5BD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6-04A8-4366-9530-92452A0CE5BD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7-04A8-4366-9530-92452A0CE5BD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8-04A8-4366-9530-92452A0CE5BD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9-04A8-4366-9530-92452A0CE5BD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A-04A8-4366-9530-92452A0CE5BD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B-04A8-4366-9530-92452A0CE5BD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C-04A8-4366-9530-92452A0CE5BD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D-04A8-4366-9530-92452A0CE5BD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E-04A8-4366-9530-92452A0CE5BD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F-04A8-4366-9530-92452A0CE5BD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0-04A8-4366-9530-92452A0CE5BD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1-04A8-4366-9530-92452A0CE5BD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2-04A8-4366-9530-92452A0CE5BD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3-04A8-4366-9530-92452A0CE5BD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4-04A8-4366-9530-92452A0CE5BD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5-04A8-4366-9530-92452A0CE5BD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6-04A8-4366-9530-92452A0CE5BD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7-04A8-4366-9530-92452A0CE5BD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8-04A8-4366-9530-92452A0CE5BD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9-04A8-4366-9530-92452A0CE5BD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A-04A8-4366-9530-92452A0CE5BD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B-04A8-4366-9530-92452A0CE5BD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C-04A8-4366-9530-92452A0CE5BD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D-04A8-4366-9530-92452A0CE5BD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E-04A8-4366-9530-92452A0CE5BD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F-04A8-4366-9530-92452A0CE5BD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0-04A8-4366-9530-92452A0CE5BD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1-04A8-4366-9530-92452A0CE5BD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2-04A8-4366-9530-92452A0CE5BD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3-04A8-4366-9530-92452A0CE5BD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4-04A8-4366-9530-92452A0CE5BD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5-04A8-4366-9530-92452A0CE5BD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6-04A8-4366-9530-92452A0CE5BD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7-04A8-4366-9530-92452A0CE5BD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8-04A8-4366-9530-92452A0CE5BD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9-04A8-4366-9530-92452A0CE5BD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A-04A8-4366-9530-92452A0CE5BD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B-04A8-4366-9530-92452A0CE5BD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C-04A8-4366-9530-92452A0CE5BD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D-04A8-4366-9530-92452A0CE5BD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E-04A8-4366-9530-92452A0CE5BD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F-04A8-4366-9530-92452A0CE5BD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0-04A8-4366-9530-92452A0CE5BD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1-04A8-4366-9530-92452A0CE5BD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2-04A8-4366-9530-92452A0CE5BD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3-04A8-4366-9530-92452A0CE5BD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4-04A8-4366-9530-92452A0CE5BD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5-04A8-4366-9530-92452A0CE5BD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6-04A8-4366-9530-92452A0CE5BD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7-04A8-4366-9530-92452A0CE5BD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8-04A8-4366-9530-92452A0CE5BD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9-04A8-4366-9530-92452A0CE5BD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A-04A8-4366-9530-92452A0CE5BD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B-04A8-4366-9530-92452A0CE5BD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C-04A8-4366-9530-92452A0CE5BD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D-04A8-4366-9530-92452A0CE5BD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E-04A8-4366-9530-92452A0CE5BD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F-04A8-4366-9530-92452A0CE5BD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0-04A8-4366-9530-92452A0CE5BD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1-04A8-4366-9530-92452A0CE5BD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2-04A8-4366-9530-92452A0CE5BD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3-04A8-4366-9530-92452A0CE5BD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4-04A8-4366-9530-92452A0CE5BD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5-04A8-4366-9530-92452A0CE5BD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6-04A8-4366-9530-92452A0CE5BD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7-04A8-4366-9530-92452A0CE5BD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8-04A8-4366-9530-92452A0CE5BD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9-04A8-4366-9530-92452A0CE5BD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A-04A8-4366-9530-92452A0CE5BD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B-04A8-4366-9530-92452A0CE5BD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C-04A8-4366-9530-92452A0CE5BD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D-04A8-4366-9530-92452A0CE5BD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E-04A8-4366-9530-92452A0CE5BD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F-04A8-4366-9530-92452A0CE5BD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0-04A8-4366-9530-92452A0CE5BD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1-04A8-4366-9530-92452A0CE5BD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2-04A8-4366-9530-92452A0CE5BD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3-04A8-4366-9530-92452A0CE5BD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4-04A8-4366-9530-92452A0CE5BD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5-04A8-4366-9530-92452A0CE5BD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6-04A8-4366-9530-92452A0CE5BD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7-04A8-4366-9530-92452A0CE5BD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8-04A8-4366-9530-92452A0CE5BD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9-04A8-4366-9530-92452A0CE5BD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A-04A8-4366-9530-92452A0CE5BD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B-04A8-4366-9530-92452A0CE5BD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C-04A8-4366-9530-92452A0CE5BD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D-04A8-4366-9530-92452A0CE5BD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E-04A8-4366-9530-92452A0CE5BD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F-04A8-4366-9530-92452A0CE5BD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0-04A8-4366-9530-92452A0CE5BD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1-04A8-4366-9530-92452A0CE5BD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2-04A8-4366-9530-92452A0CE5BD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3-04A8-4366-9530-92452A0CE5BD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4-04A8-4366-9530-92452A0CE5BD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5-04A8-4366-9530-92452A0CE5BD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6-04A8-4366-9530-92452A0CE5BD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7-04A8-4366-9530-92452A0CE5BD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8-04A8-4366-9530-92452A0CE5BD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9-04A8-4366-9530-92452A0CE5BD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A-04A8-4366-9530-92452A0CE5BD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B-04A8-4366-9530-92452A0CE5BD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C-04A8-4366-9530-92452A0CE5BD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D-04A8-4366-9530-92452A0CE5BD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E-04A8-4366-9530-92452A0CE5BD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F-04A8-4366-9530-92452A0CE5BD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0-04A8-4366-9530-92452A0CE5BD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1-04A8-4366-9530-92452A0CE5BD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2-04A8-4366-9530-92452A0CE5BD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3-04A8-4366-9530-92452A0CE5BD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4-04A8-4366-9530-92452A0CE5BD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5-04A8-4366-9530-92452A0CE5BD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6-04A8-4366-9530-92452A0CE5BD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7-04A8-4366-9530-92452A0CE5BD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8-04A8-4366-9530-92452A0CE5BD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9-04A8-4366-9530-92452A0CE5BD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A-04A8-4366-9530-92452A0CE5BD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B-04A8-4366-9530-92452A0CE5BD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C-04A8-4366-9530-92452A0CE5BD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D-04A8-4366-9530-92452A0CE5BD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E-04A8-4366-9530-92452A0CE5BD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F-04A8-4366-9530-92452A0CE5BD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0-04A8-4366-9530-92452A0CE5BD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1-04A8-4366-9530-92452A0CE5BD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2-04A8-4366-9530-92452A0CE5BD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3-04A8-4366-9530-92452A0CE5BD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4-04A8-4366-9530-92452A0CE5BD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5-04A8-4366-9530-92452A0CE5BD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6-04A8-4366-9530-92452A0CE5BD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7-04A8-4366-9530-92452A0CE5BD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8-04A8-4366-9530-92452A0CE5BD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9-04A8-4366-9530-92452A0CE5BD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A-04A8-4366-9530-92452A0CE5BD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B-04A8-4366-9530-92452A0CE5BD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C-04A8-4366-9530-92452A0CE5BD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D-04A8-4366-9530-92452A0CE5BD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E-04A8-4366-9530-92452A0CE5BD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F-04A8-4366-9530-92452A0CE5BD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0-04A8-4366-9530-92452A0CE5BD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1-04A8-4366-9530-92452A0CE5BD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2-04A8-4366-9530-92452A0CE5BD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3-04A8-4366-9530-92452A0CE5BD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4-04A8-4366-9530-92452A0CE5BD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5-04A8-4366-9530-92452A0CE5BD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6-04A8-4366-9530-92452A0CE5BD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7-04A8-4366-9530-92452A0CE5BD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8-04A8-4366-9530-92452A0CE5BD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9-04A8-4366-9530-92452A0CE5BD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A-04A8-4366-9530-92452A0CE5BD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B-04A8-4366-9530-92452A0CE5BD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C-04A8-4366-9530-92452A0CE5BD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D-04A8-4366-9530-92452A0CE5BD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E-04A8-4366-9530-92452A0CE5BD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F-04A8-4366-9530-92452A0CE5BD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0-04A8-4366-9530-92452A0CE5BD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1-04A8-4366-9530-92452A0CE5BD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2-04A8-4366-9530-92452A0CE5BD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3-04A8-4366-9530-92452A0CE5BD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4-04A8-4366-9530-92452A0CE5BD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5-04A8-4366-9530-92452A0CE5BD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6-04A8-4366-9530-92452A0CE5BD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7-04A8-4366-9530-92452A0CE5BD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8-04A8-4366-9530-92452A0CE5BD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9-04A8-4366-9530-92452A0CE5BD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A-04A8-4366-9530-92452A0CE5BD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B-04A8-4366-9530-92452A0CE5BD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C-04A8-4366-9530-92452A0CE5BD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D-04A8-4366-9530-92452A0CE5BD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E-04A8-4366-9530-92452A0CE5BD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F-04A8-4366-9530-92452A0CE5BD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0-04A8-4366-9530-92452A0CE5BD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1-04A8-4366-9530-92452A0CE5BD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2-04A8-4366-9530-92452A0CE5BD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3-04A8-4366-9530-92452A0CE5BD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4-04A8-4366-9530-92452A0CE5BD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5-04A8-4366-9530-92452A0CE5BD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6-04A8-4366-9530-92452A0CE5BD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7-04A8-4366-9530-92452A0CE5BD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8-04A8-4366-9530-92452A0CE5BD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9-04A8-4366-9530-92452A0CE5BD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A-04A8-4366-9530-92452A0CE5BD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B-04A8-4366-9530-92452A0CE5BD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C-04A8-4366-9530-92452A0CE5BD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D-04A8-4366-9530-92452A0CE5BD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E-04A8-4366-9530-92452A0CE5BD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F-04A8-4366-9530-92452A0CE5BD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0-04A8-4366-9530-92452A0CE5BD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1-04A8-4366-9530-92452A0CE5BD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2-04A8-4366-9530-92452A0CE5BD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3-04A8-4366-9530-92452A0CE5BD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4-04A8-4366-9530-92452A0CE5BD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5-04A8-4366-9530-92452A0CE5BD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6-04A8-4366-9530-92452A0CE5BD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7-04A8-4366-9530-92452A0CE5BD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8-04A8-4366-9530-92452A0CE5BD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9-04A8-4366-9530-92452A0CE5BD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A-04A8-4366-9530-92452A0CE5BD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B-04A8-4366-9530-92452A0CE5BD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C-04A8-4366-9530-92452A0CE5BD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D-04A8-4366-9530-92452A0CE5BD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E-04A8-4366-9530-92452A0CE5BD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F-04A8-4366-9530-92452A0CE5BD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0-04A8-4366-9530-92452A0CE5BD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1-04A8-4366-9530-92452A0CE5BD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2-04A8-4366-9530-92452A0CE5BD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3-04A8-4366-9530-92452A0CE5BD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4-04A8-4366-9530-92452A0CE5BD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5-04A8-4366-9530-92452A0CE5BD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6-04A8-4366-9530-92452A0CE5BD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7-04A8-4366-9530-92452A0CE5BD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8-04A8-4366-9530-92452A0CE5BD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9-04A8-4366-9530-92452A0CE5BD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A-04A8-4366-9530-92452A0CE5BD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B-04A8-4366-9530-92452A0CE5BD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C-04A8-4366-9530-92452A0CE5BD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D-04A8-4366-9530-92452A0CE5BD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E-04A8-4366-9530-92452A0CE5BD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F-04A8-4366-9530-92452A0CE5BD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0-04A8-4366-9530-92452A0CE5BD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1-04A8-4366-9530-92452A0CE5BD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2-04A8-4366-9530-92452A0CE5BD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3-04A8-4366-9530-92452A0CE5BD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4-04A8-4366-9530-92452A0CE5BD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5-04A8-4366-9530-92452A0CE5BD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6-04A8-4366-9530-92452A0CE5BD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7-04A8-4366-9530-92452A0CE5BD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8-04A8-4366-9530-92452A0CE5BD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9-04A8-4366-9530-92452A0CE5BD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A-04A8-4366-9530-92452A0CE5BD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B-04A8-4366-9530-92452A0CE5BD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C-04A8-4366-9530-92452A0CE5BD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D-04A8-4366-9530-92452A0CE5BD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E-04A8-4366-9530-92452A0CE5BD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F-04A8-4366-9530-92452A0CE5BD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0-04A8-4366-9530-92452A0CE5BD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1-04A8-4366-9530-92452A0CE5BD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2-04A8-4366-9530-92452A0CE5BD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3-04A8-4366-9530-92452A0CE5BD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4-04A8-4366-9530-92452A0CE5BD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5-04A8-4366-9530-92452A0CE5BD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6-04A8-4366-9530-92452A0CE5BD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7-04A8-4366-9530-92452A0CE5BD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8-04A8-4366-9530-92452A0CE5BD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9-04A8-4366-9530-92452A0CE5BD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A-04A8-4366-9530-92452A0CE5BD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B-04A8-4366-9530-92452A0CE5BD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C-04A8-4366-9530-92452A0CE5BD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D-04A8-4366-9530-92452A0CE5BD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E-04A8-4366-9530-92452A0CE5BD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F-04A8-4366-9530-92452A0CE5BD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0-04A8-4366-9530-92452A0CE5BD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1-04A8-4366-9530-92452A0CE5BD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2-04A8-4366-9530-92452A0CE5BD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3-04A8-4366-9530-92452A0CE5BD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4-04A8-4366-9530-92452A0CE5BD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5-04A8-4366-9530-92452A0CE5BD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6-04A8-4366-9530-92452A0CE5BD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7-04A8-4366-9530-92452A0CE5BD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8-04A8-4366-9530-92452A0CE5BD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9-04A8-4366-9530-92452A0CE5BD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A-04A8-4366-9530-92452A0CE5BD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B-04A8-4366-9530-92452A0CE5BD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C-04A8-4366-9530-92452A0CE5BD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D-04A8-4366-9530-92452A0CE5BD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E-04A8-4366-9530-92452A0CE5BD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F-04A8-4366-9530-92452A0CE5BD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0-04A8-4366-9530-92452A0CE5BD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1-04A8-4366-9530-92452A0CE5BD}"/>
                </c:ext>
              </c:extLst>
            </c:dLbl>
            <c:dLbl>
              <c:idx val="3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2-04A8-4366-9530-92452A0CE5BD}"/>
                </c:ext>
              </c:extLst>
            </c:dLbl>
            <c:dLbl>
              <c:idx val="3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3-04A8-4366-9530-92452A0CE5BD}"/>
                </c:ext>
              </c:extLst>
            </c:dLbl>
            <c:dLbl>
              <c:idx val="329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29A73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294-04A8-4366-9530-92452A0CE5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'[20260624-产品一页通.xlsx]交鑫致远6个月101号'!$A$2:$A$331</c:f>
              <c:numCache>
                <c:formatCode>yyyy/mm/dd</c:formatCode>
                <c:ptCount val="330"/>
                <c:pt idx="0">
                  <c:v>45855</c:v>
                </c:pt>
                <c:pt idx="1">
                  <c:v>45856</c:v>
                </c:pt>
                <c:pt idx="2">
                  <c:v>45859</c:v>
                </c:pt>
                <c:pt idx="3">
                  <c:v>45860</c:v>
                </c:pt>
                <c:pt idx="4">
                  <c:v>45861</c:v>
                </c:pt>
                <c:pt idx="5">
                  <c:v>45862</c:v>
                </c:pt>
                <c:pt idx="6">
                  <c:v>45863</c:v>
                </c:pt>
                <c:pt idx="7">
                  <c:v>45866</c:v>
                </c:pt>
                <c:pt idx="8">
                  <c:v>45867</c:v>
                </c:pt>
                <c:pt idx="9">
                  <c:v>45868</c:v>
                </c:pt>
                <c:pt idx="10">
                  <c:v>45869</c:v>
                </c:pt>
                <c:pt idx="11">
                  <c:v>45870</c:v>
                </c:pt>
                <c:pt idx="12">
                  <c:v>45873</c:v>
                </c:pt>
                <c:pt idx="13">
                  <c:v>45874</c:v>
                </c:pt>
                <c:pt idx="14">
                  <c:v>45875</c:v>
                </c:pt>
                <c:pt idx="15">
                  <c:v>45876</c:v>
                </c:pt>
                <c:pt idx="16">
                  <c:v>45877</c:v>
                </c:pt>
                <c:pt idx="17">
                  <c:v>45880</c:v>
                </c:pt>
                <c:pt idx="18">
                  <c:v>45881</c:v>
                </c:pt>
                <c:pt idx="19">
                  <c:v>45882</c:v>
                </c:pt>
                <c:pt idx="20">
                  <c:v>45883</c:v>
                </c:pt>
                <c:pt idx="21">
                  <c:v>45884</c:v>
                </c:pt>
                <c:pt idx="22">
                  <c:v>45887</c:v>
                </c:pt>
                <c:pt idx="23">
                  <c:v>45888</c:v>
                </c:pt>
                <c:pt idx="24">
                  <c:v>45889</c:v>
                </c:pt>
                <c:pt idx="25">
                  <c:v>45890</c:v>
                </c:pt>
                <c:pt idx="26">
                  <c:v>45891</c:v>
                </c:pt>
                <c:pt idx="27">
                  <c:v>45894</c:v>
                </c:pt>
                <c:pt idx="28">
                  <c:v>45895</c:v>
                </c:pt>
                <c:pt idx="29">
                  <c:v>45896</c:v>
                </c:pt>
                <c:pt idx="30">
                  <c:v>45897</c:v>
                </c:pt>
                <c:pt idx="31">
                  <c:v>45898</c:v>
                </c:pt>
                <c:pt idx="32">
                  <c:v>45900</c:v>
                </c:pt>
                <c:pt idx="33">
                  <c:v>45901</c:v>
                </c:pt>
                <c:pt idx="34">
                  <c:v>45902</c:v>
                </c:pt>
                <c:pt idx="35">
                  <c:v>45903</c:v>
                </c:pt>
                <c:pt idx="36">
                  <c:v>45904</c:v>
                </c:pt>
                <c:pt idx="37">
                  <c:v>45905</c:v>
                </c:pt>
                <c:pt idx="38">
                  <c:v>45906</c:v>
                </c:pt>
                <c:pt idx="39">
                  <c:v>45907</c:v>
                </c:pt>
                <c:pt idx="40">
                  <c:v>45908</c:v>
                </c:pt>
                <c:pt idx="41">
                  <c:v>45909</c:v>
                </c:pt>
                <c:pt idx="42">
                  <c:v>45910</c:v>
                </c:pt>
                <c:pt idx="43">
                  <c:v>45911</c:v>
                </c:pt>
                <c:pt idx="44">
                  <c:v>45912</c:v>
                </c:pt>
                <c:pt idx="45">
                  <c:v>45913</c:v>
                </c:pt>
                <c:pt idx="46">
                  <c:v>45914</c:v>
                </c:pt>
                <c:pt idx="47">
                  <c:v>45915</c:v>
                </c:pt>
                <c:pt idx="48">
                  <c:v>45916</c:v>
                </c:pt>
                <c:pt idx="49">
                  <c:v>45917</c:v>
                </c:pt>
                <c:pt idx="50">
                  <c:v>45918</c:v>
                </c:pt>
                <c:pt idx="51">
                  <c:v>45919</c:v>
                </c:pt>
                <c:pt idx="52">
                  <c:v>45920</c:v>
                </c:pt>
                <c:pt idx="53">
                  <c:v>45921</c:v>
                </c:pt>
                <c:pt idx="54">
                  <c:v>45922</c:v>
                </c:pt>
                <c:pt idx="55">
                  <c:v>45923</c:v>
                </c:pt>
                <c:pt idx="56">
                  <c:v>45924</c:v>
                </c:pt>
                <c:pt idx="57">
                  <c:v>45925</c:v>
                </c:pt>
                <c:pt idx="58">
                  <c:v>45926</c:v>
                </c:pt>
                <c:pt idx="59">
                  <c:v>45927</c:v>
                </c:pt>
                <c:pt idx="60">
                  <c:v>45928</c:v>
                </c:pt>
                <c:pt idx="61">
                  <c:v>45929</c:v>
                </c:pt>
                <c:pt idx="62">
                  <c:v>45930</c:v>
                </c:pt>
                <c:pt idx="63">
                  <c:v>45931</c:v>
                </c:pt>
                <c:pt idx="64">
                  <c:v>45932</c:v>
                </c:pt>
                <c:pt idx="65">
                  <c:v>45933</c:v>
                </c:pt>
                <c:pt idx="66">
                  <c:v>45934</c:v>
                </c:pt>
                <c:pt idx="67">
                  <c:v>45935</c:v>
                </c:pt>
                <c:pt idx="68">
                  <c:v>45936</c:v>
                </c:pt>
                <c:pt idx="69">
                  <c:v>45937</c:v>
                </c:pt>
                <c:pt idx="70">
                  <c:v>45938</c:v>
                </c:pt>
                <c:pt idx="71">
                  <c:v>45939</c:v>
                </c:pt>
                <c:pt idx="72">
                  <c:v>45940</c:v>
                </c:pt>
                <c:pt idx="73">
                  <c:v>45941</c:v>
                </c:pt>
                <c:pt idx="74">
                  <c:v>45942</c:v>
                </c:pt>
                <c:pt idx="75">
                  <c:v>45943</c:v>
                </c:pt>
                <c:pt idx="76">
                  <c:v>45944</c:v>
                </c:pt>
                <c:pt idx="77">
                  <c:v>45945</c:v>
                </c:pt>
                <c:pt idx="78">
                  <c:v>45946</c:v>
                </c:pt>
                <c:pt idx="79">
                  <c:v>45947</c:v>
                </c:pt>
                <c:pt idx="80">
                  <c:v>45948</c:v>
                </c:pt>
                <c:pt idx="81">
                  <c:v>45949</c:v>
                </c:pt>
                <c:pt idx="82">
                  <c:v>45950</c:v>
                </c:pt>
                <c:pt idx="83">
                  <c:v>45951</c:v>
                </c:pt>
                <c:pt idx="84">
                  <c:v>45952</c:v>
                </c:pt>
                <c:pt idx="85">
                  <c:v>45953</c:v>
                </c:pt>
                <c:pt idx="86">
                  <c:v>45954</c:v>
                </c:pt>
                <c:pt idx="87">
                  <c:v>45955</c:v>
                </c:pt>
                <c:pt idx="88">
                  <c:v>45956</c:v>
                </c:pt>
                <c:pt idx="89">
                  <c:v>45957</c:v>
                </c:pt>
                <c:pt idx="90">
                  <c:v>45958</c:v>
                </c:pt>
                <c:pt idx="91">
                  <c:v>45959</c:v>
                </c:pt>
                <c:pt idx="92">
                  <c:v>45960</c:v>
                </c:pt>
                <c:pt idx="93">
                  <c:v>45961</c:v>
                </c:pt>
                <c:pt idx="94">
                  <c:v>45962</c:v>
                </c:pt>
                <c:pt idx="95">
                  <c:v>45963</c:v>
                </c:pt>
                <c:pt idx="96">
                  <c:v>45964</c:v>
                </c:pt>
                <c:pt idx="97">
                  <c:v>45965</c:v>
                </c:pt>
                <c:pt idx="98">
                  <c:v>45966</c:v>
                </c:pt>
                <c:pt idx="99">
                  <c:v>45967</c:v>
                </c:pt>
                <c:pt idx="100">
                  <c:v>45968</c:v>
                </c:pt>
                <c:pt idx="101">
                  <c:v>45969</c:v>
                </c:pt>
                <c:pt idx="102">
                  <c:v>45970</c:v>
                </c:pt>
                <c:pt idx="103">
                  <c:v>45971</c:v>
                </c:pt>
                <c:pt idx="104">
                  <c:v>45972</c:v>
                </c:pt>
                <c:pt idx="105">
                  <c:v>45973</c:v>
                </c:pt>
                <c:pt idx="106">
                  <c:v>45974</c:v>
                </c:pt>
                <c:pt idx="107">
                  <c:v>45975</c:v>
                </c:pt>
                <c:pt idx="108">
                  <c:v>45976</c:v>
                </c:pt>
                <c:pt idx="109">
                  <c:v>45977</c:v>
                </c:pt>
                <c:pt idx="110">
                  <c:v>45978</c:v>
                </c:pt>
                <c:pt idx="111">
                  <c:v>45979</c:v>
                </c:pt>
                <c:pt idx="112">
                  <c:v>45980</c:v>
                </c:pt>
                <c:pt idx="113">
                  <c:v>45981</c:v>
                </c:pt>
                <c:pt idx="114">
                  <c:v>45982</c:v>
                </c:pt>
                <c:pt idx="115">
                  <c:v>45983</c:v>
                </c:pt>
                <c:pt idx="116">
                  <c:v>45984</c:v>
                </c:pt>
                <c:pt idx="117">
                  <c:v>45985</c:v>
                </c:pt>
                <c:pt idx="118">
                  <c:v>45986</c:v>
                </c:pt>
                <c:pt idx="119">
                  <c:v>45987</c:v>
                </c:pt>
                <c:pt idx="120">
                  <c:v>45988</c:v>
                </c:pt>
                <c:pt idx="121">
                  <c:v>45989</c:v>
                </c:pt>
                <c:pt idx="122">
                  <c:v>45990</c:v>
                </c:pt>
                <c:pt idx="123">
                  <c:v>45991</c:v>
                </c:pt>
                <c:pt idx="124">
                  <c:v>45992</c:v>
                </c:pt>
                <c:pt idx="125">
                  <c:v>45993</c:v>
                </c:pt>
                <c:pt idx="126">
                  <c:v>45994</c:v>
                </c:pt>
                <c:pt idx="127">
                  <c:v>45995</c:v>
                </c:pt>
                <c:pt idx="128">
                  <c:v>45996</c:v>
                </c:pt>
                <c:pt idx="129">
                  <c:v>45997</c:v>
                </c:pt>
                <c:pt idx="130">
                  <c:v>45998</c:v>
                </c:pt>
                <c:pt idx="131">
                  <c:v>45999</c:v>
                </c:pt>
                <c:pt idx="132">
                  <c:v>46000</c:v>
                </c:pt>
                <c:pt idx="133">
                  <c:v>46001</c:v>
                </c:pt>
                <c:pt idx="134">
                  <c:v>46002</c:v>
                </c:pt>
                <c:pt idx="135">
                  <c:v>46003</c:v>
                </c:pt>
                <c:pt idx="136">
                  <c:v>46004</c:v>
                </c:pt>
                <c:pt idx="137">
                  <c:v>46005</c:v>
                </c:pt>
                <c:pt idx="138">
                  <c:v>46006</c:v>
                </c:pt>
                <c:pt idx="139">
                  <c:v>46007</c:v>
                </c:pt>
                <c:pt idx="140">
                  <c:v>46008</c:v>
                </c:pt>
                <c:pt idx="141">
                  <c:v>46009</c:v>
                </c:pt>
                <c:pt idx="142">
                  <c:v>46010</c:v>
                </c:pt>
                <c:pt idx="143">
                  <c:v>46011</c:v>
                </c:pt>
                <c:pt idx="144">
                  <c:v>46012</c:v>
                </c:pt>
                <c:pt idx="145">
                  <c:v>46013</c:v>
                </c:pt>
                <c:pt idx="146">
                  <c:v>46014</c:v>
                </c:pt>
                <c:pt idx="147">
                  <c:v>46015</c:v>
                </c:pt>
                <c:pt idx="148">
                  <c:v>46016</c:v>
                </c:pt>
                <c:pt idx="149">
                  <c:v>46017</c:v>
                </c:pt>
                <c:pt idx="150">
                  <c:v>46018</c:v>
                </c:pt>
                <c:pt idx="151">
                  <c:v>46019</c:v>
                </c:pt>
                <c:pt idx="152">
                  <c:v>46020</c:v>
                </c:pt>
                <c:pt idx="153">
                  <c:v>46021</c:v>
                </c:pt>
                <c:pt idx="154">
                  <c:v>46022</c:v>
                </c:pt>
                <c:pt idx="155">
                  <c:v>46023</c:v>
                </c:pt>
                <c:pt idx="156">
                  <c:v>46024</c:v>
                </c:pt>
                <c:pt idx="157">
                  <c:v>46025</c:v>
                </c:pt>
                <c:pt idx="158">
                  <c:v>46026</c:v>
                </c:pt>
                <c:pt idx="159">
                  <c:v>46027</c:v>
                </c:pt>
                <c:pt idx="160">
                  <c:v>46028</c:v>
                </c:pt>
                <c:pt idx="161">
                  <c:v>46029</c:v>
                </c:pt>
                <c:pt idx="162">
                  <c:v>46030</c:v>
                </c:pt>
                <c:pt idx="163">
                  <c:v>46031</c:v>
                </c:pt>
                <c:pt idx="164">
                  <c:v>46032</c:v>
                </c:pt>
                <c:pt idx="165">
                  <c:v>46033</c:v>
                </c:pt>
                <c:pt idx="166">
                  <c:v>46034</c:v>
                </c:pt>
                <c:pt idx="167">
                  <c:v>46035</c:v>
                </c:pt>
                <c:pt idx="168">
                  <c:v>46036</c:v>
                </c:pt>
                <c:pt idx="169">
                  <c:v>46037</c:v>
                </c:pt>
                <c:pt idx="170">
                  <c:v>46038</c:v>
                </c:pt>
                <c:pt idx="171">
                  <c:v>46039</c:v>
                </c:pt>
                <c:pt idx="172">
                  <c:v>46040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46046</c:v>
                </c:pt>
                <c:pt idx="179">
                  <c:v>46047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46053</c:v>
                </c:pt>
                <c:pt idx="186">
                  <c:v>46054</c:v>
                </c:pt>
                <c:pt idx="187">
                  <c:v>46055</c:v>
                </c:pt>
                <c:pt idx="188">
                  <c:v>46056</c:v>
                </c:pt>
                <c:pt idx="189">
                  <c:v>46057</c:v>
                </c:pt>
                <c:pt idx="190">
                  <c:v>46058</c:v>
                </c:pt>
                <c:pt idx="191">
                  <c:v>46059</c:v>
                </c:pt>
                <c:pt idx="192">
                  <c:v>46060</c:v>
                </c:pt>
                <c:pt idx="193">
                  <c:v>46061</c:v>
                </c:pt>
                <c:pt idx="194">
                  <c:v>46062</c:v>
                </c:pt>
                <c:pt idx="195">
                  <c:v>46063</c:v>
                </c:pt>
                <c:pt idx="196">
                  <c:v>46064</c:v>
                </c:pt>
                <c:pt idx="197">
                  <c:v>46065</c:v>
                </c:pt>
                <c:pt idx="198">
                  <c:v>46066</c:v>
                </c:pt>
                <c:pt idx="199">
                  <c:v>46067</c:v>
                </c:pt>
                <c:pt idx="200">
                  <c:v>46068</c:v>
                </c:pt>
                <c:pt idx="201">
                  <c:v>46069</c:v>
                </c:pt>
                <c:pt idx="202">
                  <c:v>46070</c:v>
                </c:pt>
                <c:pt idx="203">
                  <c:v>46071</c:v>
                </c:pt>
                <c:pt idx="204">
                  <c:v>46072</c:v>
                </c:pt>
                <c:pt idx="205">
                  <c:v>46073</c:v>
                </c:pt>
                <c:pt idx="206">
                  <c:v>46074</c:v>
                </c:pt>
                <c:pt idx="207">
                  <c:v>46075</c:v>
                </c:pt>
                <c:pt idx="208">
                  <c:v>46076</c:v>
                </c:pt>
                <c:pt idx="209">
                  <c:v>46077</c:v>
                </c:pt>
                <c:pt idx="210">
                  <c:v>46078</c:v>
                </c:pt>
                <c:pt idx="211">
                  <c:v>46079</c:v>
                </c:pt>
                <c:pt idx="212">
                  <c:v>46080</c:v>
                </c:pt>
                <c:pt idx="213">
                  <c:v>46081</c:v>
                </c:pt>
                <c:pt idx="214">
                  <c:v>46082</c:v>
                </c:pt>
                <c:pt idx="215">
                  <c:v>46083</c:v>
                </c:pt>
                <c:pt idx="216">
                  <c:v>46084</c:v>
                </c:pt>
                <c:pt idx="217">
                  <c:v>46085</c:v>
                </c:pt>
                <c:pt idx="218">
                  <c:v>46086</c:v>
                </c:pt>
                <c:pt idx="219">
                  <c:v>46087</c:v>
                </c:pt>
                <c:pt idx="220">
                  <c:v>46088</c:v>
                </c:pt>
                <c:pt idx="221">
                  <c:v>46089</c:v>
                </c:pt>
                <c:pt idx="222">
                  <c:v>46090</c:v>
                </c:pt>
                <c:pt idx="223">
                  <c:v>46091</c:v>
                </c:pt>
                <c:pt idx="224">
                  <c:v>46092</c:v>
                </c:pt>
                <c:pt idx="225">
                  <c:v>46093</c:v>
                </c:pt>
                <c:pt idx="226">
                  <c:v>46094</c:v>
                </c:pt>
                <c:pt idx="227">
                  <c:v>46095</c:v>
                </c:pt>
                <c:pt idx="228">
                  <c:v>46096</c:v>
                </c:pt>
                <c:pt idx="229">
                  <c:v>46097</c:v>
                </c:pt>
                <c:pt idx="230">
                  <c:v>46098</c:v>
                </c:pt>
                <c:pt idx="231">
                  <c:v>46099</c:v>
                </c:pt>
                <c:pt idx="232">
                  <c:v>46100</c:v>
                </c:pt>
                <c:pt idx="233">
                  <c:v>46101</c:v>
                </c:pt>
                <c:pt idx="234">
                  <c:v>46102</c:v>
                </c:pt>
                <c:pt idx="235">
                  <c:v>46103</c:v>
                </c:pt>
                <c:pt idx="236">
                  <c:v>46104</c:v>
                </c:pt>
                <c:pt idx="237">
                  <c:v>46105</c:v>
                </c:pt>
                <c:pt idx="238">
                  <c:v>46106</c:v>
                </c:pt>
                <c:pt idx="239">
                  <c:v>46107</c:v>
                </c:pt>
                <c:pt idx="240">
                  <c:v>46108</c:v>
                </c:pt>
                <c:pt idx="241">
                  <c:v>46109</c:v>
                </c:pt>
                <c:pt idx="242">
                  <c:v>46110</c:v>
                </c:pt>
                <c:pt idx="243">
                  <c:v>46111</c:v>
                </c:pt>
                <c:pt idx="244">
                  <c:v>46112</c:v>
                </c:pt>
                <c:pt idx="245">
                  <c:v>46113</c:v>
                </c:pt>
                <c:pt idx="246">
                  <c:v>46114</c:v>
                </c:pt>
                <c:pt idx="247">
                  <c:v>46115</c:v>
                </c:pt>
                <c:pt idx="248">
                  <c:v>46116</c:v>
                </c:pt>
                <c:pt idx="249">
                  <c:v>46117</c:v>
                </c:pt>
                <c:pt idx="250">
                  <c:v>46118</c:v>
                </c:pt>
                <c:pt idx="251">
                  <c:v>46119</c:v>
                </c:pt>
                <c:pt idx="252">
                  <c:v>46120</c:v>
                </c:pt>
                <c:pt idx="253">
                  <c:v>46121</c:v>
                </c:pt>
                <c:pt idx="254">
                  <c:v>46122</c:v>
                </c:pt>
                <c:pt idx="255">
                  <c:v>46123</c:v>
                </c:pt>
                <c:pt idx="256">
                  <c:v>46124</c:v>
                </c:pt>
                <c:pt idx="257">
                  <c:v>46125</c:v>
                </c:pt>
                <c:pt idx="258">
                  <c:v>46126</c:v>
                </c:pt>
                <c:pt idx="259">
                  <c:v>46127</c:v>
                </c:pt>
                <c:pt idx="260">
                  <c:v>46128</c:v>
                </c:pt>
                <c:pt idx="261">
                  <c:v>46129</c:v>
                </c:pt>
                <c:pt idx="262">
                  <c:v>46130</c:v>
                </c:pt>
                <c:pt idx="263">
                  <c:v>46131</c:v>
                </c:pt>
                <c:pt idx="264">
                  <c:v>46132</c:v>
                </c:pt>
                <c:pt idx="265">
                  <c:v>46133</c:v>
                </c:pt>
                <c:pt idx="266">
                  <c:v>46134</c:v>
                </c:pt>
                <c:pt idx="267">
                  <c:v>46135</c:v>
                </c:pt>
                <c:pt idx="268">
                  <c:v>46136</c:v>
                </c:pt>
                <c:pt idx="269">
                  <c:v>46137</c:v>
                </c:pt>
                <c:pt idx="270">
                  <c:v>46138</c:v>
                </c:pt>
                <c:pt idx="271">
                  <c:v>46139</c:v>
                </c:pt>
                <c:pt idx="272">
                  <c:v>46140</c:v>
                </c:pt>
                <c:pt idx="273">
                  <c:v>46141</c:v>
                </c:pt>
                <c:pt idx="274">
                  <c:v>46142</c:v>
                </c:pt>
                <c:pt idx="275">
                  <c:v>46143</c:v>
                </c:pt>
                <c:pt idx="276">
                  <c:v>46144</c:v>
                </c:pt>
                <c:pt idx="277">
                  <c:v>46145</c:v>
                </c:pt>
                <c:pt idx="278">
                  <c:v>46146</c:v>
                </c:pt>
                <c:pt idx="279">
                  <c:v>46147</c:v>
                </c:pt>
                <c:pt idx="280">
                  <c:v>46148</c:v>
                </c:pt>
                <c:pt idx="281">
                  <c:v>46149</c:v>
                </c:pt>
                <c:pt idx="282">
                  <c:v>46150</c:v>
                </c:pt>
                <c:pt idx="283">
                  <c:v>46151</c:v>
                </c:pt>
                <c:pt idx="284">
                  <c:v>46152</c:v>
                </c:pt>
                <c:pt idx="285">
                  <c:v>46153</c:v>
                </c:pt>
                <c:pt idx="286">
                  <c:v>46154</c:v>
                </c:pt>
                <c:pt idx="287">
                  <c:v>46155</c:v>
                </c:pt>
                <c:pt idx="288">
                  <c:v>46156</c:v>
                </c:pt>
                <c:pt idx="289">
                  <c:v>46157</c:v>
                </c:pt>
                <c:pt idx="290">
                  <c:v>46158</c:v>
                </c:pt>
                <c:pt idx="291">
                  <c:v>46159</c:v>
                </c:pt>
                <c:pt idx="292">
                  <c:v>46160</c:v>
                </c:pt>
                <c:pt idx="293">
                  <c:v>46161</c:v>
                </c:pt>
                <c:pt idx="294">
                  <c:v>46162</c:v>
                </c:pt>
                <c:pt idx="295">
                  <c:v>46163</c:v>
                </c:pt>
                <c:pt idx="296">
                  <c:v>46164</c:v>
                </c:pt>
                <c:pt idx="297">
                  <c:v>46165</c:v>
                </c:pt>
                <c:pt idx="298">
                  <c:v>46166</c:v>
                </c:pt>
                <c:pt idx="299">
                  <c:v>46167</c:v>
                </c:pt>
                <c:pt idx="300">
                  <c:v>46168</c:v>
                </c:pt>
                <c:pt idx="301">
                  <c:v>46169</c:v>
                </c:pt>
                <c:pt idx="302">
                  <c:v>46170</c:v>
                </c:pt>
                <c:pt idx="303">
                  <c:v>46171</c:v>
                </c:pt>
                <c:pt idx="304">
                  <c:v>46172</c:v>
                </c:pt>
                <c:pt idx="305">
                  <c:v>46173</c:v>
                </c:pt>
                <c:pt idx="306">
                  <c:v>46174</c:v>
                </c:pt>
                <c:pt idx="307">
                  <c:v>46175</c:v>
                </c:pt>
                <c:pt idx="308">
                  <c:v>46176</c:v>
                </c:pt>
                <c:pt idx="309">
                  <c:v>46177</c:v>
                </c:pt>
                <c:pt idx="310">
                  <c:v>46178</c:v>
                </c:pt>
                <c:pt idx="311">
                  <c:v>46179</c:v>
                </c:pt>
                <c:pt idx="312">
                  <c:v>46180</c:v>
                </c:pt>
                <c:pt idx="313">
                  <c:v>46181</c:v>
                </c:pt>
                <c:pt idx="314">
                  <c:v>46182</c:v>
                </c:pt>
                <c:pt idx="315">
                  <c:v>46183</c:v>
                </c:pt>
                <c:pt idx="316">
                  <c:v>46184</c:v>
                </c:pt>
                <c:pt idx="317">
                  <c:v>46185</c:v>
                </c:pt>
                <c:pt idx="318">
                  <c:v>46186</c:v>
                </c:pt>
                <c:pt idx="319">
                  <c:v>46187</c:v>
                </c:pt>
                <c:pt idx="320">
                  <c:v>46188</c:v>
                </c:pt>
                <c:pt idx="321">
                  <c:v>46189</c:v>
                </c:pt>
                <c:pt idx="322">
                  <c:v>46190</c:v>
                </c:pt>
                <c:pt idx="323">
                  <c:v>46191</c:v>
                </c:pt>
                <c:pt idx="324">
                  <c:v>46192</c:v>
                </c:pt>
                <c:pt idx="325">
                  <c:v>46193</c:v>
                </c:pt>
                <c:pt idx="326">
                  <c:v>46194</c:v>
                </c:pt>
                <c:pt idx="327">
                  <c:v>46195</c:v>
                </c:pt>
                <c:pt idx="328">
                  <c:v>46196</c:v>
                </c:pt>
                <c:pt idx="329">
                  <c:v>46197</c:v>
                </c:pt>
              </c:numCache>
            </c:numRef>
          </c:cat>
          <c:val>
            <c:numRef>
              <c:f>'[20260624-产品一页通.xlsx]交鑫致远6个月101号'!$F$2:$F$331</c:f>
              <c:numCache>
                <c:formatCode>0.00%</c:formatCode>
                <c:ptCount val="330"/>
                <c:pt idx="0">
                  <c:v>1.9804899999990001E-2</c:v>
                </c:pt>
                <c:pt idx="1">
                  <c:v>2.3044274999997099E-2</c:v>
                </c:pt>
                <c:pt idx="2">
                  <c:v>2.10145099999977E-2</c:v>
                </c:pt>
                <c:pt idx="3">
                  <c:v>2.38381499999946E-2</c:v>
                </c:pt>
                <c:pt idx="4">
                  <c:v>2.5051514285715702E-2</c:v>
                </c:pt>
                <c:pt idx="5">
                  <c:v>2.51516937500047E-2</c:v>
                </c:pt>
                <c:pt idx="6">
                  <c:v>2.4832572222220201E-2</c:v>
                </c:pt>
                <c:pt idx="7">
                  <c:v>2.4321166666663601E-2</c:v>
                </c:pt>
                <c:pt idx="8">
                  <c:v>2.4596226923074602E-2</c:v>
                </c:pt>
                <c:pt idx="9">
                  <c:v>2.5770564285716401E-2</c:v>
                </c:pt>
                <c:pt idx="10">
                  <c:v>2.5540266666666301E-2</c:v>
                </c:pt>
                <c:pt idx="11">
                  <c:v>2.65535218750001E-2</c:v>
                </c:pt>
                <c:pt idx="12">
                  <c:v>2.5959568421051401E-2</c:v>
                </c:pt>
                <c:pt idx="13">
                  <c:v>2.60551599999987E-2</c:v>
                </c:pt>
                <c:pt idx="14">
                  <c:v>2.6455026190476901E-2</c:v>
                </c:pt>
                <c:pt idx="15">
                  <c:v>2.65587272727284E-2</c:v>
                </c:pt>
                <c:pt idx="16">
                  <c:v>2.6653569565217899E-2</c:v>
                </c:pt>
                <c:pt idx="17">
                  <c:v>2.62047538461543E-2</c:v>
                </c:pt>
                <c:pt idx="18">
                  <c:v>2.6506029629630001E-2</c:v>
                </c:pt>
                <c:pt idx="19">
                  <c:v>2.6555444642856401E-2</c:v>
                </c:pt>
                <c:pt idx="20">
                  <c:v>2.66310293103449E-2</c:v>
                </c:pt>
                <c:pt idx="21">
                  <c:v>2.6701696666666799E-2</c:v>
                </c:pt>
                <c:pt idx="22">
                  <c:v>2.6149042424241899E-2</c:v>
                </c:pt>
                <c:pt idx="23">
                  <c:v>2.6387997058822801E-2</c:v>
                </c:pt>
                <c:pt idx="24">
                  <c:v>2.6430588571428899E-2</c:v>
                </c:pt>
                <c:pt idx="25">
                  <c:v>2.6380577777778101E-2</c:v>
                </c:pt>
                <c:pt idx="26">
                  <c:v>2.6188947297296501E-2</c:v>
                </c:pt>
                <c:pt idx="27">
                  <c:v>3.35815512499998E-2</c:v>
                </c:pt>
                <c:pt idx="28">
                  <c:v>3.6331209756097403E-2</c:v>
                </c:pt>
                <c:pt idx="29">
                  <c:v>3.7420495238094903E-2</c:v>
                </c:pt>
                <c:pt idx="30">
                  <c:v>3.7689051162790303E-2</c:v>
                </c:pt>
                <c:pt idx="31">
                  <c:v>3.5687460227272302E-2</c:v>
                </c:pt>
                <c:pt idx="32">
                  <c:v>3.4868449999999399E-2</c:v>
                </c:pt>
                <c:pt idx="33">
                  <c:v>3.51683712765955E-2</c:v>
                </c:pt>
                <c:pt idx="34">
                  <c:v>3.7139054166667303E-2</c:v>
                </c:pt>
                <c:pt idx="35">
                  <c:v>3.67045489795918E-2</c:v>
                </c:pt>
                <c:pt idx="36">
                  <c:v>3.6618551999999999E-2</c:v>
                </c:pt>
                <c:pt idx="37">
                  <c:v>3.6535999019607503E-2</c:v>
                </c:pt>
                <c:pt idx="38">
                  <c:v>3.6157461538461701E-2</c:v>
                </c:pt>
                <c:pt idx="39">
                  <c:v>3.5793139622641003E-2</c:v>
                </c:pt>
                <c:pt idx="40">
                  <c:v>3.48105907407412E-2</c:v>
                </c:pt>
                <c:pt idx="41">
                  <c:v>3.5633755454545397E-2</c:v>
                </c:pt>
                <c:pt idx="42">
                  <c:v>3.4984793750000097E-2</c:v>
                </c:pt>
                <c:pt idx="43">
                  <c:v>3.3196685964911599E-2</c:v>
                </c:pt>
                <c:pt idx="44">
                  <c:v>3.2897638793103201E-2</c:v>
                </c:pt>
                <c:pt idx="45">
                  <c:v>3.2625617796610697E-2</c:v>
                </c:pt>
                <c:pt idx="46">
                  <c:v>3.2362664166666603E-2</c:v>
                </c:pt>
                <c:pt idx="47">
                  <c:v>3.20919967213118E-2</c:v>
                </c:pt>
                <c:pt idx="48">
                  <c:v>3.3133110483871499E-2</c:v>
                </c:pt>
                <c:pt idx="49">
                  <c:v>3.3384406349205899E-2</c:v>
                </c:pt>
                <c:pt idx="50">
                  <c:v>3.3619693749999999E-2</c:v>
                </c:pt>
                <c:pt idx="51">
                  <c:v>3.3083543846154202E-2</c:v>
                </c:pt>
                <c:pt idx="52">
                  <c:v>3.2829648484848498E-2</c:v>
                </c:pt>
                <c:pt idx="53">
                  <c:v>3.2583277611940298E-2</c:v>
                </c:pt>
                <c:pt idx="54">
                  <c:v>3.1602236764705999E-2</c:v>
                </c:pt>
                <c:pt idx="55">
                  <c:v>3.2142957971013998E-2</c:v>
                </c:pt>
                <c:pt idx="56">
                  <c:v>3.1967482142857502E-2</c:v>
                </c:pt>
                <c:pt idx="57">
                  <c:v>3.1716854929576897E-2</c:v>
                </c:pt>
                <c:pt idx="58">
                  <c:v>3.1737054166666799E-2</c:v>
                </c:pt>
                <c:pt idx="59">
                  <c:v>3.15581499999995E-2</c:v>
                </c:pt>
                <c:pt idx="60">
                  <c:v>3.2219437837837303E-2</c:v>
                </c:pt>
                <c:pt idx="61">
                  <c:v>3.2038872666666697E-2</c:v>
                </c:pt>
                <c:pt idx="62">
                  <c:v>3.2918965789473398E-2</c:v>
                </c:pt>
                <c:pt idx="63">
                  <c:v>3.2734005844156103E-2</c:v>
                </c:pt>
                <c:pt idx="64">
                  <c:v>3.2553741666666601E-2</c:v>
                </c:pt>
                <c:pt idx="65">
                  <c:v>3.2378087341772603E-2</c:v>
                </c:pt>
                <c:pt idx="66">
                  <c:v>3.2206778750000102E-2</c:v>
                </c:pt>
                <c:pt idx="67">
                  <c:v>3.2039745061727999E-2</c:v>
                </c:pt>
                <c:pt idx="68">
                  <c:v>3.1876785365853699E-2</c:v>
                </c:pt>
                <c:pt idx="69">
                  <c:v>3.1717708433734698E-2</c:v>
                </c:pt>
                <c:pt idx="70">
                  <c:v>3.15624625000002E-2</c:v>
                </c:pt>
                <c:pt idx="71">
                  <c:v>3.1839680000000398E-2</c:v>
                </c:pt>
                <c:pt idx="72">
                  <c:v>3.2620813953488703E-2</c:v>
                </c:pt>
                <c:pt idx="73">
                  <c:v>3.22020201149429E-2</c:v>
                </c:pt>
                <c:pt idx="74">
                  <c:v>3.2048285795454601E-2</c:v>
                </c:pt>
                <c:pt idx="75">
                  <c:v>3.18884095505617E-2</c:v>
                </c:pt>
                <c:pt idx="76">
                  <c:v>3.2302905555555803E-2</c:v>
                </c:pt>
                <c:pt idx="77">
                  <c:v>3.2235997802197401E-2</c:v>
                </c:pt>
                <c:pt idx="78">
                  <c:v>3.22333880434785E-2</c:v>
                </c:pt>
                <c:pt idx="79">
                  <c:v>3.2391277419354901E-2</c:v>
                </c:pt>
                <c:pt idx="80">
                  <c:v>3.2245381382979103E-2</c:v>
                </c:pt>
                <c:pt idx="81">
                  <c:v>3.21025184210528E-2</c:v>
                </c:pt>
                <c:pt idx="82">
                  <c:v>3.2645409895833102E-2</c:v>
                </c:pt>
                <c:pt idx="83">
                  <c:v>3.2467201546391697E-2</c:v>
                </c:pt>
                <c:pt idx="84">
                  <c:v>3.26070515306119E-2</c:v>
                </c:pt>
                <c:pt idx="85">
                  <c:v>3.2826920202020403E-2</c:v>
                </c:pt>
                <c:pt idx="86">
                  <c:v>3.2818609999999901E-2</c:v>
                </c:pt>
                <c:pt idx="87">
                  <c:v>3.2678558415841302E-2</c:v>
                </c:pt>
                <c:pt idx="88">
                  <c:v>3.2541288725490301E-2</c:v>
                </c:pt>
                <c:pt idx="89">
                  <c:v>3.1876796601942002E-2</c:v>
                </c:pt>
                <c:pt idx="90">
                  <c:v>3.2134073557692697E-2</c:v>
                </c:pt>
                <c:pt idx="91">
                  <c:v>3.3255045714285399E-2</c:v>
                </c:pt>
                <c:pt idx="92">
                  <c:v>3.3704168867924503E-2</c:v>
                </c:pt>
                <c:pt idx="93">
                  <c:v>3.41530499999999E-2</c:v>
                </c:pt>
                <c:pt idx="94">
                  <c:v>3.3982885648148102E-2</c:v>
                </c:pt>
                <c:pt idx="95">
                  <c:v>3.3815843577981598E-2</c:v>
                </c:pt>
                <c:pt idx="96">
                  <c:v>3.4361133181818403E-2</c:v>
                </c:pt>
                <c:pt idx="97">
                  <c:v>3.4367939639639598E-2</c:v>
                </c:pt>
                <c:pt idx="98">
                  <c:v>3.4157514732142902E-2</c:v>
                </c:pt>
                <c:pt idx="99">
                  <c:v>3.4200790707964598E-2</c:v>
                </c:pt>
                <c:pt idx="100">
                  <c:v>3.3703459649122698E-2</c:v>
                </c:pt>
                <c:pt idx="101">
                  <c:v>3.3547530869565301E-2</c:v>
                </c:pt>
                <c:pt idx="102">
                  <c:v>3.3394321982758803E-2</c:v>
                </c:pt>
                <c:pt idx="103">
                  <c:v>3.3045945726495399E-2</c:v>
                </c:pt>
                <c:pt idx="104">
                  <c:v>3.3379219067796298E-2</c:v>
                </c:pt>
                <c:pt idx="105">
                  <c:v>3.3895034873949299E-2</c:v>
                </c:pt>
                <c:pt idx="106">
                  <c:v>3.42406499999999E-2</c:v>
                </c:pt>
                <c:pt idx="107">
                  <c:v>3.4233108677685697E-2</c:v>
                </c:pt>
                <c:pt idx="108">
                  <c:v>3.4081815163934201E-2</c:v>
                </c:pt>
                <c:pt idx="109">
                  <c:v>3.3932952032520301E-2</c:v>
                </c:pt>
                <c:pt idx="110">
                  <c:v>3.4033865725806502E-2</c:v>
                </c:pt>
                <c:pt idx="111">
                  <c:v>3.45189843999998E-2</c:v>
                </c:pt>
                <c:pt idx="112">
                  <c:v>3.4288013095237803E-2</c:v>
                </c:pt>
                <c:pt idx="113">
                  <c:v>3.43228181102362E-2</c:v>
                </c:pt>
                <c:pt idx="114">
                  <c:v>3.4503364453125102E-2</c:v>
                </c:pt>
                <c:pt idx="115">
                  <c:v>3.4358157364340801E-2</c:v>
                </c:pt>
                <c:pt idx="116">
                  <c:v>3.4215212307691999E-2</c:v>
                </c:pt>
                <c:pt idx="117">
                  <c:v>3.42616862595422E-2</c:v>
                </c:pt>
                <c:pt idx="118">
                  <c:v>3.4264319696969699E-2</c:v>
                </c:pt>
                <c:pt idx="119">
                  <c:v>3.4167622556390997E-2</c:v>
                </c:pt>
                <c:pt idx="120">
                  <c:v>3.34949604477612E-2</c:v>
                </c:pt>
                <c:pt idx="121">
                  <c:v>3.3476988888889003E-2</c:v>
                </c:pt>
                <c:pt idx="122">
                  <c:v>3.3350452573529601E-2</c:v>
                </c:pt>
                <c:pt idx="123">
                  <c:v>3.3225763503649898E-2</c:v>
                </c:pt>
                <c:pt idx="124">
                  <c:v>3.3241634420289698E-2</c:v>
                </c:pt>
                <c:pt idx="125">
                  <c:v>3.3714787410072E-2</c:v>
                </c:pt>
                <c:pt idx="126">
                  <c:v>3.3474150000000098E-2</c:v>
                </c:pt>
                <c:pt idx="127">
                  <c:v>3.3308476241134602E-2</c:v>
                </c:pt>
                <c:pt idx="128">
                  <c:v>3.1964052464788603E-2</c:v>
                </c:pt>
                <c:pt idx="129">
                  <c:v>3.1854264685314798E-2</c:v>
                </c:pt>
                <c:pt idx="130">
                  <c:v>3.1746027083333503E-2</c:v>
                </c:pt>
                <c:pt idx="131">
                  <c:v>3.24195265517239E-2</c:v>
                </c:pt>
                <c:pt idx="132">
                  <c:v>3.2373024999999798E-2</c:v>
                </c:pt>
                <c:pt idx="133">
                  <c:v>3.2961511224489898E-2</c:v>
                </c:pt>
                <c:pt idx="134">
                  <c:v>3.3424579054054201E-2</c:v>
                </c:pt>
                <c:pt idx="135">
                  <c:v>3.4202925167785302E-2</c:v>
                </c:pt>
                <c:pt idx="136">
                  <c:v>3.4079879666666903E-2</c:v>
                </c:pt>
                <c:pt idx="137">
                  <c:v>3.3958463907284603E-2</c:v>
                </c:pt>
                <c:pt idx="138">
                  <c:v>3.3499555921052603E-2</c:v>
                </c:pt>
                <c:pt idx="139">
                  <c:v>3.2903127777777597E-2</c:v>
                </c:pt>
                <c:pt idx="140">
                  <c:v>3.3341730844156002E-2</c:v>
                </c:pt>
                <c:pt idx="141">
                  <c:v>3.4008015483870897E-2</c:v>
                </c:pt>
                <c:pt idx="142">
                  <c:v>3.4417768589743797E-2</c:v>
                </c:pt>
                <c:pt idx="143">
                  <c:v>3.4298840764330998E-2</c:v>
                </c:pt>
                <c:pt idx="144">
                  <c:v>3.4181418354430303E-2</c:v>
                </c:pt>
                <c:pt idx="145">
                  <c:v>3.51910732704405E-2</c:v>
                </c:pt>
                <c:pt idx="146">
                  <c:v>3.4884829375000002E-2</c:v>
                </c:pt>
                <c:pt idx="147">
                  <c:v>3.5358456832298102E-2</c:v>
                </c:pt>
                <c:pt idx="148">
                  <c:v>3.53383987654321E-2</c:v>
                </c:pt>
                <c:pt idx="149">
                  <c:v>3.5218290184049199E-2</c:v>
                </c:pt>
                <c:pt idx="150">
                  <c:v>3.5099557317073399E-2</c:v>
                </c:pt>
                <c:pt idx="151">
                  <c:v>3.4982241515151502E-2</c:v>
                </c:pt>
                <c:pt idx="152">
                  <c:v>3.5142485843373497E-2</c:v>
                </c:pt>
                <c:pt idx="153">
                  <c:v>3.4509635329341301E-2</c:v>
                </c:pt>
                <c:pt idx="154">
                  <c:v>3.4426495833333098E-2</c:v>
                </c:pt>
                <c:pt idx="155">
                  <c:v>3.4315960946745397E-2</c:v>
                </c:pt>
                <c:pt idx="156">
                  <c:v>3.42067264705882E-2</c:v>
                </c:pt>
                <c:pt idx="157">
                  <c:v>3.4098769590643403E-2</c:v>
                </c:pt>
                <c:pt idx="158">
                  <c:v>3.3715644186046403E-2</c:v>
                </c:pt>
                <c:pt idx="159">
                  <c:v>3.3588017341040499E-2</c:v>
                </c:pt>
                <c:pt idx="160">
                  <c:v>3.3801202586206801E-2</c:v>
                </c:pt>
                <c:pt idx="161">
                  <c:v>3.2808264857142999E-2</c:v>
                </c:pt>
                <c:pt idx="162">
                  <c:v>3.2531267897727201E-2</c:v>
                </c:pt>
                <c:pt idx="163">
                  <c:v>3.2881839548022797E-2</c:v>
                </c:pt>
                <c:pt idx="164">
                  <c:v>3.2799453651685503E-2</c:v>
                </c:pt>
                <c:pt idx="165">
                  <c:v>3.27179882681565E-2</c:v>
                </c:pt>
                <c:pt idx="166">
                  <c:v>3.2659632222221999E-2</c:v>
                </c:pt>
                <c:pt idx="167">
                  <c:v>3.3084366298342403E-2</c:v>
                </c:pt>
                <c:pt idx="168">
                  <c:v>3.3136184065933799E-2</c:v>
                </c:pt>
                <c:pt idx="169">
                  <c:v>3.3333256010929103E-2</c:v>
                </c:pt>
                <c:pt idx="170">
                  <c:v>3.3620030978260801E-2</c:v>
                </c:pt>
                <c:pt idx="171">
                  <c:v>3.3536772162162103E-2</c:v>
                </c:pt>
                <c:pt idx="172">
                  <c:v>3.3454408602150397E-2</c:v>
                </c:pt>
                <c:pt idx="173">
                  <c:v>3.3758401069518898E-2</c:v>
                </c:pt>
                <c:pt idx="174">
                  <c:v>3.4074264361702099E-2</c:v>
                </c:pt>
                <c:pt idx="175">
                  <c:v>3.4489545238095297E-2</c:v>
                </c:pt>
                <c:pt idx="176">
                  <c:v>3.4604670263157701E-2</c:v>
                </c:pt>
                <c:pt idx="177">
                  <c:v>3.4480556282722598E-2</c:v>
                </c:pt>
                <c:pt idx="178">
                  <c:v>3.43958510416668E-2</c:v>
                </c:pt>
                <c:pt idx="179">
                  <c:v>3.4312023575129601E-2</c:v>
                </c:pt>
                <c:pt idx="180">
                  <c:v>3.4469414690721498E-2</c:v>
                </c:pt>
                <c:pt idx="181">
                  <c:v>3.4763217692307502E-2</c:v>
                </c:pt>
                <c:pt idx="182">
                  <c:v>3.46384813775511E-2</c:v>
                </c:pt>
                <c:pt idx="183">
                  <c:v>3.4671850253807E-2</c:v>
                </c:pt>
                <c:pt idx="184">
                  <c:v>3.4697950757575799E-2</c:v>
                </c:pt>
                <c:pt idx="185">
                  <c:v>3.4615756281406999E-2</c:v>
                </c:pt>
                <c:pt idx="186">
                  <c:v>3.4534402000000103E-2</c:v>
                </c:pt>
                <c:pt idx="187">
                  <c:v>3.4446103233831002E-2</c:v>
                </c:pt>
                <c:pt idx="188">
                  <c:v>3.4609643316831799E-2</c:v>
                </c:pt>
                <c:pt idx="189">
                  <c:v>3.4586249261083703E-2</c:v>
                </c:pt>
                <c:pt idx="190">
                  <c:v>3.4681781127451003E-2</c:v>
                </c:pt>
                <c:pt idx="191">
                  <c:v>3.4955569268292498E-2</c:v>
                </c:pt>
                <c:pt idx="192">
                  <c:v>3.4874934951456299E-2</c:v>
                </c:pt>
                <c:pt idx="193">
                  <c:v>3.4795062077294499E-2</c:v>
                </c:pt>
                <c:pt idx="194">
                  <c:v>3.4997007211538297E-2</c:v>
                </c:pt>
                <c:pt idx="195">
                  <c:v>3.5215086483253701E-2</c:v>
                </c:pt>
                <c:pt idx="196">
                  <c:v>3.5431088809523899E-2</c:v>
                </c:pt>
                <c:pt idx="197">
                  <c:v>3.54092727488153E-2</c:v>
                </c:pt>
                <c:pt idx="198">
                  <c:v>3.5469357075471698E-2</c:v>
                </c:pt>
                <c:pt idx="199">
                  <c:v>3.5465593427230199E-2</c:v>
                </c:pt>
                <c:pt idx="200">
                  <c:v>3.5376141121495501E-2</c:v>
                </c:pt>
                <c:pt idx="201">
                  <c:v>3.5287520930232699E-2</c:v>
                </c:pt>
                <c:pt idx="202">
                  <c:v>3.51997212962964E-2</c:v>
                </c:pt>
                <c:pt idx="203">
                  <c:v>3.5112730875576197E-2</c:v>
                </c:pt>
                <c:pt idx="204">
                  <c:v>3.5026555275229403E-2</c:v>
                </c:pt>
                <c:pt idx="205">
                  <c:v>3.4941149999999997E-2</c:v>
                </c:pt>
                <c:pt idx="206">
                  <c:v>3.4856521136363602E-2</c:v>
                </c:pt>
                <c:pt idx="207">
                  <c:v>3.4772658144796402E-2</c:v>
                </c:pt>
                <c:pt idx="208">
                  <c:v>3.4689550675675702E-2</c:v>
                </c:pt>
                <c:pt idx="209">
                  <c:v>3.46208556053813E-2</c:v>
                </c:pt>
                <c:pt idx="210">
                  <c:v>3.5352237946428597E-2</c:v>
                </c:pt>
                <c:pt idx="211">
                  <c:v>3.5043617555555601E-2</c:v>
                </c:pt>
                <c:pt idx="212">
                  <c:v>3.4998929424778703E-2</c:v>
                </c:pt>
                <c:pt idx="213">
                  <c:v>3.5136379295154001E-2</c:v>
                </c:pt>
                <c:pt idx="214">
                  <c:v>3.50566010964911E-2</c:v>
                </c:pt>
                <c:pt idx="215">
                  <c:v>3.4990302620087503E-2</c:v>
                </c:pt>
                <c:pt idx="216">
                  <c:v>3.5509485217391397E-2</c:v>
                </c:pt>
                <c:pt idx="217">
                  <c:v>3.5603253463203498E-2</c:v>
                </c:pt>
                <c:pt idx="218">
                  <c:v>3.5624377586206797E-2</c:v>
                </c:pt>
                <c:pt idx="219">
                  <c:v>3.5709156223175997E-2</c:v>
                </c:pt>
                <c:pt idx="220">
                  <c:v>3.5628975854700998E-2</c:v>
                </c:pt>
                <c:pt idx="221">
                  <c:v>3.5549462340425497E-2</c:v>
                </c:pt>
                <c:pt idx="222">
                  <c:v>3.5624866101694803E-2</c:v>
                </c:pt>
                <c:pt idx="223">
                  <c:v>3.5478338818565498E-2</c:v>
                </c:pt>
                <c:pt idx="224">
                  <c:v>3.5538562394958E-2</c:v>
                </c:pt>
                <c:pt idx="225">
                  <c:v>3.5535728033472803E-2</c:v>
                </c:pt>
                <c:pt idx="226">
                  <c:v>3.5609749791666701E-2</c:v>
                </c:pt>
                <c:pt idx="227">
                  <c:v>3.5532295643153702E-2</c:v>
                </c:pt>
                <c:pt idx="228">
                  <c:v>3.5455496694214703E-2</c:v>
                </c:pt>
                <c:pt idx="229">
                  <c:v>3.5498593209876403E-2</c:v>
                </c:pt>
                <c:pt idx="230">
                  <c:v>3.5442188114753997E-2</c:v>
                </c:pt>
                <c:pt idx="231">
                  <c:v>3.5564363469387898E-2</c:v>
                </c:pt>
                <c:pt idx="232">
                  <c:v>3.5903180487804998E-2</c:v>
                </c:pt>
                <c:pt idx="233">
                  <c:v>3.60101611336031E-2</c:v>
                </c:pt>
                <c:pt idx="234">
                  <c:v>3.5933293346774101E-2</c:v>
                </c:pt>
                <c:pt idx="235">
                  <c:v>3.5857028313253103E-2</c:v>
                </c:pt>
                <c:pt idx="236">
                  <c:v>3.5744698200000098E-2</c:v>
                </c:pt>
                <c:pt idx="237">
                  <c:v>3.57813280876495E-2</c:v>
                </c:pt>
                <c:pt idx="238">
                  <c:v>3.6246122222222198E-2</c:v>
                </c:pt>
                <c:pt idx="239">
                  <c:v>3.6309493083003901E-2</c:v>
                </c:pt>
                <c:pt idx="240">
                  <c:v>3.6407700984252098E-2</c:v>
                </c:pt>
                <c:pt idx="241">
                  <c:v>3.6333245098039202E-2</c:v>
                </c:pt>
                <c:pt idx="242">
                  <c:v>3.62593708984374E-2</c:v>
                </c:pt>
                <c:pt idx="243">
                  <c:v>3.6270774319066099E-2</c:v>
                </c:pt>
                <c:pt idx="244">
                  <c:v>3.6631159496123902E-2</c:v>
                </c:pt>
                <c:pt idx="245">
                  <c:v>3.65005637065638E-2</c:v>
                </c:pt>
                <c:pt idx="246">
                  <c:v>3.6331608653846201E-2</c:v>
                </c:pt>
                <c:pt idx="247">
                  <c:v>3.6247814367816003E-2</c:v>
                </c:pt>
                <c:pt idx="248">
                  <c:v>3.6175958015267302E-2</c:v>
                </c:pt>
                <c:pt idx="249">
                  <c:v>3.6104661977186203E-2</c:v>
                </c:pt>
                <c:pt idx="250">
                  <c:v>3.6033892234848597E-2</c:v>
                </c:pt>
                <c:pt idx="251">
                  <c:v>3.7445308679245302E-2</c:v>
                </c:pt>
                <c:pt idx="252">
                  <c:v>3.7700273684210597E-2</c:v>
                </c:pt>
                <c:pt idx="253">
                  <c:v>3.7761327902621697E-2</c:v>
                </c:pt>
                <c:pt idx="254">
                  <c:v>3.7786488805969999E-2</c:v>
                </c:pt>
                <c:pt idx="255">
                  <c:v>3.7708570631970202E-2</c:v>
                </c:pt>
                <c:pt idx="256">
                  <c:v>3.7631229629629601E-2</c:v>
                </c:pt>
                <c:pt idx="257">
                  <c:v>3.7675084501845001E-2</c:v>
                </c:pt>
                <c:pt idx="258">
                  <c:v>3.7871259375000098E-2</c:v>
                </c:pt>
                <c:pt idx="259">
                  <c:v>3.7956416849816897E-2</c:v>
                </c:pt>
                <c:pt idx="260">
                  <c:v>3.7983858211678899E-2</c:v>
                </c:pt>
                <c:pt idx="261">
                  <c:v>3.7922677090909199E-2</c:v>
                </c:pt>
                <c:pt idx="262">
                  <c:v>3.78462416666666E-2</c:v>
                </c:pt>
                <c:pt idx="263">
                  <c:v>3.7770358122743701E-2</c:v>
                </c:pt>
                <c:pt idx="264">
                  <c:v>3.7989265647482097E-2</c:v>
                </c:pt>
                <c:pt idx="265">
                  <c:v>3.8125963799283298E-2</c:v>
                </c:pt>
                <c:pt idx="266">
                  <c:v>3.81956726785714E-2</c:v>
                </c:pt>
                <c:pt idx="267">
                  <c:v>3.8267717081850401E-2</c:v>
                </c:pt>
                <c:pt idx="268">
                  <c:v>3.8168192375886402E-2</c:v>
                </c:pt>
                <c:pt idx="269">
                  <c:v>3.8092780035335602E-2</c:v>
                </c:pt>
                <c:pt idx="270">
                  <c:v>3.8017898767605598E-2</c:v>
                </c:pt>
                <c:pt idx="271">
                  <c:v>3.7909514736842197E-2</c:v>
                </c:pt>
                <c:pt idx="272">
                  <c:v>3.7778572027972003E-2</c:v>
                </c:pt>
                <c:pt idx="273">
                  <c:v>3.7905504355400799E-2</c:v>
                </c:pt>
                <c:pt idx="274">
                  <c:v>3.80431642361111E-2</c:v>
                </c:pt>
                <c:pt idx="275">
                  <c:v>3.79563752595155E-2</c:v>
                </c:pt>
                <c:pt idx="276">
                  <c:v>3.7870184827586202E-2</c:v>
                </c:pt>
                <c:pt idx="277">
                  <c:v>3.7784599312714703E-2</c:v>
                </c:pt>
                <c:pt idx="278">
                  <c:v>3.7699587499999999E-2</c:v>
                </c:pt>
                <c:pt idx="279">
                  <c:v>3.7615155972696199E-2</c:v>
                </c:pt>
                <c:pt idx="280">
                  <c:v>3.7553757482993201E-2</c:v>
                </c:pt>
                <c:pt idx="281">
                  <c:v>3.77027554237288E-2</c:v>
                </c:pt>
                <c:pt idx="282">
                  <c:v>3.7770236993243202E-2</c:v>
                </c:pt>
                <c:pt idx="283">
                  <c:v>3.7872572053872101E-2</c:v>
                </c:pt>
                <c:pt idx="284">
                  <c:v>3.7788976677852401E-2</c:v>
                </c:pt>
                <c:pt idx="285">
                  <c:v>3.7735921739130499E-2</c:v>
                </c:pt>
                <c:pt idx="286">
                  <c:v>3.7975488166666703E-2</c:v>
                </c:pt>
                <c:pt idx="287">
                  <c:v>3.8066225913621403E-2</c:v>
                </c:pt>
                <c:pt idx="288">
                  <c:v>3.8121917384105898E-2</c:v>
                </c:pt>
                <c:pt idx="289">
                  <c:v>3.7987152145214503E-2</c:v>
                </c:pt>
                <c:pt idx="290">
                  <c:v>3.79048297697369E-2</c:v>
                </c:pt>
                <c:pt idx="291">
                  <c:v>3.7823047213114802E-2</c:v>
                </c:pt>
                <c:pt idx="292">
                  <c:v>3.7727497385620999E-2</c:v>
                </c:pt>
                <c:pt idx="293">
                  <c:v>3.7920931921824198E-2</c:v>
                </c:pt>
                <c:pt idx="294">
                  <c:v>3.8060375E-2</c:v>
                </c:pt>
                <c:pt idx="295">
                  <c:v>3.8066983980582503E-2</c:v>
                </c:pt>
                <c:pt idx="296">
                  <c:v>3.8032670322580599E-2</c:v>
                </c:pt>
                <c:pt idx="297">
                  <c:v>3.7950575723472803E-2</c:v>
                </c:pt>
                <c:pt idx="298">
                  <c:v>3.7869007371794897E-2</c:v>
                </c:pt>
                <c:pt idx="299">
                  <c:v>3.7852039297124503E-2</c:v>
                </c:pt>
                <c:pt idx="300">
                  <c:v>3.8072859394904401E-2</c:v>
                </c:pt>
                <c:pt idx="301">
                  <c:v>3.8167459047619097E-2</c:v>
                </c:pt>
                <c:pt idx="302">
                  <c:v>3.8371294936708801E-2</c:v>
                </c:pt>
                <c:pt idx="303">
                  <c:v>3.8442582965299697E-2</c:v>
                </c:pt>
                <c:pt idx="304">
                  <c:v>3.8365666509434099E-2</c:v>
                </c:pt>
                <c:pt idx="305">
                  <c:v>3.8289243730407402E-2</c:v>
                </c:pt>
                <c:pt idx="306">
                  <c:v>3.83065903125E-2</c:v>
                </c:pt>
                <c:pt idx="307">
                  <c:v>3.8417068691588799E-2</c:v>
                </c:pt>
                <c:pt idx="308">
                  <c:v>3.8430657298136703E-2</c:v>
                </c:pt>
                <c:pt idx="309">
                  <c:v>3.8324751393188798E-2</c:v>
                </c:pt>
                <c:pt idx="310">
                  <c:v>3.8383940740740703E-2</c:v>
                </c:pt>
                <c:pt idx="311">
                  <c:v>3.8308872615384598E-2</c:v>
                </c:pt>
                <c:pt idx="312">
                  <c:v>3.82342538343559E-2</c:v>
                </c:pt>
                <c:pt idx="313">
                  <c:v>3.8146942507645297E-2</c:v>
                </c:pt>
                <c:pt idx="314">
                  <c:v>3.80966413109756E-2</c:v>
                </c:pt>
                <c:pt idx="315">
                  <c:v>3.80154156534954E-2</c:v>
                </c:pt>
                <c:pt idx="316">
                  <c:v>3.7893780151515198E-2</c:v>
                </c:pt>
                <c:pt idx="317">
                  <c:v>3.77995874622356E-2</c:v>
                </c:pt>
                <c:pt idx="318">
                  <c:v>3.7727862198795099E-2</c:v>
                </c:pt>
                <c:pt idx="319">
                  <c:v>3.7656556756756797E-2</c:v>
                </c:pt>
                <c:pt idx="320">
                  <c:v>3.7665705089820402E-2</c:v>
                </c:pt>
                <c:pt idx="321">
                  <c:v>3.7766125074626899E-2</c:v>
                </c:pt>
                <c:pt idx="322">
                  <c:v>3.7885957142857099E-2</c:v>
                </c:pt>
                <c:pt idx="323">
                  <c:v>3.79668667655787E-2</c:v>
                </c:pt>
                <c:pt idx="324">
                  <c:v>3.78959090236686E-2</c:v>
                </c:pt>
                <c:pt idx="325">
                  <c:v>3.7825369911504501E-2</c:v>
                </c:pt>
                <c:pt idx="326">
                  <c:v>3.7756372941176397E-2</c:v>
                </c:pt>
                <c:pt idx="327">
                  <c:v>3.7824628885630603E-2</c:v>
                </c:pt>
                <c:pt idx="328">
                  <c:v>3.7949893128655099E-2</c:v>
                </c:pt>
                <c:pt idx="329">
                  <c:v>3.7815926093294497E-2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295-04A8-4366-9530-92452A0CE5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28735"/>
        <c:axId val="576334975"/>
      </c:lineChart>
      <c:dateAx>
        <c:axId val="576339295"/>
        <c:scaling>
          <c:orientation val="minMax"/>
          <c:max val="46197"/>
          <c:min val="45855"/>
        </c:scaling>
        <c:delete val="0"/>
        <c:axPos val="b"/>
        <c:numFmt formatCode="yyyy&quot;年&quot;mm&quot;月&quot;dd&quot;日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42175"/>
        <c:crosses val="autoZero"/>
        <c:auto val="0"/>
        <c:lblOffset val="100"/>
        <c:baseTimeUnit val="days"/>
        <c:majorUnit val="342"/>
        <c:majorTimeUnit val="days"/>
        <c:minorUnit val="342"/>
        <c:minorTimeUnit val="days"/>
      </c:dateAx>
      <c:valAx>
        <c:axId val="576342175"/>
        <c:scaling>
          <c:orientation val="minMax"/>
          <c:max val="1.04"/>
          <c:min val="1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9295"/>
        <c:crosses val="autoZero"/>
        <c:crossBetween val="between"/>
      </c:valAx>
      <c:dateAx>
        <c:axId val="576328735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crossAx val="576334975"/>
        <c:crosses val="autoZero"/>
        <c:auto val="1"/>
        <c:lblOffset val="100"/>
        <c:baseTimeUnit val="days"/>
      </c:dateAx>
      <c:valAx>
        <c:axId val="576334975"/>
        <c:scaling>
          <c:orientation val="minMax"/>
          <c:max val="0.05"/>
          <c:min val="0"/>
        </c:scaling>
        <c:delete val="0"/>
        <c:axPos val="r"/>
        <c:numFmt formatCode=";;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28735"/>
        <c:crosses val="max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Hans-H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dee7047-376c-40d5-b4d4-52fe529a8daa}"/>
      </c:ext>
    </c:extLst>
  </c:chart>
  <c:spPr>
    <a:solidFill>
      <a:srgbClr val="FFFFFF"/>
    </a:solidFill>
    <a:ln w="12700" cap="flat" cmpd="sng" algn="ctr">
      <a:noFill/>
      <a:prstDash val="solid"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  <a:endParaRPr lang="zh-Hans-HK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99999999999998E-2"/>
          <c:y val="0.16"/>
          <c:w val="0.79600000000000004"/>
          <c:h val="0.64571428571428602"/>
        </c:manualLayout>
      </c:layout>
      <c:lineChart>
        <c:grouping val="standard"/>
        <c:varyColors val="0"/>
        <c:ser>
          <c:idx val="0"/>
          <c:order val="0"/>
          <c:tx>
            <c:strRef>
              <c:f>汇鑫1号-单位净值</c:f>
              <c:strCache>
                <c:ptCount val="1"/>
                <c:pt idx="0">
                  <c:v>汇鑫1号-单位净值</c:v>
                </c:pt>
              </c:strCache>
            </c:strRef>
          </c:tx>
          <c:spPr>
            <a:ln w="28575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B2C-4B85-840D-7187EA2D1EB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2C-4B85-840D-7187EA2D1EB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2C-4B85-840D-7187EA2D1EB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2C-4B85-840D-7187EA2D1EB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B2C-4B85-840D-7187EA2D1EB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B2C-4B85-840D-7187EA2D1EB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B2C-4B85-840D-7187EA2D1EB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B2C-4B85-840D-7187EA2D1EB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B2C-4B85-840D-7187EA2D1EB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B2C-4B85-840D-7187EA2D1EB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B2C-4B85-840D-7187EA2D1EB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B2C-4B85-840D-7187EA2D1EB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B2C-4B85-840D-7187EA2D1EB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B2C-4B85-840D-7187EA2D1EB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B2C-4B85-840D-7187EA2D1EB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B2C-4B85-840D-7187EA2D1EB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B2C-4B85-840D-7187EA2D1EB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B2C-4B85-840D-7187EA2D1EB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B2C-4B85-840D-7187EA2D1EB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B2C-4B85-840D-7187EA2D1EB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B2C-4B85-840D-7187EA2D1EB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B2C-4B85-840D-7187EA2D1EB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2B2C-4B85-840D-7187EA2D1EB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2B2C-4B85-840D-7187EA2D1EB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2B2C-4B85-840D-7187EA2D1EB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2B2C-4B85-840D-7187EA2D1EB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2B2C-4B85-840D-7187EA2D1EB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B2C-4B85-840D-7187EA2D1EB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2B2C-4B85-840D-7187EA2D1EB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2B2C-4B85-840D-7187EA2D1EB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2B2C-4B85-840D-7187EA2D1EB7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2B2C-4B85-840D-7187EA2D1EB7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2B2C-4B85-840D-7187EA2D1EB7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2B2C-4B85-840D-7187EA2D1EB7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2B2C-4B85-840D-7187EA2D1EB7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2B2C-4B85-840D-7187EA2D1EB7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2B2C-4B85-840D-7187EA2D1EB7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2B2C-4B85-840D-7187EA2D1EB7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2B2C-4B85-840D-7187EA2D1EB7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2B2C-4B85-840D-7187EA2D1EB7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2B2C-4B85-840D-7187EA2D1EB7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2B2C-4B85-840D-7187EA2D1EB7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2B2C-4B85-840D-7187EA2D1EB7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2B2C-4B85-840D-7187EA2D1EB7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2B2C-4B85-840D-7187EA2D1EB7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2B2C-4B85-840D-7187EA2D1EB7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2B2C-4B85-840D-7187EA2D1EB7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2B2C-4B85-840D-7187EA2D1EB7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2B2C-4B85-840D-7187EA2D1EB7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2B2C-4B85-840D-7187EA2D1EB7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2B2C-4B85-840D-7187EA2D1EB7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2B2C-4B85-840D-7187EA2D1EB7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2B2C-4B85-840D-7187EA2D1EB7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2B2C-4B85-840D-7187EA2D1EB7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2B2C-4B85-840D-7187EA2D1EB7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2B2C-4B85-840D-7187EA2D1EB7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2B2C-4B85-840D-7187EA2D1EB7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2B2C-4B85-840D-7187EA2D1EB7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2B2C-4B85-840D-7187EA2D1EB7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2B2C-4B85-840D-7187EA2D1EB7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2B2C-4B85-840D-7187EA2D1EB7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2B2C-4B85-840D-7187EA2D1EB7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2B2C-4B85-840D-7187EA2D1EB7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2B2C-4B85-840D-7187EA2D1EB7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2B2C-4B85-840D-7187EA2D1EB7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2B2C-4B85-840D-7187EA2D1EB7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2B2C-4B85-840D-7187EA2D1EB7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2B2C-4B85-840D-7187EA2D1EB7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2B2C-4B85-840D-7187EA2D1EB7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2B2C-4B85-840D-7187EA2D1EB7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2B2C-4B85-840D-7187EA2D1EB7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2B2C-4B85-840D-7187EA2D1EB7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2B2C-4B85-840D-7187EA2D1EB7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2B2C-4B85-840D-7187EA2D1EB7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2B2C-4B85-840D-7187EA2D1EB7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2B2C-4B85-840D-7187EA2D1EB7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2B2C-4B85-840D-7187EA2D1EB7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2B2C-4B85-840D-7187EA2D1EB7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2B2C-4B85-840D-7187EA2D1EB7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2B2C-4B85-840D-7187EA2D1EB7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2B2C-4B85-840D-7187EA2D1EB7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2B2C-4B85-840D-7187EA2D1EB7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2B2C-4B85-840D-7187EA2D1EB7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2B2C-4B85-840D-7187EA2D1EB7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2B2C-4B85-840D-7187EA2D1EB7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2B2C-4B85-840D-7187EA2D1EB7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2B2C-4B85-840D-7187EA2D1EB7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2B2C-4B85-840D-7187EA2D1EB7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2B2C-4B85-840D-7187EA2D1EB7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2B2C-4B85-840D-7187EA2D1EB7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2B2C-4B85-840D-7187EA2D1EB7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2B2C-4B85-840D-7187EA2D1EB7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2B2C-4B85-840D-7187EA2D1EB7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2B2C-4B85-840D-7187EA2D1EB7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2B2C-4B85-840D-7187EA2D1EB7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2B2C-4B85-840D-7187EA2D1EB7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2B2C-4B85-840D-7187EA2D1EB7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2B2C-4B85-840D-7187EA2D1EB7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2B2C-4B85-840D-7187EA2D1EB7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2B2C-4B85-840D-7187EA2D1EB7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2B2C-4B85-840D-7187EA2D1EB7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2B2C-4B85-840D-7187EA2D1EB7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2B2C-4B85-840D-7187EA2D1EB7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2B2C-4B85-840D-7187EA2D1EB7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2B2C-4B85-840D-7187EA2D1EB7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2B2C-4B85-840D-7187EA2D1EB7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2B2C-4B85-840D-7187EA2D1EB7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2B2C-4B85-840D-7187EA2D1EB7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2B2C-4B85-840D-7187EA2D1EB7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2B2C-4B85-840D-7187EA2D1EB7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2B2C-4B85-840D-7187EA2D1EB7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2B2C-4B85-840D-7187EA2D1EB7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2B2C-4B85-840D-7187EA2D1EB7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2B2C-4B85-840D-7187EA2D1EB7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2B2C-4B85-840D-7187EA2D1EB7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2B2C-4B85-840D-7187EA2D1EB7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2B2C-4B85-840D-7187EA2D1EB7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2B2C-4B85-840D-7187EA2D1EB7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2B2C-4B85-840D-7187EA2D1EB7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2B2C-4B85-840D-7187EA2D1EB7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2B2C-4B85-840D-7187EA2D1EB7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2B2C-4B85-840D-7187EA2D1EB7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2B2C-4B85-840D-7187EA2D1EB7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2B2C-4B85-840D-7187EA2D1EB7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2B2C-4B85-840D-7187EA2D1EB7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2B2C-4B85-840D-7187EA2D1EB7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2B2C-4B85-840D-7187EA2D1EB7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2B2C-4B85-840D-7187EA2D1EB7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2B2C-4B85-840D-7187EA2D1EB7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2B2C-4B85-840D-7187EA2D1EB7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2B2C-4B85-840D-7187EA2D1EB7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2B2C-4B85-840D-7187EA2D1EB7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2B2C-4B85-840D-7187EA2D1EB7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2B2C-4B85-840D-7187EA2D1EB7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2B2C-4B85-840D-7187EA2D1EB7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2B2C-4B85-840D-7187EA2D1EB7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2B2C-4B85-840D-7187EA2D1EB7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2B2C-4B85-840D-7187EA2D1EB7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2B2C-4B85-840D-7187EA2D1EB7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2B2C-4B85-840D-7187EA2D1EB7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2B2C-4B85-840D-7187EA2D1EB7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2B2C-4B85-840D-7187EA2D1EB7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2B2C-4B85-840D-7187EA2D1EB7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2B2C-4B85-840D-7187EA2D1EB7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2B2C-4B85-840D-7187EA2D1EB7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2B2C-4B85-840D-7187EA2D1EB7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2B2C-4B85-840D-7187EA2D1EB7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2B2C-4B85-840D-7187EA2D1EB7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2B2C-4B85-840D-7187EA2D1EB7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2B2C-4B85-840D-7187EA2D1EB7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6-2B2C-4B85-840D-7187EA2D1EB7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7-2B2C-4B85-840D-7187EA2D1EB7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2B2C-4B85-840D-7187EA2D1EB7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2B2C-4B85-840D-7187EA2D1EB7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2B2C-4B85-840D-7187EA2D1EB7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2B2C-4B85-840D-7187EA2D1EB7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2B2C-4B85-840D-7187EA2D1EB7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2B2C-4B85-840D-7187EA2D1EB7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2B2C-4B85-840D-7187EA2D1EB7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2B2C-4B85-840D-7187EA2D1EB7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2B2C-4B85-840D-7187EA2D1EB7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2B2C-4B85-840D-7187EA2D1EB7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2B2C-4B85-840D-7187EA2D1EB7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2B2C-4B85-840D-7187EA2D1EB7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2B2C-4B85-840D-7187EA2D1EB7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2B2C-4B85-840D-7187EA2D1EB7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2B2C-4B85-840D-7187EA2D1EB7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2B2C-4B85-840D-7187EA2D1EB7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2B2C-4B85-840D-7187EA2D1EB7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2B2C-4B85-840D-7187EA2D1EB7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2B2C-4B85-840D-7187EA2D1EB7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2B2C-4B85-840D-7187EA2D1EB7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2B2C-4B85-840D-7187EA2D1EB7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2B2C-4B85-840D-7187EA2D1EB7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2B2C-4B85-840D-7187EA2D1EB7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2B2C-4B85-840D-7187EA2D1EB7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2B2C-4B85-840D-7187EA2D1EB7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2B2C-4B85-840D-7187EA2D1EB7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2B2C-4B85-840D-7187EA2D1EB7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2B2C-4B85-840D-7187EA2D1EB7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2B2C-4B85-840D-7187EA2D1EB7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2B2C-4B85-840D-7187EA2D1EB7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2B2C-4B85-840D-7187EA2D1EB7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2B2C-4B85-840D-7187EA2D1EB7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2B2C-4B85-840D-7187EA2D1EB7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2B2C-4B85-840D-7187EA2D1EB7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2B2C-4B85-840D-7187EA2D1EB7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2B2C-4B85-840D-7187EA2D1EB7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C-2B2C-4B85-840D-7187EA2D1EB7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D-2B2C-4B85-840D-7187EA2D1EB7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E-2B2C-4B85-840D-7187EA2D1EB7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F-2B2C-4B85-840D-7187EA2D1EB7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0-2B2C-4B85-840D-7187EA2D1EB7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1-2B2C-4B85-840D-7187EA2D1EB7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2-2B2C-4B85-840D-7187EA2D1EB7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3-2B2C-4B85-840D-7187EA2D1EB7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4-2B2C-4B85-840D-7187EA2D1EB7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5-2B2C-4B85-840D-7187EA2D1EB7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6-2B2C-4B85-840D-7187EA2D1EB7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7-2B2C-4B85-840D-7187EA2D1EB7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8-2B2C-4B85-840D-7187EA2D1EB7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9-2B2C-4B85-840D-7187EA2D1EB7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A-2B2C-4B85-840D-7187EA2D1EB7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B-2B2C-4B85-840D-7187EA2D1EB7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C-2B2C-4B85-840D-7187EA2D1EB7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D-2B2C-4B85-840D-7187EA2D1EB7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E-2B2C-4B85-840D-7187EA2D1EB7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F-2B2C-4B85-840D-7187EA2D1EB7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0-2B2C-4B85-840D-7187EA2D1EB7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1-2B2C-4B85-840D-7187EA2D1EB7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2-2B2C-4B85-840D-7187EA2D1EB7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3-2B2C-4B85-840D-7187EA2D1EB7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4-2B2C-4B85-840D-7187EA2D1EB7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5-2B2C-4B85-840D-7187EA2D1EB7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6-2B2C-4B85-840D-7187EA2D1EB7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7-2B2C-4B85-840D-7187EA2D1EB7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8-2B2C-4B85-840D-7187EA2D1EB7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9-2B2C-4B85-840D-7187EA2D1EB7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A-2B2C-4B85-840D-7187EA2D1EB7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B-2B2C-4B85-840D-7187EA2D1EB7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C-2B2C-4B85-840D-7187EA2D1EB7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D-2B2C-4B85-840D-7187EA2D1EB7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E-2B2C-4B85-840D-7187EA2D1EB7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F-2B2C-4B85-840D-7187EA2D1EB7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0-2B2C-4B85-840D-7187EA2D1EB7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1-2B2C-4B85-840D-7187EA2D1EB7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2-2B2C-4B85-840D-7187EA2D1EB7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3-2B2C-4B85-840D-7187EA2D1EB7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4-2B2C-4B85-840D-7187EA2D1EB7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5-2B2C-4B85-840D-7187EA2D1EB7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6-2B2C-4B85-840D-7187EA2D1EB7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7-2B2C-4B85-840D-7187EA2D1EB7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8-2B2C-4B85-840D-7187EA2D1EB7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9-2B2C-4B85-840D-7187EA2D1EB7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A-2B2C-4B85-840D-7187EA2D1EB7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B-2B2C-4B85-840D-7187EA2D1EB7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C-2B2C-4B85-840D-7187EA2D1EB7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D-2B2C-4B85-840D-7187EA2D1EB7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E-2B2C-4B85-840D-7187EA2D1EB7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F-2B2C-4B85-840D-7187EA2D1EB7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0-2B2C-4B85-840D-7187EA2D1EB7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1-2B2C-4B85-840D-7187EA2D1EB7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2-2B2C-4B85-840D-7187EA2D1EB7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3-2B2C-4B85-840D-7187EA2D1EB7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4-2B2C-4B85-840D-7187EA2D1EB7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5-2B2C-4B85-840D-7187EA2D1EB7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6-2B2C-4B85-840D-7187EA2D1EB7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7-2B2C-4B85-840D-7187EA2D1EB7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8-2B2C-4B85-840D-7187EA2D1EB7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9-2B2C-4B85-840D-7187EA2D1EB7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A-2B2C-4B85-840D-7187EA2D1EB7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B-2B2C-4B85-840D-7187EA2D1EB7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C-2B2C-4B85-840D-7187EA2D1EB7}"/>
                </c:ext>
              </c:extLst>
            </c:dLbl>
            <c:dLbl>
              <c:idx val="253"/>
              <c:numFmt formatCode="0.0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D-2B2C-4B85-840D-7187EA2D1E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'[20260624-产品一页通.xlsx]汇鑫1号'!$A$2:$A$255</c:f>
              <c:numCache>
                <c:formatCode>yyyy/mm/dd</c:formatCode>
                <c:ptCount val="254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45908</c:v>
                </c:pt>
                <c:pt idx="37">
                  <c:v>45909</c:v>
                </c:pt>
                <c:pt idx="38">
                  <c:v>45910</c:v>
                </c:pt>
                <c:pt idx="39">
                  <c:v>45911</c:v>
                </c:pt>
                <c:pt idx="40">
                  <c:v>45912</c:v>
                </c:pt>
                <c:pt idx="41">
                  <c:v>45915</c:v>
                </c:pt>
                <c:pt idx="42">
                  <c:v>45916</c:v>
                </c:pt>
                <c:pt idx="43">
                  <c:v>45917</c:v>
                </c:pt>
                <c:pt idx="44">
                  <c:v>45918</c:v>
                </c:pt>
                <c:pt idx="45">
                  <c:v>45919</c:v>
                </c:pt>
                <c:pt idx="46">
                  <c:v>45922</c:v>
                </c:pt>
                <c:pt idx="47">
                  <c:v>45923</c:v>
                </c:pt>
                <c:pt idx="48">
                  <c:v>45924</c:v>
                </c:pt>
                <c:pt idx="49">
                  <c:v>45925</c:v>
                </c:pt>
                <c:pt idx="50">
                  <c:v>45926</c:v>
                </c:pt>
                <c:pt idx="51">
                  <c:v>45927</c:v>
                </c:pt>
                <c:pt idx="52">
                  <c:v>45929</c:v>
                </c:pt>
                <c:pt idx="53">
                  <c:v>45930</c:v>
                </c:pt>
                <c:pt idx="54">
                  <c:v>45939</c:v>
                </c:pt>
                <c:pt idx="55">
                  <c:v>45940</c:v>
                </c:pt>
                <c:pt idx="56">
                  <c:v>45943</c:v>
                </c:pt>
                <c:pt idx="57">
                  <c:v>45944</c:v>
                </c:pt>
                <c:pt idx="58">
                  <c:v>45945</c:v>
                </c:pt>
                <c:pt idx="59">
                  <c:v>45946</c:v>
                </c:pt>
                <c:pt idx="60">
                  <c:v>45947</c:v>
                </c:pt>
                <c:pt idx="61">
                  <c:v>45950</c:v>
                </c:pt>
                <c:pt idx="62">
                  <c:v>45951</c:v>
                </c:pt>
                <c:pt idx="63">
                  <c:v>45952</c:v>
                </c:pt>
                <c:pt idx="64">
                  <c:v>45953</c:v>
                </c:pt>
                <c:pt idx="65">
                  <c:v>45954</c:v>
                </c:pt>
                <c:pt idx="66">
                  <c:v>45955</c:v>
                </c:pt>
                <c:pt idx="67">
                  <c:v>45956</c:v>
                </c:pt>
                <c:pt idx="68">
                  <c:v>45957</c:v>
                </c:pt>
                <c:pt idx="69">
                  <c:v>45958</c:v>
                </c:pt>
                <c:pt idx="70">
                  <c:v>45959</c:v>
                </c:pt>
                <c:pt idx="71">
                  <c:v>45960</c:v>
                </c:pt>
                <c:pt idx="72">
                  <c:v>45961</c:v>
                </c:pt>
                <c:pt idx="73">
                  <c:v>45964</c:v>
                </c:pt>
                <c:pt idx="74">
                  <c:v>45965</c:v>
                </c:pt>
                <c:pt idx="75">
                  <c:v>45966</c:v>
                </c:pt>
                <c:pt idx="76">
                  <c:v>45967</c:v>
                </c:pt>
                <c:pt idx="77">
                  <c:v>45968</c:v>
                </c:pt>
                <c:pt idx="78">
                  <c:v>45969</c:v>
                </c:pt>
                <c:pt idx="79">
                  <c:v>45970</c:v>
                </c:pt>
                <c:pt idx="80">
                  <c:v>45971</c:v>
                </c:pt>
                <c:pt idx="81">
                  <c:v>45972</c:v>
                </c:pt>
                <c:pt idx="82">
                  <c:v>45973</c:v>
                </c:pt>
                <c:pt idx="83">
                  <c:v>45974</c:v>
                </c:pt>
                <c:pt idx="84">
                  <c:v>45975</c:v>
                </c:pt>
                <c:pt idx="85">
                  <c:v>45978</c:v>
                </c:pt>
                <c:pt idx="86">
                  <c:v>45979</c:v>
                </c:pt>
                <c:pt idx="87">
                  <c:v>45980</c:v>
                </c:pt>
                <c:pt idx="88">
                  <c:v>45981</c:v>
                </c:pt>
                <c:pt idx="89">
                  <c:v>45982</c:v>
                </c:pt>
                <c:pt idx="90">
                  <c:v>45985</c:v>
                </c:pt>
                <c:pt idx="91">
                  <c:v>45986</c:v>
                </c:pt>
                <c:pt idx="92">
                  <c:v>45987</c:v>
                </c:pt>
                <c:pt idx="93">
                  <c:v>45988</c:v>
                </c:pt>
                <c:pt idx="94">
                  <c:v>45989</c:v>
                </c:pt>
                <c:pt idx="95">
                  <c:v>45991</c:v>
                </c:pt>
                <c:pt idx="96">
                  <c:v>45992</c:v>
                </c:pt>
                <c:pt idx="97">
                  <c:v>45993</c:v>
                </c:pt>
                <c:pt idx="98">
                  <c:v>45994</c:v>
                </c:pt>
                <c:pt idx="99">
                  <c:v>45995</c:v>
                </c:pt>
                <c:pt idx="100">
                  <c:v>45996</c:v>
                </c:pt>
                <c:pt idx="101">
                  <c:v>45999</c:v>
                </c:pt>
                <c:pt idx="102">
                  <c:v>46000</c:v>
                </c:pt>
                <c:pt idx="103">
                  <c:v>46001</c:v>
                </c:pt>
                <c:pt idx="104">
                  <c:v>46002</c:v>
                </c:pt>
                <c:pt idx="105">
                  <c:v>46003</c:v>
                </c:pt>
                <c:pt idx="106">
                  <c:v>46006</c:v>
                </c:pt>
                <c:pt idx="107">
                  <c:v>46007</c:v>
                </c:pt>
                <c:pt idx="108">
                  <c:v>46008</c:v>
                </c:pt>
                <c:pt idx="109">
                  <c:v>46009</c:v>
                </c:pt>
                <c:pt idx="110">
                  <c:v>46010</c:v>
                </c:pt>
                <c:pt idx="111">
                  <c:v>46013</c:v>
                </c:pt>
                <c:pt idx="112">
                  <c:v>46014</c:v>
                </c:pt>
                <c:pt idx="113">
                  <c:v>46015</c:v>
                </c:pt>
                <c:pt idx="114">
                  <c:v>46016</c:v>
                </c:pt>
                <c:pt idx="115">
                  <c:v>46017</c:v>
                </c:pt>
                <c:pt idx="116">
                  <c:v>46020</c:v>
                </c:pt>
                <c:pt idx="117">
                  <c:v>46021</c:v>
                </c:pt>
                <c:pt idx="118">
                  <c:v>46022</c:v>
                </c:pt>
                <c:pt idx="119">
                  <c:v>46026</c:v>
                </c:pt>
                <c:pt idx="120">
                  <c:v>46027</c:v>
                </c:pt>
                <c:pt idx="121">
                  <c:v>46028</c:v>
                </c:pt>
                <c:pt idx="122">
                  <c:v>46029</c:v>
                </c:pt>
                <c:pt idx="123">
                  <c:v>46030</c:v>
                </c:pt>
                <c:pt idx="124">
                  <c:v>46031</c:v>
                </c:pt>
                <c:pt idx="125">
                  <c:v>46034</c:v>
                </c:pt>
                <c:pt idx="126">
                  <c:v>46035</c:v>
                </c:pt>
                <c:pt idx="127">
                  <c:v>46036</c:v>
                </c:pt>
                <c:pt idx="128">
                  <c:v>46037</c:v>
                </c:pt>
                <c:pt idx="129">
                  <c:v>46038</c:v>
                </c:pt>
                <c:pt idx="130">
                  <c:v>46041</c:v>
                </c:pt>
                <c:pt idx="131">
                  <c:v>46042</c:v>
                </c:pt>
                <c:pt idx="132">
                  <c:v>46043</c:v>
                </c:pt>
                <c:pt idx="133">
                  <c:v>46044</c:v>
                </c:pt>
                <c:pt idx="134">
                  <c:v>46045</c:v>
                </c:pt>
                <c:pt idx="135">
                  <c:v>46048</c:v>
                </c:pt>
                <c:pt idx="136">
                  <c:v>46049</c:v>
                </c:pt>
                <c:pt idx="137">
                  <c:v>46050</c:v>
                </c:pt>
                <c:pt idx="138">
                  <c:v>46051</c:v>
                </c:pt>
                <c:pt idx="139">
                  <c:v>46052</c:v>
                </c:pt>
                <c:pt idx="140">
                  <c:v>46053</c:v>
                </c:pt>
                <c:pt idx="141">
                  <c:v>46055</c:v>
                </c:pt>
                <c:pt idx="142">
                  <c:v>46056</c:v>
                </c:pt>
                <c:pt idx="143">
                  <c:v>46057</c:v>
                </c:pt>
                <c:pt idx="144">
                  <c:v>46058</c:v>
                </c:pt>
                <c:pt idx="145">
                  <c:v>46059</c:v>
                </c:pt>
                <c:pt idx="146">
                  <c:v>46062</c:v>
                </c:pt>
                <c:pt idx="147">
                  <c:v>46063</c:v>
                </c:pt>
                <c:pt idx="148">
                  <c:v>46064</c:v>
                </c:pt>
                <c:pt idx="149">
                  <c:v>46065</c:v>
                </c:pt>
                <c:pt idx="150">
                  <c:v>46066</c:v>
                </c:pt>
                <c:pt idx="151">
                  <c:v>46067</c:v>
                </c:pt>
                <c:pt idx="152">
                  <c:v>46077</c:v>
                </c:pt>
                <c:pt idx="153">
                  <c:v>46078</c:v>
                </c:pt>
                <c:pt idx="154">
                  <c:v>46079</c:v>
                </c:pt>
                <c:pt idx="155">
                  <c:v>46080</c:v>
                </c:pt>
                <c:pt idx="156">
                  <c:v>46081</c:v>
                </c:pt>
                <c:pt idx="157">
                  <c:v>46083</c:v>
                </c:pt>
                <c:pt idx="158">
                  <c:v>46084</c:v>
                </c:pt>
                <c:pt idx="159">
                  <c:v>46085</c:v>
                </c:pt>
                <c:pt idx="160">
                  <c:v>46086</c:v>
                </c:pt>
                <c:pt idx="161">
                  <c:v>46087</c:v>
                </c:pt>
                <c:pt idx="162">
                  <c:v>46090</c:v>
                </c:pt>
                <c:pt idx="163">
                  <c:v>46091</c:v>
                </c:pt>
                <c:pt idx="164">
                  <c:v>46092</c:v>
                </c:pt>
                <c:pt idx="165">
                  <c:v>46093</c:v>
                </c:pt>
                <c:pt idx="166">
                  <c:v>46094</c:v>
                </c:pt>
                <c:pt idx="167">
                  <c:v>46097</c:v>
                </c:pt>
                <c:pt idx="168">
                  <c:v>46098</c:v>
                </c:pt>
                <c:pt idx="169">
                  <c:v>46099</c:v>
                </c:pt>
                <c:pt idx="170">
                  <c:v>46100</c:v>
                </c:pt>
                <c:pt idx="171">
                  <c:v>46101</c:v>
                </c:pt>
                <c:pt idx="172">
                  <c:v>46104</c:v>
                </c:pt>
                <c:pt idx="173">
                  <c:v>46105</c:v>
                </c:pt>
                <c:pt idx="174">
                  <c:v>46106</c:v>
                </c:pt>
                <c:pt idx="175">
                  <c:v>46107</c:v>
                </c:pt>
                <c:pt idx="176">
                  <c:v>46108</c:v>
                </c:pt>
                <c:pt idx="177">
                  <c:v>46111</c:v>
                </c:pt>
                <c:pt idx="178">
                  <c:v>46112</c:v>
                </c:pt>
                <c:pt idx="179">
                  <c:v>46113</c:v>
                </c:pt>
                <c:pt idx="180">
                  <c:v>46114</c:v>
                </c:pt>
                <c:pt idx="181">
                  <c:v>46115</c:v>
                </c:pt>
                <c:pt idx="182">
                  <c:v>46119</c:v>
                </c:pt>
                <c:pt idx="183">
                  <c:v>46120</c:v>
                </c:pt>
                <c:pt idx="184">
                  <c:v>46121</c:v>
                </c:pt>
                <c:pt idx="185">
                  <c:v>46122</c:v>
                </c:pt>
                <c:pt idx="186">
                  <c:v>46125</c:v>
                </c:pt>
                <c:pt idx="187">
                  <c:v>46126</c:v>
                </c:pt>
                <c:pt idx="188">
                  <c:v>46127</c:v>
                </c:pt>
                <c:pt idx="189">
                  <c:v>46128</c:v>
                </c:pt>
                <c:pt idx="190">
                  <c:v>46129</c:v>
                </c:pt>
                <c:pt idx="191">
                  <c:v>46132</c:v>
                </c:pt>
                <c:pt idx="192">
                  <c:v>46133</c:v>
                </c:pt>
                <c:pt idx="193">
                  <c:v>46134</c:v>
                </c:pt>
                <c:pt idx="194">
                  <c:v>46135</c:v>
                </c:pt>
                <c:pt idx="195">
                  <c:v>46136</c:v>
                </c:pt>
                <c:pt idx="196">
                  <c:v>46139</c:v>
                </c:pt>
                <c:pt idx="197">
                  <c:v>46140</c:v>
                </c:pt>
                <c:pt idx="198">
                  <c:v>46141</c:v>
                </c:pt>
                <c:pt idx="199">
                  <c:v>46142</c:v>
                </c:pt>
                <c:pt idx="200">
                  <c:v>46143</c:v>
                </c:pt>
                <c:pt idx="201">
                  <c:v>46144</c:v>
                </c:pt>
                <c:pt idx="202">
                  <c:v>46145</c:v>
                </c:pt>
                <c:pt idx="203">
                  <c:v>46146</c:v>
                </c:pt>
                <c:pt idx="204">
                  <c:v>46147</c:v>
                </c:pt>
                <c:pt idx="205">
                  <c:v>46148</c:v>
                </c:pt>
                <c:pt idx="206">
                  <c:v>46149</c:v>
                </c:pt>
                <c:pt idx="207">
                  <c:v>46150</c:v>
                </c:pt>
                <c:pt idx="208">
                  <c:v>46151</c:v>
                </c:pt>
                <c:pt idx="209">
                  <c:v>46153</c:v>
                </c:pt>
                <c:pt idx="210">
                  <c:v>46154</c:v>
                </c:pt>
                <c:pt idx="211">
                  <c:v>46155</c:v>
                </c:pt>
                <c:pt idx="212">
                  <c:v>46156</c:v>
                </c:pt>
                <c:pt idx="213">
                  <c:v>46157</c:v>
                </c:pt>
                <c:pt idx="214">
                  <c:v>46158</c:v>
                </c:pt>
                <c:pt idx="215">
                  <c:v>46159</c:v>
                </c:pt>
                <c:pt idx="216">
                  <c:v>46160</c:v>
                </c:pt>
                <c:pt idx="217">
                  <c:v>46161</c:v>
                </c:pt>
                <c:pt idx="218">
                  <c:v>46162</c:v>
                </c:pt>
                <c:pt idx="219">
                  <c:v>46163</c:v>
                </c:pt>
                <c:pt idx="220">
                  <c:v>46164</c:v>
                </c:pt>
                <c:pt idx="221">
                  <c:v>46165</c:v>
                </c:pt>
                <c:pt idx="222">
                  <c:v>46166</c:v>
                </c:pt>
                <c:pt idx="223">
                  <c:v>46167</c:v>
                </c:pt>
                <c:pt idx="224">
                  <c:v>46168</c:v>
                </c:pt>
                <c:pt idx="225">
                  <c:v>46169</c:v>
                </c:pt>
                <c:pt idx="226">
                  <c:v>46170</c:v>
                </c:pt>
                <c:pt idx="227">
                  <c:v>46171</c:v>
                </c:pt>
                <c:pt idx="228">
                  <c:v>46172</c:v>
                </c:pt>
                <c:pt idx="229">
                  <c:v>46173</c:v>
                </c:pt>
                <c:pt idx="230">
                  <c:v>46174</c:v>
                </c:pt>
                <c:pt idx="231">
                  <c:v>46175</c:v>
                </c:pt>
                <c:pt idx="232">
                  <c:v>46176</c:v>
                </c:pt>
                <c:pt idx="233">
                  <c:v>46177</c:v>
                </c:pt>
                <c:pt idx="234">
                  <c:v>46178</c:v>
                </c:pt>
                <c:pt idx="235">
                  <c:v>46179</c:v>
                </c:pt>
                <c:pt idx="236">
                  <c:v>46180</c:v>
                </c:pt>
                <c:pt idx="237">
                  <c:v>46181</c:v>
                </c:pt>
                <c:pt idx="238">
                  <c:v>46182</c:v>
                </c:pt>
                <c:pt idx="239">
                  <c:v>46183</c:v>
                </c:pt>
                <c:pt idx="240">
                  <c:v>46184</c:v>
                </c:pt>
                <c:pt idx="241">
                  <c:v>46185</c:v>
                </c:pt>
                <c:pt idx="242">
                  <c:v>46186</c:v>
                </c:pt>
                <c:pt idx="243">
                  <c:v>46187</c:v>
                </c:pt>
                <c:pt idx="244">
                  <c:v>46188</c:v>
                </c:pt>
                <c:pt idx="245">
                  <c:v>46189</c:v>
                </c:pt>
                <c:pt idx="246">
                  <c:v>46190</c:v>
                </c:pt>
                <c:pt idx="247">
                  <c:v>46191</c:v>
                </c:pt>
                <c:pt idx="248">
                  <c:v>46192</c:v>
                </c:pt>
                <c:pt idx="249">
                  <c:v>46193</c:v>
                </c:pt>
                <c:pt idx="250">
                  <c:v>46194</c:v>
                </c:pt>
                <c:pt idx="251">
                  <c:v>46195</c:v>
                </c:pt>
                <c:pt idx="252">
                  <c:v>46196</c:v>
                </c:pt>
                <c:pt idx="253">
                  <c:v>46197</c:v>
                </c:pt>
              </c:numCache>
            </c:numRef>
          </c:cat>
          <c:val>
            <c:numRef>
              <c:f>'[20260624-产品一页通.xlsx]汇鑫1号'!$D$2:$D$255</c:f>
              <c:numCache>
                <c:formatCode>0.0000</c:formatCode>
                <c:ptCount val="254"/>
                <c:pt idx="0">
                  <c:v>0.99999424999999997</c:v>
                </c:pt>
                <c:pt idx="1">
                  <c:v>0.99997698000000002</c:v>
                </c:pt>
                <c:pt idx="2">
                  <c:v>0.99997122999999999</c:v>
                </c:pt>
                <c:pt idx="3">
                  <c:v>0.99996547000000002</c:v>
                </c:pt>
                <c:pt idx="4">
                  <c:v>0.99999866000000004</c:v>
                </c:pt>
                <c:pt idx="5">
                  <c:v>1.00003182</c:v>
                </c:pt>
                <c:pt idx="6">
                  <c:v>1.0000534800000001</c:v>
                </c:pt>
                <c:pt idx="7">
                  <c:v>1.0001645800000001</c:v>
                </c:pt>
                <c:pt idx="8">
                  <c:v>1.00019831</c:v>
                </c:pt>
                <c:pt idx="9">
                  <c:v>1.00023197</c:v>
                </c:pt>
                <c:pt idx="10">
                  <c:v>1.0002653699999999</c:v>
                </c:pt>
                <c:pt idx="11">
                  <c:v>1.0002866800000001</c:v>
                </c:pt>
                <c:pt idx="12">
                  <c:v>1.0003963300000001</c:v>
                </c:pt>
                <c:pt idx="13">
                  <c:v>1.00042929</c:v>
                </c:pt>
                <c:pt idx="14">
                  <c:v>1.00046225</c:v>
                </c:pt>
                <c:pt idx="15">
                  <c:v>1.00049447</c:v>
                </c:pt>
                <c:pt idx="16">
                  <c:v>1.0005156500000001</c:v>
                </c:pt>
                <c:pt idx="17">
                  <c:v>1.00062417</c:v>
                </c:pt>
                <c:pt idx="18">
                  <c:v>1.0006572899999999</c:v>
                </c:pt>
                <c:pt idx="19">
                  <c:v>1.0006903899999999</c:v>
                </c:pt>
                <c:pt idx="20">
                  <c:v>1.0007234300000001</c:v>
                </c:pt>
                <c:pt idx="21">
                  <c:v>1.00074368</c:v>
                </c:pt>
                <c:pt idx="22">
                  <c:v>1.00085213</c:v>
                </c:pt>
                <c:pt idx="23">
                  <c:v>1.0008847400000001</c:v>
                </c:pt>
                <c:pt idx="24">
                  <c:v>1.0009175100000001</c:v>
                </c:pt>
                <c:pt idx="25">
                  <c:v>1.00279169</c:v>
                </c:pt>
                <c:pt idx="26">
                  <c:v>1.00354126</c:v>
                </c:pt>
                <c:pt idx="27">
                  <c:v>1.00391892</c:v>
                </c:pt>
                <c:pt idx="28">
                  <c:v>1.00410486</c:v>
                </c:pt>
                <c:pt idx="29">
                  <c:v>1.00371565</c:v>
                </c:pt>
                <c:pt idx="30">
                  <c:v>1.0039016000000001</c:v>
                </c:pt>
                <c:pt idx="31">
                  <c:v>1.0045552900000001</c:v>
                </c:pt>
                <c:pt idx="32">
                  <c:v>1.0045495099999999</c:v>
                </c:pt>
                <c:pt idx="33">
                  <c:v>1.0046395800000001</c:v>
                </c:pt>
                <c:pt idx="34">
                  <c:v>1.00472966</c:v>
                </c:pt>
                <c:pt idx="35">
                  <c:v>1.0045321700000001</c:v>
                </c:pt>
                <c:pt idx="36">
                  <c:v>1.00489827</c:v>
                </c:pt>
                <c:pt idx="37">
                  <c:v>1.00479663</c:v>
                </c:pt>
                <c:pt idx="38">
                  <c:v>1.0043115499999999</c:v>
                </c:pt>
                <c:pt idx="39">
                  <c:v>1.00430577</c:v>
                </c:pt>
                <c:pt idx="40">
                  <c:v>1.0043</c:v>
                </c:pt>
                <c:pt idx="41">
                  <c:v>1.00476196</c:v>
                </c:pt>
                <c:pt idx="42">
                  <c:v>1.0049478999999999</c:v>
                </c:pt>
                <c:pt idx="43">
                  <c:v>1.0051338400000001</c:v>
                </c:pt>
                <c:pt idx="44">
                  <c:v>1.0050322</c:v>
                </c:pt>
                <c:pt idx="45">
                  <c:v>1.0047388399999999</c:v>
                </c:pt>
                <c:pt idx="46">
                  <c:v>1.00504328</c:v>
                </c:pt>
                <c:pt idx="47">
                  <c:v>1.0047499200000001</c:v>
                </c:pt>
                <c:pt idx="48">
                  <c:v>1.0046482800000001</c:v>
                </c:pt>
                <c:pt idx="49">
                  <c:v>1.0047463800000001</c:v>
                </c:pt>
                <c:pt idx="50">
                  <c:v>1.0051647399999999</c:v>
                </c:pt>
                <c:pt idx="51">
                  <c:v>1.00515895</c:v>
                </c:pt>
                <c:pt idx="52">
                  <c:v>1.0057078500000001</c:v>
                </c:pt>
                <c:pt idx="53">
                  <c:v>1.0059545299999999</c:v>
                </c:pt>
                <c:pt idx="54">
                  <c:v>1.00649827</c:v>
                </c:pt>
                <c:pt idx="55">
                  <c:v>1.0063460500000001</c:v>
                </c:pt>
                <c:pt idx="56">
                  <c:v>1.00668213</c:v>
                </c:pt>
                <c:pt idx="57">
                  <c:v>1.00673316</c:v>
                </c:pt>
                <c:pt idx="58">
                  <c:v>1.0068233099999999</c:v>
                </c:pt>
                <c:pt idx="59">
                  <c:v>1.0070144400000001</c:v>
                </c:pt>
                <c:pt idx="60">
                  <c:v>1.0074580200000001</c:v>
                </c:pt>
                <c:pt idx="61">
                  <c:v>1.00743559</c:v>
                </c:pt>
                <c:pt idx="62">
                  <c:v>1.00762167</c:v>
                </c:pt>
                <c:pt idx="63">
                  <c:v>1.00786328</c:v>
                </c:pt>
                <c:pt idx="64">
                  <c:v>1.00795342</c:v>
                </c:pt>
                <c:pt idx="65">
                  <c:v>1.00758408</c:v>
                </c:pt>
                <c:pt idx="66">
                  <c:v>1.0075782900000001</c:v>
                </c:pt>
                <c:pt idx="67">
                  <c:v>1.00757249</c:v>
                </c:pt>
                <c:pt idx="68">
                  <c:v>1.0078545000000001</c:v>
                </c:pt>
                <c:pt idx="69">
                  <c:v>1.0086767800000001</c:v>
                </c:pt>
                <c:pt idx="70">
                  <c:v>1.0091960900000001</c:v>
                </c:pt>
                <c:pt idx="71">
                  <c:v>1.0097759900000001</c:v>
                </c:pt>
                <c:pt idx="72">
                  <c:v>1.01046193</c:v>
                </c:pt>
                <c:pt idx="73">
                  <c:v>1.0105687699999999</c:v>
                </c:pt>
                <c:pt idx="74">
                  <c:v>1.0105412899999999</c:v>
                </c:pt>
                <c:pt idx="75">
                  <c:v>1.01066984</c:v>
                </c:pt>
                <c:pt idx="76">
                  <c:v>1.0104584700000001</c:v>
                </c:pt>
                <c:pt idx="77">
                  <c:v>1.01033068</c:v>
                </c:pt>
                <c:pt idx="78">
                  <c:v>1.01032487</c:v>
                </c:pt>
                <c:pt idx="79">
                  <c:v>1.01031906</c:v>
                </c:pt>
                <c:pt idx="80">
                  <c:v>1.0106432599999999</c:v>
                </c:pt>
                <c:pt idx="81">
                  <c:v>1.01107952</c:v>
                </c:pt>
                <c:pt idx="82">
                  <c:v>1.01140867</c:v>
                </c:pt>
                <c:pt idx="83">
                  <c:v>1.01150563</c:v>
                </c:pt>
                <c:pt idx="84">
                  <c:v>1.0116750400000001</c:v>
                </c:pt>
                <c:pt idx="85">
                  <c:v>1.0116634</c:v>
                </c:pt>
                <c:pt idx="86">
                  <c:v>1.0116634</c:v>
                </c:pt>
                <c:pt idx="87">
                  <c:v>1.0116634</c:v>
                </c:pt>
                <c:pt idx="88">
                  <c:v>1.0121744500000001</c:v>
                </c:pt>
                <c:pt idx="89">
                  <c:v>1.01257603</c:v>
                </c:pt>
                <c:pt idx="90">
                  <c:v>1.01271026</c:v>
                </c:pt>
                <c:pt idx="91">
                  <c:v>1.01270555</c:v>
                </c:pt>
                <c:pt idx="92">
                  <c:v>1.01229418</c:v>
                </c:pt>
                <c:pt idx="93">
                  <c:v>1.01237837</c:v>
                </c:pt>
                <c:pt idx="94">
                  <c:v>1.0124872899999999</c:v>
                </c:pt>
                <c:pt idx="95">
                  <c:v>1.0124756500000001</c:v>
                </c:pt>
                <c:pt idx="96">
                  <c:v>1.01295797</c:v>
                </c:pt>
                <c:pt idx="97">
                  <c:v>1.0128655900000001</c:v>
                </c:pt>
                <c:pt idx="98">
                  <c:v>1.0128305900000001</c:v>
                </c:pt>
                <c:pt idx="99">
                  <c:v>1.01184155</c:v>
                </c:pt>
                <c:pt idx="100">
                  <c:v>1.0124851100000001</c:v>
                </c:pt>
                <c:pt idx="101">
                  <c:v>1.0125383699999999</c:v>
                </c:pt>
                <c:pt idx="102">
                  <c:v>1.01312208</c:v>
                </c:pt>
                <c:pt idx="103">
                  <c:v>1.01360984</c:v>
                </c:pt>
                <c:pt idx="104">
                  <c:v>1.01437011</c:v>
                </c:pt>
                <c:pt idx="105">
                  <c:v>1.0140769300000001</c:v>
                </c:pt>
                <c:pt idx="106">
                  <c:v>1.01365883</c:v>
                </c:pt>
                <c:pt idx="107">
                  <c:v>1.0141406500000001</c:v>
                </c:pt>
                <c:pt idx="108">
                  <c:v>1.0148282099999999</c:v>
                </c:pt>
                <c:pt idx="109">
                  <c:v>1.0152956900000001</c:v>
                </c:pt>
                <c:pt idx="110">
                  <c:v>1.0163121399999999</c:v>
                </c:pt>
                <c:pt idx="111">
                  <c:v>1.01614403</c:v>
                </c:pt>
                <c:pt idx="112">
                  <c:v>1.0166866699999999</c:v>
                </c:pt>
                <c:pt idx="113">
                  <c:v>1.01677974</c:v>
                </c:pt>
                <c:pt idx="114">
                  <c:v>1.0167798299999999</c:v>
                </c:pt>
                <c:pt idx="115">
                  <c:v>1.0170405600000001</c:v>
                </c:pt>
                <c:pt idx="116">
                  <c:v>1.0165497100000001</c:v>
                </c:pt>
                <c:pt idx="117">
                  <c:v>1.01657701</c:v>
                </c:pt>
                <c:pt idx="118">
                  <c:v>1.0163065600000001</c:v>
                </c:pt>
                <c:pt idx="119">
                  <c:v>1.01628319</c:v>
                </c:pt>
                <c:pt idx="120">
                  <c:v>1.0165963499999999</c:v>
                </c:pt>
                <c:pt idx="121">
                  <c:v>1.01567527</c:v>
                </c:pt>
                <c:pt idx="122">
                  <c:v>1.0154434299999999</c:v>
                </c:pt>
                <c:pt idx="123">
                  <c:v>1.0159609000000001</c:v>
                </c:pt>
                <c:pt idx="124">
                  <c:v>1.01598799</c:v>
                </c:pt>
                <c:pt idx="125">
                  <c:v>1.01660679</c:v>
                </c:pt>
                <c:pt idx="126">
                  <c:v>1.01677145</c:v>
                </c:pt>
                <c:pt idx="127">
                  <c:v>1.01711693</c:v>
                </c:pt>
                <c:pt idx="128">
                  <c:v>1.0175769100000001</c:v>
                </c:pt>
                <c:pt idx="129">
                  <c:v>1.0180653799999999</c:v>
                </c:pt>
                <c:pt idx="130">
                  <c:v>1.0185731</c:v>
                </c:pt>
                <c:pt idx="131">
                  <c:v>1.01921241</c:v>
                </c:pt>
                <c:pt idx="132">
                  <c:v>1.0194709099999999</c:v>
                </c:pt>
                <c:pt idx="133">
                  <c:v>1.01942132</c:v>
                </c:pt>
                <c:pt idx="134">
                  <c:v>1.01973731</c:v>
                </c:pt>
                <c:pt idx="135">
                  <c:v>1.02023566</c:v>
                </c:pt>
                <c:pt idx="136">
                  <c:v>1.02010695</c:v>
                </c:pt>
                <c:pt idx="137">
                  <c:v>1.0203118900000001</c:v>
                </c:pt>
                <c:pt idx="138">
                  <c:v>1.0205035499999999</c:v>
                </c:pt>
                <c:pt idx="139">
                  <c:v>1.0204401999999999</c:v>
                </c:pt>
                <c:pt idx="140">
                  <c:v>1.0204343300000001</c:v>
                </c:pt>
                <c:pt idx="141">
                  <c:v>1.0207582100000001</c:v>
                </c:pt>
                <c:pt idx="142">
                  <c:v>1.02084325</c:v>
                </c:pt>
                <c:pt idx="143">
                  <c:v>1.02118822</c:v>
                </c:pt>
                <c:pt idx="144">
                  <c:v>1.02192923</c:v>
                </c:pt>
                <c:pt idx="145">
                  <c:v>1.0225179200000001</c:v>
                </c:pt>
                <c:pt idx="146">
                  <c:v>1.0204694700000001</c:v>
                </c:pt>
                <c:pt idx="147">
                  <c:v>1.0204694700000001</c:v>
                </c:pt>
                <c:pt idx="148">
                  <c:v>1.0237878600000001</c:v>
                </c:pt>
                <c:pt idx="149">
                  <c:v>1.02404468</c:v>
                </c:pt>
                <c:pt idx="150">
                  <c:v>1.02417779</c:v>
                </c:pt>
                <c:pt idx="151">
                  <c:v>1.0241719</c:v>
                </c:pt>
                <c:pt idx="152">
                  <c:v>1.0253455199999999</c:v>
                </c:pt>
                <c:pt idx="153">
                  <c:v>1.0248278</c:v>
                </c:pt>
                <c:pt idx="154">
                  <c:v>1.0248703299999999</c:v>
                </c:pt>
                <c:pt idx="155">
                  <c:v>1.02530447</c:v>
                </c:pt>
                <c:pt idx="156">
                  <c:v>1.0252985699999999</c:v>
                </c:pt>
                <c:pt idx="157">
                  <c:v>1.02653613</c:v>
                </c:pt>
                <c:pt idx="158">
                  <c:v>1.0267977699999999</c:v>
                </c:pt>
                <c:pt idx="159">
                  <c:v>1.0269885000000001</c:v>
                </c:pt>
                <c:pt idx="160">
                  <c:v>1.02731953</c:v>
                </c:pt>
                <c:pt idx="161">
                  <c:v>1.02763133</c:v>
                </c:pt>
                <c:pt idx="162">
                  <c:v>1.0273783299999999</c:v>
                </c:pt>
                <c:pt idx="163">
                  <c:v>1.02765624</c:v>
                </c:pt>
                <c:pt idx="164">
                  <c:v>1.02773822</c:v>
                </c:pt>
                <c:pt idx="165">
                  <c:v>1.0280507000000001</c:v>
                </c:pt>
                <c:pt idx="166">
                  <c:v>1.0282916900000001</c:v>
                </c:pt>
                <c:pt idx="167">
                  <c:v>1.0282336999999999</c:v>
                </c:pt>
                <c:pt idx="168">
                  <c:v>1.02865948</c:v>
                </c:pt>
                <c:pt idx="169">
                  <c:v>1.02959416</c:v>
                </c:pt>
                <c:pt idx="170">
                  <c:v>1.0299906299999999</c:v>
                </c:pt>
                <c:pt idx="171">
                  <c:v>1.0298683200000001</c:v>
                </c:pt>
                <c:pt idx="172">
                  <c:v>1.0300227900000001</c:v>
                </c:pt>
                <c:pt idx="173">
                  <c:v>1.0311461399999999</c:v>
                </c:pt>
                <c:pt idx="174">
                  <c:v>1.03141847</c:v>
                </c:pt>
                <c:pt idx="175">
                  <c:v>1.03204188</c:v>
                </c:pt>
                <c:pt idx="176">
                  <c:v>1.0323000099999999</c:v>
                </c:pt>
                <c:pt idx="177">
                  <c:v>1.0338395300000001</c:v>
                </c:pt>
                <c:pt idx="178">
                  <c:v>1.03348796</c:v>
                </c:pt>
                <c:pt idx="179">
                  <c:v>1.0329676999999999</c:v>
                </c:pt>
                <c:pt idx="180">
                  <c:v>1.03276813</c:v>
                </c:pt>
                <c:pt idx="181">
                  <c:v>1.0380570899999999</c:v>
                </c:pt>
                <c:pt idx="182">
                  <c:v>1.0389799799999999</c:v>
                </c:pt>
                <c:pt idx="183">
                  <c:v>1.03932582</c:v>
                </c:pt>
                <c:pt idx="184">
                  <c:v>1.03964045</c:v>
                </c:pt>
                <c:pt idx="185">
                  <c:v>1.0400240999999999</c:v>
                </c:pt>
                <c:pt idx="186">
                  <c:v>1.04083693</c:v>
                </c:pt>
                <c:pt idx="187">
                  <c:v>1.04137726</c:v>
                </c:pt>
                <c:pt idx="188">
                  <c:v>1.0417012000000001</c:v>
                </c:pt>
                <c:pt idx="189">
                  <c:v>1.0416926099999999</c:v>
                </c:pt>
                <c:pt idx="190">
                  <c:v>1.04249806</c:v>
                </c:pt>
                <c:pt idx="191">
                  <c:v>1.04313576</c:v>
                </c:pt>
                <c:pt idx="192">
                  <c:v>1.0436261899999999</c:v>
                </c:pt>
                <c:pt idx="193">
                  <c:v>1.0441278199999999</c:v>
                </c:pt>
                <c:pt idx="194">
                  <c:v>1.0439621100000001</c:v>
                </c:pt>
                <c:pt idx="195">
                  <c:v>1.04376921</c:v>
                </c:pt>
                <c:pt idx="196">
                  <c:v>1.0435572500000001</c:v>
                </c:pt>
                <c:pt idx="197">
                  <c:v>1.04403757</c:v>
                </c:pt>
                <c:pt idx="198">
                  <c:v>1.0447801400000001</c:v>
                </c:pt>
                <c:pt idx="199">
                  <c:v>1.0447510099999999</c:v>
                </c:pt>
                <c:pt idx="200">
                  <c:v>1.04474501</c:v>
                </c:pt>
                <c:pt idx="201">
                  <c:v>1.04473901</c:v>
                </c:pt>
                <c:pt idx="202">
                  <c:v>1.0447330100000001</c:v>
                </c:pt>
                <c:pt idx="203">
                  <c:v>1.0447270099999999</c:v>
                </c:pt>
                <c:pt idx="204">
                  <c:v>1.0447210099999999</c:v>
                </c:pt>
                <c:pt idx="205">
                  <c:v>1.0450888700000001</c:v>
                </c:pt>
                <c:pt idx="206">
                  <c:v>1.04552537</c:v>
                </c:pt>
                <c:pt idx="207">
                  <c:v>1.04599647</c:v>
                </c:pt>
                <c:pt idx="208">
                  <c:v>1.0459904600000001</c:v>
                </c:pt>
                <c:pt idx="209">
                  <c:v>1.0469440800000001</c:v>
                </c:pt>
                <c:pt idx="210">
                  <c:v>1.04753367</c:v>
                </c:pt>
                <c:pt idx="211">
                  <c:v>1.04793666</c:v>
                </c:pt>
                <c:pt idx="212">
                  <c:v>1.0476845800000001</c:v>
                </c:pt>
                <c:pt idx="213">
                  <c:v>1.04751361</c:v>
                </c:pt>
                <c:pt idx="214">
                  <c:v>1.0475075899999999</c:v>
                </c:pt>
                <c:pt idx="215">
                  <c:v>1.04750158</c:v>
                </c:pt>
                <c:pt idx="216">
                  <c:v>1.0482435400000001</c:v>
                </c:pt>
                <c:pt idx="217">
                  <c:v>1.0489552600000001</c:v>
                </c:pt>
                <c:pt idx="218">
                  <c:v>1.04912315</c:v>
                </c:pt>
                <c:pt idx="219">
                  <c:v>1.04919137</c:v>
                </c:pt>
                <c:pt idx="220">
                  <c:v>1.0493801</c:v>
                </c:pt>
                <c:pt idx="221">
                  <c:v>1.04937408</c:v>
                </c:pt>
                <c:pt idx="222">
                  <c:v>1.0493680599999999</c:v>
                </c:pt>
                <c:pt idx="223">
                  <c:v>1.05019163</c:v>
                </c:pt>
                <c:pt idx="224">
                  <c:v>1.0507609600000001</c:v>
                </c:pt>
                <c:pt idx="225">
                  <c:v>1.0519594800000001</c:v>
                </c:pt>
                <c:pt idx="226">
                  <c:v>1.05252784</c:v>
                </c:pt>
                <c:pt idx="227">
                  <c:v>1.05276689</c:v>
                </c:pt>
                <c:pt idx="228">
                  <c:v>1.0527608500000001</c:v>
                </c:pt>
                <c:pt idx="229">
                  <c:v>1.0527548099999999</c:v>
                </c:pt>
                <c:pt idx="230">
                  <c:v>1.0533353000000001</c:v>
                </c:pt>
                <c:pt idx="231">
                  <c:v>1.0537148700000001</c:v>
                </c:pt>
                <c:pt idx="232">
                  <c:v>1.05342497</c:v>
                </c:pt>
                <c:pt idx="233">
                  <c:v>1.0538773800000001</c:v>
                </c:pt>
                <c:pt idx="234">
                  <c:v>1.05367061</c:v>
                </c:pt>
                <c:pt idx="235">
                  <c:v>1.0536645600000001</c:v>
                </c:pt>
                <c:pt idx="236">
                  <c:v>1.05365851</c:v>
                </c:pt>
                <c:pt idx="237">
                  <c:v>1.05352947</c:v>
                </c:pt>
                <c:pt idx="238">
                  <c:v>1.0533482599999999</c:v>
                </c:pt>
                <c:pt idx="239">
                  <c:v>1.0530466199999999</c:v>
                </c:pt>
                <c:pt idx="240">
                  <c:v>1.0527952300000001</c:v>
                </c:pt>
                <c:pt idx="241">
                  <c:v>1.0531454200000001</c:v>
                </c:pt>
                <c:pt idx="242">
                  <c:v>1.05313938</c:v>
                </c:pt>
                <c:pt idx="243">
                  <c:v>1.05313334</c:v>
                </c:pt>
                <c:pt idx="244">
                  <c:v>1.0536737899999999</c:v>
                </c:pt>
                <c:pt idx="245">
                  <c:v>1.05450322</c:v>
                </c:pt>
                <c:pt idx="246">
                  <c:v>1.0551367700000001</c:v>
                </c:pt>
                <c:pt idx="247">
                  <c:v>1.055707</c:v>
                </c:pt>
                <c:pt idx="248">
                  <c:v>1.0557009399999999</c:v>
                </c:pt>
                <c:pt idx="249">
                  <c:v>1.0556948799999999</c:v>
                </c:pt>
                <c:pt idx="250">
                  <c:v>1.0557709200000001</c:v>
                </c:pt>
                <c:pt idx="251">
                  <c:v>1.05621528</c:v>
                </c:pt>
                <c:pt idx="252">
                  <c:v>1.05579858</c:v>
                </c:pt>
                <c:pt idx="253">
                  <c:v>1.05621111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FE-2B2C-4B85-840D-7187EA2D1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40255"/>
        <c:axId val="576334495"/>
      </c:lineChart>
      <c:lineChart>
        <c:grouping val="standard"/>
        <c:varyColors val="0"/>
        <c:ser>
          <c:idx val="1"/>
          <c:order val="1"/>
          <c:tx>
            <c:strRef>
              <c:f>汇鑫1号-成立以来年化收益率</c:f>
              <c:strCache>
                <c:ptCount val="1"/>
                <c:pt idx="0">
                  <c:v>汇鑫1号-成立以来年化收益率</c:v>
                </c:pt>
              </c:strCache>
            </c:strRef>
          </c:tx>
          <c:spPr>
            <a:ln w="28575" cap="rnd" cmpd="sng" algn="ctr">
              <a:solidFill>
                <a:srgbClr val="B29A73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F-2B2C-4B85-840D-7187EA2D1EB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0-2B2C-4B85-840D-7187EA2D1EB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1-2B2C-4B85-840D-7187EA2D1EB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2-2B2C-4B85-840D-7187EA2D1EB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3-2B2C-4B85-840D-7187EA2D1EB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4-2B2C-4B85-840D-7187EA2D1EB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5-2B2C-4B85-840D-7187EA2D1EB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6-2B2C-4B85-840D-7187EA2D1EB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7-2B2C-4B85-840D-7187EA2D1EB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8-2B2C-4B85-840D-7187EA2D1EB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9-2B2C-4B85-840D-7187EA2D1EB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A-2B2C-4B85-840D-7187EA2D1EB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B-2B2C-4B85-840D-7187EA2D1EB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C-2B2C-4B85-840D-7187EA2D1EB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D-2B2C-4B85-840D-7187EA2D1EB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E-2B2C-4B85-840D-7187EA2D1EB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F-2B2C-4B85-840D-7187EA2D1EB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0-2B2C-4B85-840D-7187EA2D1EB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1-2B2C-4B85-840D-7187EA2D1EB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2-2B2C-4B85-840D-7187EA2D1EB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3-2B2C-4B85-840D-7187EA2D1EB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4-2B2C-4B85-840D-7187EA2D1EB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5-2B2C-4B85-840D-7187EA2D1EB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6-2B2C-4B85-840D-7187EA2D1EB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7-2B2C-4B85-840D-7187EA2D1EB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8-2B2C-4B85-840D-7187EA2D1EB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9-2B2C-4B85-840D-7187EA2D1EB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A-2B2C-4B85-840D-7187EA2D1EB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B-2B2C-4B85-840D-7187EA2D1EB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C-2B2C-4B85-840D-7187EA2D1EB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D-2B2C-4B85-840D-7187EA2D1EB7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E-2B2C-4B85-840D-7187EA2D1EB7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F-2B2C-4B85-840D-7187EA2D1EB7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0-2B2C-4B85-840D-7187EA2D1EB7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1-2B2C-4B85-840D-7187EA2D1EB7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2-2B2C-4B85-840D-7187EA2D1EB7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3-2B2C-4B85-840D-7187EA2D1EB7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4-2B2C-4B85-840D-7187EA2D1EB7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5-2B2C-4B85-840D-7187EA2D1EB7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6-2B2C-4B85-840D-7187EA2D1EB7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7-2B2C-4B85-840D-7187EA2D1EB7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8-2B2C-4B85-840D-7187EA2D1EB7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9-2B2C-4B85-840D-7187EA2D1EB7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A-2B2C-4B85-840D-7187EA2D1EB7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B-2B2C-4B85-840D-7187EA2D1EB7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C-2B2C-4B85-840D-7187EA2D1EB7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D-2B2C-4B85-840D-7187EA2D1EB7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E-2B2C-4B85-840D-7187EA2D1EB7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F-2B2C-4B85-840D-7187EA2D1EB7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0-2B2C-4B85-840D-7187EA2D1EB7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1-2B2C-4B85-840D-7187EA2D1EB7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2-2B2C-4B85-840D-7187EA2D1EB7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3-2B2C-4B85-840D-7187EA2D1EB7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4-2B2C-4B85-840D-7187EA2D1EB7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5-2B2C-4B85-840D-7187EA2D1EB7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6-2B2C-4B85-840D-7187EA2D1EB7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7-2B2C-4B85-840D-7187EA2D1EB7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8-2B2C-4B85-840D-7187EA2D1EB7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9-2B2C-4B85-840D-7187EA2D1EB7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A-2B2C-4B85-840D-7187EA2D1EB7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B-2B2C-4B85-840D-7187EA2D1EB7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C-2B2C-4B85-840D-7187EA2D1EB7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D-2B2C-4B85-840D-7187EA2D1EB7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E-2B2C-4B85-840D-7187EA2D1EB7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F-2B2C-4B85-840D-7187EA2D1EB7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0-2B2C-4B85-840D-7187EA2D1EB7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1-2B2C-4B85-840D-7187EA2D1EB7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2-2B2C-4B85-840D-7187EA2D1EB7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3-2B2C-4B85-840D-7187EA2D1EB7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4-2B2C-4B85-840D-7187EA2D1EB7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5-2B2C-4B85-840D-7187EA2D1EB7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6-2B2C-4B85-840D-7187EA2D1EB7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7-2B2C-4B85-840D-7187EA2D1EB7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8-2B2C-4B85-840D-7187EA2D1EB7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9-2B2C-4B85-840D-7187EA2D1EB7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A-2B2C-4B85-840D-7187EA2D1EB7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B-2B2C-4B85-840D-7187EA2D1EB7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C-2B2C-4B85-840D-7187EA2D1EB7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D-2B2C-4B85-840D-7187EA2D1EB7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E-2B2C-4B85-840D-7187EA2D1EB7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F-2B2C-4B85-840D-7187EA2D1EB7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0-2B2C-4B85-840D-7187EA2D1EB7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1-2B2C-4B85-840D-7187EA2D1EB7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2-2B2C-4B85-840D-7187EA2D1EB7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3-2B2C-4B85-840D-7187EA2D1EB7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4-2B2C-4B85-840D-7187EA2D1EB7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5-2B2C-4B85-840D-7187EA2D1EB7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6-2B2C-4B85-840D-7187EA2D1EB7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7-2B2C-4B85-840D-7187EA2D1EB7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8-2B2C-4B85-840D-7187EA2D1EB7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9-2B2C-4B85-840D-7187EA2D1EB7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A-2B2C-4B85-840D-7187EA2D1EB7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B-2B2C-4B85-840D-7187EA2D1EB7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C-2B2C-4B85-840D-7187EA2D1EB7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D-2B2C-4B85-840D-7187EA2D1EB7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E-2B2C-4B85-840D-7187EA2D1EB7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F-2B2C-4B85-840D-7187EA2D1EB7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0-2B2C-4B85-840D-7187EA2D1EB7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1-2B2C-4B85-840D-7187EA2D1EB7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2-2B2C-4B85-840D-7187EA2D1EB7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3-2B2C-4B85-840D-7187EA2D1EB7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4-2B2C-4B85-840D-7187EA2D1EB7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5-2B2C-4B85-840D-7187EA2D1EB7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6-2B2C-4B85-840D-7187EA2D1EB7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7-2B2C-4B85-840D-7187EA2D1EB7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8-2B2C-4B85-840D-7187EA2D1EB7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9-2B2C-4B85-840D-7187EA2D1EB7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A-2B2C-4B85-840D-7187EA2D1EB7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B-2B2C-4B85-840D-7187EA2D1EB7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C-2B2C-4B85-840D-7187EA2D1EB7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D-2B2C-4B85-840D-7187EA2D1EB7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E-2B2C-4B85-840D-7187EA2D1EB7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F-2B2C-4B85-840D-7187EA2D1EB7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0-2B2C-4B85-840D-7187EA2D1EB7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1-2B2C-4B85-840D-7187EA2D1EB7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2-2B2C-4B85-840D-7187EA2D1EB7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3-2B2C-4B85-840D-7187EA2D1EB7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4-2B2C-4B85-840D-7187EA2D1EB7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5-2B2C-4B85-840D-7187EA2D1EB7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6-2B2C-4B85-840D-7187EA2D1EB7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7-2B2C-4B85-840D-7187EA2D1EB7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8-2B2C-4B85-840D-7187EA2D1EB7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9-2B2C-4B85-840D-7187EA2D1EB7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A-2B2C-4B85-840D-7187EA2D1EB7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B-2B2C-4B85-840D-7187EA2D1EB7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C-2B2C-4B85-840D-7187EA2D1EB7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D-2B2C-4B85-840D-7187EA2D1EB7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E-2B2C-4B85-840D-7187EA2D1EB7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F-2B2C-4B85-840D-7187EA2D1EB7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0-2B2C-4B85-840D-7187EA2D1EB7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1-2B2C-4B85-840D-7187EA2D1EB7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2-2B2C-4B85-840D-7187EA2D1EB7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3-2B2C-4B85-840D-7187EA2D1EB7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4-2B2C-4B85-840D-7187EA2D1EB7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5-2B2C-4B85-840D-7187EA2D1EB7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6-2B2C-4B85-840D-7187EA2D1EB7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7-2B2C-4B85-840D-7187EA2D1EB7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8-2B2C-4B85-840D-7187EA2D1EB7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9-2B2C-4B85-840D-7187EA2D1EB7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A-2B2C-4B85-840D-7187EA2D1EB7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B-2B2C-4B85-840D-7187EA2D1EB7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C-2B2C-4B85-840D-7187EA2D1EB7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D-2B2C-4B85-840D-7187EA2D1EB7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E-2B2C-4B85-840D-7187EA2D1EB7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F-2B2C-4B85-840D-7187EA2D1EB7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0-2B2C-4B85-840D-7187EA2D1EB7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1-2B2C-4B85-840D-7187EA2D1EB7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2-2B2C-4B85-840D-7187EA2D1EB7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3-2B2C-4B85-840D-7187EA2D1EB7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4-2B2C-4B85-840D-7187EA2D1EB7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5-2B2C-4B85-840D-7187EA2D1EB7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6-2B2C-4B85-840D-7187EA2D1EB7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7-2B2C-4B85-840D-7187EA2D1EB7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8-2B2C-4B85-840D-7187EA2D1EB7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9-2B2C-4B85-840D-7187EA2D1EB7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A-2B2C-4B85-840D-7187EA2D1EB7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B-2B2C-4B85-840D-7187EA2D1EB7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C-2B2C-4B85-840D-7187EA2D1EB7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D-2B2C-4B85-840D-7187EA2D1EB7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E-2B2C-4B85-840D-7187EA2D1EB7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F-2B2C-4B85-840D-7187EA2D1EB7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0-2B2C-4B85-840D-7187EA2D1EB7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1-2B2C-4B85-840D-7187EA2D1EB7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2-2B2C-4B85-840D-7187EA2D1EB7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3-2B2C-4B85-840D-7187EA2D1EB7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4-2B2C-4B85-840D-7187EA2D1EB7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5-2B2C-4B85-840D-7187EA2D1EB7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6-2B2C-4B85-840D-7187EA2D1EB7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7-2B2C-4B85-840D-7187EA2D1EB7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8-2B2C-4B85-840D-7187EA2D1EB7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9-2B2C-4B85-840D-7187EA2D1EB7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A-2B2C-4B85-840D-7187EA2D1EB7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B-2B2C-4B85-840D-7187EA2D1EB7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C-2B2C-4B85-840D-7187EA2D1EB7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D-2B2C-4B85-840D-7187EA2D1EB7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E-2B2C-4B85-840D-7187EA2D1EB7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F-2B2C-4B85-840D-7187EA2D1EB7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0-2B2C-4B85-840D-7187EA2D1EB7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1-2B2C-4B85-840D-7187EA2D1EB7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2-2B2C-4B85-840D-7187EA2D1EB7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3-2B2C-4B85-840D-7187EA2D1EB7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4-2B2C-4B85-840D-7187EA2D1EB7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5-2B2C-4B85-840D-7187EA2D1EB7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6-2B2C-4B85-840D-7187EA2D1EB7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7-2B2C-4B85-840D-7187EA2D1EB7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8-2B2C-4B85-840D-7187EA2D1EB7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9-2B2C-4B85-840D-7187EA2D1EB7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A-2B2C-4B85-840D-7187EA2D1EB7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B-2B2C-4B85-840D-7187EA2D1EB7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C-2B2C-4B85-840D-7187EA2D1EB7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D-2B2C-4B85-840D-7187EA2D1EB7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E-2B2C-4B85-840D-7187EA2D1EB7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F-2B2C-4B85-840D-7187EA2D1EB7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0-2B2C-4B85-840D-7187EA2D1EB7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1-2B2C-4B85-840D-7187EA2D1EB7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2-2B2C-4B85-840D-7187EA2D1EB7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3-2B2C-4B85-840D-7187EA2D1EB7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4-2B2C-4B85-840D-7187EA2D1EB7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5-2B2C-4B85-840D-7187EA2D1EB7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6-2B2C-4B85-840D-7187EA2D1EB7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7-2B2C-4B85-840D-7187EA2D1EB7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8-2B2C-4B85-840D-7187EA2D1EB7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9-2B2C-4B85-840D-7187EA2D1EB7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A-2B2C-4B85-840D-7187EA2D1EB7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B-2B2C-4B85-840D-7187EA2D1EB7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C-2B2C-4B85-840D-7187EA2D1EB7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D-2B2C-4B85-840D-7187EA2D1EB7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E-2B2C-4B85-840D-7187EA2D1EB7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F-2B2C-4B85-840D-7187EA2D1EB7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0-2B2C-4B85-840D-7187EA2D1EB7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1-2B2C-4B85-840D-7187EA2D1EB7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2-2B2C-4B85-840D-7187EA2D1EB7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3-2B2C-4B85-840D-7187EA2D1EB7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4-2B2C-4B85-840D-7187EA2D1EB7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5-2B2C-4B85-840D-7187EA2D1EB7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6-2B2C-4B85-840D-7187EA2D1EB7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7-2B2C-4B85-840D-7187EA2D1EB7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8-2B2C-4B85-840D-7187EA2D1EB7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9-2B2C-4B85-840D-7187EA2D1EB7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A-2B2C-4B85-840D-7187EA2D1EB7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B-2B2C-4B85-840D-7187EA2D1EB7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C-2B2C-4B85-840D-7187EA2D1EB7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D-2B2C-4B85-840D-7187EA2D1EB7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E-2B2C-4B85-840D-7187EA2D1EB7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F-2B2C-4B85-840D-7187EA2D1EB7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0-2B2C-4B85-840D-7187EA2D1EB7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1-2B2C-4B85-840D-7187EA2D1EB7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2-2B2C-4B85-840D-7187EA2D1EB7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3-2B2C-4B85-840D-7187EA2D1EB7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4-2B2C-4B85-840D-7187EA2D1EB7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5-2B2C-4B85-840D-7187EA2D1EB7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6-2B2C-4B85-840D-7187EA2D1EB7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7-2B2C-4B85-840D-7187EA2D1EB7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8-2B2C-4B85-840D-7187EA2D1EB7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9-2B2C-4B85-840D-7187EA2D1EB7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A-2B2C-4B85-840D-7187EA2D1EB7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B-2B2C-4B85-840D-7187EA2D1EB7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C-2B2C-4B85-840D-7187EA2D1EB7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D-2B2C-4B85-840D-7187EA2D1EB7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E-2B2C-4B85-840D-7187EA2D1EB7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F-2B2C-4B85-840D-7187EA2D1EB7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0-2B2C-4B85-840D-7187EA2D1EB7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1-2B2C-4B85-840D-7187EA2D1EB7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2-2B2C-4B85-840D-7187EA2D1EB7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3-2B2C-4B85-840D-7187EA2D1EB7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4-2B2C-4B85-840D-7187EA2D1EB7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5-2B2C-4B85-840D-7187EA2D1EB7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6-2B2C-4B85-840D-7187EA2D1EB7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7-2B2C-4B85-840D-7187EA2D1EB7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8-2B2C-4B85-840D-7187EA2D1EB7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9-2B2C-4B85-840D-7187EA2D1EB7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A-2B2C-4B85-840D-7187EA2D1EB7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B-2B2C-4B85-840D-7187EA2D1EB7}"/>
                </c:ext>
              </c:extLst>
            </c:dLbl>
            <c:dLbl>
              <c:idx val="253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29A73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FC-2B2C-4B85-840D-7187EA2D1E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'[20260624-产品一页通.xlsx]汇鑫1号'!$A$2:$A$255</c:f>
              <c:numCache>
                <c:formatCode>yyyy/mm/dd</c:formatCode>
                <c:ptCount val="254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45908</c:v>
                </c:pt>
                <c:pt idx="37">
                  <c:v>45909</c:v>
                </c:pt>
                <c:pt idx="38">
                  <c:v>45910</c:v>
                </c:pt>
                <c:pt idx="39">
                  <c:v>45911</c:v>
                </c:pt>
                <c:pt idx="40">
                  <c:v>45912</c:v>
                </c:pt>
                <c:pt idx="41">
                  <c:v>45915</c:v>
                </c:pt>
                <c:pt idx="42">
                  <c:v>45916</c:v>
                </c:pt>
                <c:pt idx="43">
                  <c:v>45917</c:v>
                </c:pt>
                <c:pt idx="44">
                  <c:v>45918</c:v>
                </c:pt>
                <c:pt idx="45">
                  <c:v>45919</c:v>
                </c:pt>
                <c:pt idx="46">
                  <c:v>45922</c:v>
                </c:pt>
                <c:pt idx="47">
                  <c:v>45923</c:v>
                </c:pt>
                <c:pt idx="48">
                  <c:v>45924</c:v>
                </c:pt>
                <c:pt idx="49">
                  <c:v>45925</c:v>
                </c:pt>
                <c:pt idx="50">
                  <c:v>45926</c:v>
                </c:pt>
                <c:pt idx="51">
                  <c:v>45927</c:v>
                </c:pt>
                <c:pt idx="52">
                  <c:v>45929</c:v>
                </c:pt>
                <c:pt idx="53">
                  <c:v>45930</c:v>
                </c:pt>
                <c:pt idx="54">
                  <c:v>45939</c:v>
                </c:pt>
                <c:pt idx="55">
                  <c:v>45940</c:v>
                </c:pt>
                <c:pt idx="56">
                  <c:v>45943</c:v>
                </c:pt>
                <c:pt idx="57">
                  <c:v>45944</c:v>
                </c:pt>
                <c:pt idx="58">
                  <c:v>45945</c:v>
                </c:pt>
                <c:pt idx="59">
                  <c:v>45946</c:v>
                </c:pt>
                <c:pt idx="60">
                  <c:v>45947</c:v>
                </c:pt>
                <c:pt idx="61">
                  <c:v>45950</c:v>
                </c:pt>
                <c:pt idx="62">
                  <c:v>45951</c:v>
                </c:pt>
                <c:pt idx="63">
                  <c:v>45952</c:v>
                </c:pt>
                <c:pt idx="64">
                  <c:v>45953</c:v>
                </c:pt>
                <c:pt idx="65">
                  <c:v>45954</c:v>
                </c:pt>
                <c:pt idx="66">
                  <c:v>45955</c:v>
                </c:pt>
                <c:pt idx="67">
                  <c:v>45956</c:v>
                </c:pt>
                <c:pt idx="68">
                  <c:v>45957</c:v>
                </c:pt>
                <c:pt idx="69">
                  <c:v>45958</c:v>
                </c:pt>
                <c:pt idx="70">
                  <c:v>45959</c:v>
                </c:pt>
                <c:pt idx="71">
                  <c:v>45960</c:v>
                </c:pt>
                <c:pt idx="72">
                  <c:v>45961</c:v>
                </c:pt>
                <c:pt idx="73">
                  <c:v>45964</c:v>
                </c:pt>
                <c:pt idx="74">
                  <c:v>45965</c:v>
                </c:pt>
                <c:pt idx="75">
                  <c:v>45966</c:v>
                </c:pt>
                <c:pt idx="76">
                  <c:v>45967</c:v>
                </c:pt>
                <c:pt idx="77">
                  <c:v>45968</c:v>
                </c:pt>
                <c:pt idx="78">
                  <c:v>45969</c:v>
                </c:pt>
                <c:pt idx="79">
                  <c:v>45970</c:v>
                </c:pt>
                <c:pt idx="80">
                  <c:v>45971</c:v>
                </c:pt>
                <c:pt idx="81">
                  <c:v>45972</c:v>
                </c:pt>
                <c:pt idx="82">
                  <c:v>45973</c:v>
                </c:pt>
                <c:pt idx="83">
                  <c:v>45974</c:v>
                </c:pt>
                <c:pt idx="84">
                  <c:v>45975</c:v>
                </c:pt>
                <c:pt idx="85">
                  <c:v>45978</c:v>
                </c:pt>
                <c:pt idx="86">
                  <c:v>45979</c:v>
                </c:pt>
                <c:pt idx="87">
                  <c:v>45980</c:v>
                </c:pt>
                <c:pt idx="88">
                  <c:v>45981</c:v>
                </c:pt>
                <c:pt idx="89">
                  <c:v>45982</c:v>
                </c:pt>
                <c:pt idx="90">
                  <c:v>45985</c:v>
                </c:pt>
                <c:pt idx="91">
                  <c:v>45986</c:v>
                </c:pt>
                <c:pt idx="92">
                  <c:v>45987</c:v>
                </c:pt>
                <c:pt idx="93">
                  <c:v>45988</c:v>
                </c:pt>
                <c:pt idx="94">
                  <c:v>45989</c:v>
                </c:pt>
                <c:pt idx="95">
                  <c:v>45991</c:v>
                </c:pt>
                <c:pt idx="96">
                  <c:v>45992</c:v>
                </c:pt>
                <c:pt idx="97">
                  <c:v>45993</c:v>
                </c:pt>
                <c:pt idx="98">
                  <c:v>45994</c:v>
                </c:pt>
                <c:pt idx="99">
                  <c:v>45995</c:v>
                </c:pt>
                <c:pt idx="100">
                  <c:v>45996</c:v>
                </c:pt>
                <c:pt idx="101">
                  <c:v>45999</c:v>
                </c:pt>
                <c:pt idx="102">
                  <c:v>46000</c:v>
                </c:pt>
                <c:pt idx="103">
                  <c:v>46001</c:v>
                </c:pt>
                <c:pt idx="104">
                  <c:v>46002</c:v>
                </c:pt>
                <c:pt idx="105">
                  <c:v>46003</c:v>
                </c:pt>
                <c:pt idx="106">
                  <c:v>46006</c:v>
                </c:pt>
                <c:pt idx="107">
                  <c:v>46007</c:v>
                </c:pt>
                <c:pt idx="108">
                  <c:v>46008</c:v>
                </c:pt>
                <c:pt idx="109">
                  <c:v>46009</c:v>
                </c:pt>
                <c:pt idx="110">
                  <c:v>46010</c:v>
                </c:pt>
                <c:pt idx="111">
                  <c:v>46013</c:v>
                </c:pt>
                <c:pt idx="112">
                  <c:v>46014</c:v>
                </c:pt>
                <c:pt idx="113">
                  <c:v>46015</c:v>
                </c:pt>
                <c:pt idx="114">
                  <c:v>46016</c:v>
                </c:pt>
                <c:pt idx="115">
                  <c:v>46017</c:v>
                </c:pt>
                <c:pt idx="116">
                  <c:v>46020</c:v>
                </c:pt>
                <c:pt idx="117">
                  <c:v>46021</c:v>
                </c:pt>
                <c:pt idx="118">
                  <c:v>46022</c:v>
                </c:pt>
                <c:pt idx="119">
                  <c:v>46026</c:v>
                </c:pt>
                <c:pt idx="120">
                  <c:v>46027</c:v>
                </c:pt>
                <c:pt idx="121">
                  <c:v>46028</c:v>
                </c:pt>
                <c:pt idx="122">
                  <c:v>46029</c:v>
                </c:pt>
                <c:pt idx="123">
                  <c:v>46030</c:v>
                </c:pt>
                <c:pt idx="124">
                  <c:v>46031</c:v>
                </c:pt>
                <c:pt idx="125">
                  <c:v>46034</c:v>
                </c:pt>
                <c:pt idx="126">
                  <c:v>46035</c:v>
                </c:pt>
                <c:pt idx="127">
                  <c:v>46036</c:v>
                </c:pt>
                <c:pt idx="128">
                  <c:v>46037</c:v>
                </c:pt>
                <c:pt idx="129">
                  <c:v>46038</c:v>
                </c:pt>
                <c:pt idx="130">
                  <c:v>46041</c:v>
                </c:pt>
                <c:pt idx="131">
                  <c:v>46042</c:v>
                </c:pt>
                <c:pt idx="132">
                  <c:v>46043</c:v>
                </c:pt>
                <c:pt idx="133">
                  <c:v>46044</c:v>
                </c:pt>
                <c:pt idx="134">
                  <c:v>46045</c:v>
                </c:pt>
                <c:pt idx="135">
                  <c:v>46048</c:v>
                </c:pt>
                <c:pt idx="136">
                  <c:v>46049</c:v>
                </c:pt>
                <c:pt idx="137">
                  <c:v>46050</c:v>
                </c:pt>
                <c:pt idx="138">
                  <c:v>46051</c:v>
                </c:pt>
                <c:pt idx="139">
                  <c:v>46052</c:v>
                </c:pt>
                <c:pt idx="140">
                  <c:v>46053</c:v>
                </c:pt>
                <c:pt idx="141">
                  <c:v>46055</c:v>
                </c:pt>
                <c:pt idx="142">
                  <c:v>46056</c:v>
                </c:pt>
                <c:pt idx="143">
                  <c:v>46057</c:v>
                </c:pt>
                <c:pt idx="144">
                  <c:v>46058</c:v>
                </c:pt>
                <c:pt idx="145">
                  <c:v>46059</c:v>
                </c:pt>
                <c:pt idx="146">
                  <c:v>46062</c:v>
                </c:pt>
                <c:pt idx="147">
                  <c:v>46063</c:v>
                </c:pt>
                <c:pt idx="148">
                  <c:v>46064</c:v>
                </c:pt>
                <c:pt idx="149">
                  <c:v>46065</c:v>
                </c:pt>
                <c:pt idx="150">
                  <c:v>46066</c:v>
                </c:pt>
                <c:pt idx="151">
                  <c:v>46067</c:v>
                </c:pt>
                <c:pt idx="152">
                  <c:v>46077</c:v>
                </c:pt>
                <c:pt idx="153">
                  <c:v>46078</c:v>
                </c:pt>
                <c:pt idx="154">
                  <c:v>46079</c:v>
                </c:pt>
                <c:pt idx="155">
                  <c:v>46080</c:v>
                </c:pt>
                <c:pt idx="156">
                  <c:v>46081</c:v>
                </c:pt>
                <c:pt idx="157">
                  <c:v>46083</c:v>
                </c:pt>
                <c:pt idx="158">
                  <c:v>46084</c:v>
                </c:pt>
                <c:pt idx="159">
                  <c:v>46085</c:v>
                </c:pt>
                <c:pt idx="160">
                  <c:v>46086</c:v>
                </c:pt>
                <c:pt idx="161">
                  <c:v>46087</c:v>
                </c:pt>
                <c:pt idx="162">
                  <c:v>46090</c:v>
                </c:pt>
                <c:pt idx="163">
                  <c:v>46091</c:v>
                </c:pt>
                <c:pt idx="164">
                  <c:v>46092</c:v>
                </c:pt>
                <c:pt idx="165">
                  <c:v>46093</c:v>
                </c:pt>
                <c:pt idx="166">
                  <c:v>46094</c:v>
                </c:pt>
                <c:pt idx="167">
                  <c:v>46097</c:v>
                </c:pt>
                <c:pt idx="168">
                  <c:v>46098</c:v>
                </c:pt>
                <c:pt idx="169">
                  <c:v>46099</c:v>
                </c:pt>
                <c:pt idx="170">
                  <c:v>46100</c:v>
                </c:pt>
                <c:pt idx="171">
                  <c:v>46101</c:v>
                </c:pt>
                <c:pt idx="172">
                  <c:v>46104</c:v>
                </c:pt>
                <c:pt idx="173">
                  <c:v>46105</c:v>
                </c:pt>
                <c:pt idx="174">
                  <c:v>46106</c:v>
                </c:pt>
                <c:pt idx="175">
                  <c:v>46107</c:v>
                </c:pt>
                <c:pt idx="176">
                  <c:v>46108</c:v>
                </c:pt>
                <c:pt idx="177">
                  <c:v>46111</c:v>
                </c:pt>
                <c:pt idx="178">
                  <c:v>46112</c:v>
                </c:pt>
                <c:pt idx="179">
                  <c:v>46113</c:v>
                </c:pt>
                <c:pt idx="180">
                  <c:v>46114</c:v>
                </c:pt>
                <c:pt idx="181">
                  <c:v>46115</c:v>
                </c:pt>
                <c:pt idx="182">
                  <c:v>46119</c:v>
                </c:pt>
                <c:pt idx="183">
                  <c:v>46120</c:v>
                </c:pt>
                <c:pt idx="184">
                  <c:v>46121</c:v>
                </c:pt>
                <c:pt idx="185">
                  <c:v>46122</c:v>
                </c:pt>
                <c:pt idx="186">
                  <c:v>46125</c:v>
                </c:pt>
                <c:pt idx="187">
                  <c:v>46126</c:v>
                </c:pt>
                <c:pt idx="188">
                  <c:v>46127</c:v>
                </c:pt>
                <c:pt idx="189">
                  <c:v>46128</c:v>
                </c:pt>
                <c:pt idx="190">
                  <c:v>46129</c:v>
                </c:pt>
                <c:pt idx="191">
                  <c:v>46132</c:v>
                </c:pt>
                <c:pt idx="192">
                  <c:v>46133</c:v>
                </c:pt>
                <c:pt idx="193">
                  <c:v>46134</c:v>
                </c:pt>
                <c:pt idx="194">
                  <c:v>46135</c:v>
                </c:pt>
                <c:pt idx="195">
                  <c:v>46136</c:v>
                </c:pt>
                <c:pt idx="196">
                  <c:v>46139</c:v>
                </c:pt>
                <c:pt idx="197">
                  <c:v>46140</c:v>
                </c:pt>
                <c:pt idx="198">
                  <c:v>46141</c:v>
                </c:pt>
                <c:pt idx="199">
                  <c:v>46142</c:v>
                </c:pt>
                <c:pt idx="200">
                  <c:v>46143</c:v>
                </c:pt>
                <c:pt idx="201">
                  <c:v>46144</c:v>
                </c:pt>
                <c:pt idx="202">
                  <c:v>46145</c:v>
                </c:pt>
                <c:pt idx="203">
                  <c:v>46146</c:v>
                </c:pt>
                <c:pt idx="204">
                  <c:v>46147</c:v>
                </c:pt>
                <c:pt idx="205">
                  <c:v>46148</c:v>
                </c:pt>
                <c:pt idx="206">
                  <c:v>46149</c:v>
                </c:pt>
                <c:pt idx="207">
                  <c:v>46150</c:v>
                </c:pt>
                <c:pt idx="208">
                  <c:v>46151</c:v>
                </c:pt>
                <c:pt idx="209">
                  <c:v>46153</c:v>
                </c:pt>
                <c:pt idx="210">
                  <c:v>46154</c:v>
                </c:pt>
                <c:pt idx="211">
                  <c:v>46155</c:v>
                </c:pt>
                <c:pt idx="212">
                  <c:v>46156</c:v>
                </c:pt>
                <c:pt idx="213">
                  <c:v>46157</c:v>
                </c:pt>
                <c:pt idx="214">
                  <c:v>46158</c:v>
                </c:pt>
                <c:pt idx="215">
                  <c:v>46159</c:v>
                </c:pt>
                <c:pt idx="216">
                  <c:v>46160</c:v>
                </c:pt>
                <c:pt idx="217">
                  <c:v>46161</c:v>
                </c:pt>
                <c:pt idx="218">
                  <c:v>46162</c:v>
                </c:pt>
                <c:pt idx="219">
                  <c:v>46163</c:v>
                </c:pt>
                <c:pt idx="220">
                  <c:v>46164</c:v>
                </c:pt>
                <c:pt idx="221">
                  <c:v>46165</c:v>
                </c:pt>
                <c:pt idx="222">
                  <c:v>46166</c:v>
                </c:pt>
                <c:pt idx="223">
                  <c:v>46167</c:v>
                </c:pt>
                <c:pt idx="224">
                  <c:v>46168</c:v>
                </c:pt>
                <c:pt idx="225">
                  <c:v>46169</c:v>
                </c:pt>
                <c:pt idx="226">
                  <c:v>46170</c:v>
                </c:pt>
                <c:pt idx="227">
                  <c:v>46171</c:v>
                </c:pt>
                <c:pt idx="228">
                  <c:v>46172</c:v>
                </c:pt>
                <c:pt idx="229">
                  <c:v>46173</c:v>
                </c:pt>
                <c:pt idx="230">
                  <c:v>46174</c:v>
                </c:pt>
                <c:pt idx="231">
                  <c:v>46175</c:v>
                </c:pt>
                <c:pt idx="232">
                  <c:v>46176</c:v>
                </c:pt>
                <c:pt idx="233">
                  <c:v>46177</c:v>
                </c:pt>
                <c:pt idx="234">
                  <c:v>46178</c:v>
                </c:pt>
                <c:pt idx="235">
                  <c:v>46179</c:v>
                </c:pt>
                <c:pt idx="236">
                  <c:v>46180</c:v>
                </c:pt>
                <c:pt idx="237">
                  <c:v>46181</c:v>
                </c:pt>
                <c:pt idx="238">
                  <c:v>46182</c:v>
                </c:pt>
                <c:pt idx="239">
                  <c:v>46183</c:v>
                </c:pt>
                <c:pt idx="240">
                  <c:v>46184</c:v>
                </c:pt>
                <c:pt idx="241">
                  <c:v>46185</c:v>
                </c:pt>
                <c:pt idx="242">
                  <c:v>46186</c:v>
                </c:pt>
                <c:pt idx="243">
                  <c:v>46187</c:v>
                </c:pt>
                <c:pt idx="244">
                  <c:v>46188</c:v>
                </c:pt>
                <c:pt idx="245">
                  <c:v>46189</c:v>
                </c:pt>
                <c:pt idx="246">
                  <c:v>46190</c:v>
                </c:pt>
                <c:pt idx="247">
                  <c:v>46191</c:v>
                </c:pt>
                <c:pt idx="248">
                  <c:v>46192</c:v>
                </c:pt>
                <c:pt idx="249">
                  <c:v>46193</c:v>
                </c:pt>
                <c:pt idx="250">
                  <c:v>46194</c:v>
                </c:pt>
                <c:pt idx="251">
                  <c:v>46195</c:v>
                </c:pt>
                <c:pt idx="252">
                  <c:v>46196</c:v>
                </c:pt>
                <c:pt idx="253">
                  <c:v>46197</c:v>
                </c:pt>
              </c:numCache>
            </c:numRef>
          </c:cat>
          <c:val>
            <c:numRef>
              <c:f>'[20260624-产品一页通.xlsx]汇鑫1号'!$F$2:$F$255</c:f>
              <c:numCache>
                <c:formatCode>0.00%</c:formatCode>
                <c:ptCount val="254"/>
                <c:pt idx="0">
                  <c:v>-2.0987500000097001E-3</c:v>
                </c:pt>
                <c:pt idx="1">
                  <c:v>-2.10057499999861E-3</c:v>
                </c:pt>
                <c:pt idx="2">
                  <c:v>-2.10021000000082E-3</c:v>
                </c:pt>
                <c:pt idx="3">
                  <c:v>-2.10057499999861E-3</c:v>
                </c:pt>
                <c:pt idx="4">
                  <c:v>-6.9871428569385501E-5</c:v>
                </c:pt>
                <c:pt idx="5">
                  <c:v>1.45178750000072E-3</c:v>
                </c:pt>
                <c:pt idx="6">
                  <c:v>1.7745636363652999E-3</c:v>
                </c:pt>
                <c:pt idx="7">
                  <c:v>5.00597500000246E-3</c:v>
                </c:pt>
                <c:pt idx="8">
                  <c:v>5.5679346153855898E-3</c:v>
                </c:pt>
                <c:pt idx="9">
                  <c:v>6.0477892857135097E-3</c:v>
                </c:pt>
                <c:pt idx="10">
                  <c:v>6.4573366666650003E-3</c:v>
                </c:pt>
                <c:pt idx="11">
                  <c:v>5.8132333333352501E-3</c:v>
                </c:pt>
                <c:pt idx="12">
                  <c:v>7.6137078947379096E-3</c:v>
                </c:pt>
                <c:pt idx="13">
                  <c:v>7.8345425000004906E-3</c:v>
                </c:pt>
                <c:pt idx="14">
                  <c:v>8.0343452380951894E-3</c:v>
                </c:pt>
                <c:pt idx="15">
                  <c:v>8.2037068181822301E-3</c:v>
                </c:pt>
                <c:pt idx="16">
                  <c:v>7.5284900000013102E-3</c:v>
                </c:pt>
                <c:pt idx="17">
                  <c:v>8.7623865384620307E-3</c:v>
                </c:pt>
                <c:pt idx="18">
                  <c:v>8.8855870370359805E-3</c:v>
                </c:pt>
                <c:pt idx="19">
                  <c:v>8.9997267857133707E-3</c:v>
                </c:pt>
                <c:pt idx="20">
                  <c:v>9.1052396551734305E-3</c:v>
                </c:pt>
                <c:pt idx="21">
                  <c:v>8.4826000000002792E-3</c:v>
                </c:pt>
                <c:pt idx="22">
                  <c:v>9.4250742424236995E-3</c:v>
                </c:pt>
                <c:pt idx="23">
                  <c:v>9.4979441176475995E-3</c:v>
                </c:pt>
                <c:pt idx="24">
                  <c:v>9.5683185714292608E-3</c:v>
                </c:pt>
                <c:pt idx="25">
                  <c:v>2.8304634722222399E-2</c:v>
                </c:pt>
                <c:pt idx="26">
                  <c:v>3.3142561538461401E-2</c:v>
                </c:pt>
                <c:pt idx="27">
                  <c:v>3.5760145000000403E-2</c:v>
                </c:pt>
                <c:pt idx="28">
                  <c:v>3.6543265853658399E-2</c:v>
                </c:pt>
                <c:pt idx="29">
                  <c:v>3.2290767857142501E-2</c:v>
                </c:pt>
                <c:pt idx="30">
                  <c:v>3.3118232558140101E-2</c:v>
                </c:pt>
                <c:pt idx="31">
                  <c:v>3.6145235869566E-2</c:v>
                </c:pt>
                <c:pt idx="32">
                  <c:v>3.5331301063829201E-2</c:v>
                </c:pt>
                <c:pt idx="33">
                  <c:v>3.5280139583334001E-2</c:v>
                </c:pt>
                <c:pt idx="34">
                  <c:v>3.5231140816326299E-2</c:v>
                </c:pt>
                <c:pt idx="35">
                  <c:v>3.3084841000000399E-2</c:v>
                </c:pt>
                <c:pt idx="36">
                  <c:v>3.3733368867924399E-2</c:v>
                </c:pt>
                <c:pt idx="37">
                  <c:v>3.2421665740740499E-2</c:v>
                </c:pt>
                <c:pt idx="38">
                  <c:v>2.8613013636363201E-2</c:v>
                </c:pt>
                <c:pt idx="39">
                  <c:v>2.8064393749999899E-2</c:v>
                </c:pt>
                <c:pt idx="40">
                  <c:v>2.75350877192981E-2</c:v>
                </c:pt>
                <c:pt idx="41">
                  <c:v>2.8968589999999701E-2</c:v>
                </c:pt>
                <c:pt idx="42">
                  <c:v>2.96062868852453E-2</c:v>
                </c:pt>
                <c:pt idx="43">
                  <c:v>3.02234129032261E-2</c:v>
                </c:pt>
                <c:pt idx="44">
                  <c:v>2.9154809523809801E-2</c:v>
                </c:pt>
                <c:pt idx="45">
                  <c:v>2.7026196874999499E-2</c:v>
                </c:pt>
                <c:pt idx="46">
                  <c:v>2.7474585074626801E-2</c:v>
                </c:pt>
                <c:pt idx="47">
                  <c:v>2.5495894117647501E-2</c:v>
                </c:pt>
                <c:pt idx="48">
                  <c:v>2.4588727536232199E-2</c:v>
                </c:pt>
                <c:pt idx="49">
                  <c:v>2.4748981428571699E-2</c:v>
                </c:pt>
                <c:pt idx="50">
                  <c:v>2.6551128169013501E-2</c:v>
                </c:pt>
                <c:pt idx="51">
                  <c:v>2.6153010416666601E-2</c:v>
                </c:pt>
                <c:pt idx="52">
                  <c:v>2.8153584459459799E-2</c:v>
                </c:pt>
                <c:pt idx="53">
                  <c:v>2.8978712666666202E-2</c:v>
                </c:pt>
                <c:pt idx="54">
                  <c:v>2.8236530357142998E-2</c:v>
                </c:pt>
                <c:pt idx="55">
                  <c:v>2.7250685294118102E-2</c:v>
                </c:pt>
                <c:pt idx="56">
                  <c:v>2.7715652840908898E-2</c:v>
                </c:pt>
                <c:pt idx="57">
                  <c:v>2.7613521348314699E-2</c:v>
                </c:pt>
                <c:pt idx="58">
                  <c:v>2.7672312777777399E-2</c:v>
                </c:pt>
                <c:pt idx="59">
                  <c:v>2.8134841758242001E-2</c:v>
                </c:pt>
                <c:pt idx="60">
                  <c:v>2.95888836956524E-2</c:v>
                </c:pt>
                <c:pt idx="61">
                  <c:v>2.8568319473684399E-2</c:v>
                </c:pt>
                <c:pt idx="62">
                  <c:v>2.89782244791668E-2</c:v>
                </c:pt>
                <c:pt idx="63">
                  <c:v>2.9588630927835199E-2</c:v>
                </c:pt>
                <c:pt idx="64">
                  <c:v>2.9622431632653001E-2</c:v>
                </c:pt>
                <c:pt idx="65">
                  <c:v>2.7961507070706999E-2</c:v>
                </c:pt>
                <c:pt idx="66">
                  <c:v>2.7660758500000399E-2</c:v>
                </c:pt>
                <c:pt idx="67">
                  <c:v>2.73659292079209E-2</c:v>
                </c:pt>
                <c:pt idx="68">
                  <c:v>2.8106789215686601E-2</c:v>
                </c:pt>
                <c:pt idx="69">
                  <c:v>3.0747812621359401E-2</c:v>
                </c:pt>
                <c:pt idx="70">
                  <c:v>3.2274738942308E-2</c:v>
                </c:pt>
                <c:pt idx="71">
                  <c:v>3.39832033333336E-2</c:v>
                </c:pt>
                <c:pt idx="72">
                  <c:v>3.6024570283018698E-2</c:v>
                </c:pt>
                <c:pt idx="73">
                  <c:v>3.53908353211006E-2</c:v>
                </c:pt>
                <c:pt idx="74">
                  <c:v>3.4977916818181597E-2</c:v>
                </c:pt>
                <c:pt idx="75">
                  <c:v>3.5085509909910002E-2</c:v>
                </c:pt>
                <c:pt idx="76">
                  <c:v>3.4083406696428897E-2</c:v>
                </c:pt>
                <c:pt idx="77">
                  <c:v>3.3369010619469099E-2</c:v>
                </c:pt>
                <c:pt idx="78">
                  <c:v>3.30576978070177E-2</c:v>
                </c:pt>
                <c:pt idx="79">
                  <c:v>3.2751799130434897E-2</c:v>
                </c:pt>
                <c:pt idx="80">
                  <c:v>3.3489568103448102E-2</c:v>
                </c:pt>
                <c:pt idx="81">
                  <c:v>3.4564314529914597E-2</c:v>
                </c:pt>
                <c:pt idx="82">
                  <c:v>3.52895300847458E-2</c:v>
                </c:pt>
                <c:pt idx="83">
                  <c:v>3.5290377731092601E-2</c:v>
                </c:pt>
                <c:pt idx="84">
                  <c:v>3.5511580000000202E-2</c:v>
                </c:pt>
                <c:pt idx="85">
                  <c:v>3.4610902439024399E-2</c:v>
                </c:pt>
                <c:pt idx="86">
                  <c:v>3.4331782258064499E-2</c:v>
                </c:pt>
                <c:pt idx="87">
                  <c:v>3.4057127999999999E-2</c:v>
                </c:pt>
                <c:pt idx="88">
                  <c:v>3.5267255952381102E-2</c:v>
                </c:pt>
                <c:pt idx="89">
                  <c:v>3.6143708267716401E-2</c:v>
                </c:pt>
                <c:pt idx="90">
                  <c:v>3.5686499230769199E-2</c:v>
                </c:pt>
                <c:pt idx="91">
                  <c:v>3.5400959923664002E-2</c:v>
                </c:pt>
                <c:pt idx="92">
                  <c:v>3.3995270454545597E-2</c:v>
                </c:pt>
                <c:pt idx="93">
                  <c:v>3.3970714661654099E-2</c:v>
                </c:pt>
                <c:pt idx="94">
                  <c:v>3.4013886940298298E-2</c:v>
                </c:pt>
                <c:pt idx="95">
                  <c:v>3.3482443014706001E-2</c:v>
                </c:pt>
                <c:pt idx="96">
                  <c:v>3.4523058759124099E-2</c:v>
                </c:pt>
                <c:pt idx="97">
                  <c:v>3.4028553260869801E-2</c:v>
                </c:pt>
                <c:pt idx="98">
                  <c:v>3.3691837050359899E-2</c:v>
                </c:pt>
                <c:pt idx="99">
                  <c:v>3.08726124999999E-2</c:v>
                </c:pt>
                <c:pt idx="100">
                  <c:v>3.2319610992907997E-2</c:v>
                </c:pt>
                <c:pt idx="101">
                  <c:v>3.17812850694442E-2</c:v>
                </c:pt>
                <c:pt idx="102">
                  <c:v>3.3031442758620799E-2</c:v>
                </c:pt>
                <c:pt idx="103">
                  <c:v>3.4024600000000002E-2</c:v>
                </c:pt>
                <c:pt idx="104">
                  <c:v>3.5680885374149603E-2</c:v>
                </c:pt>
                <c:pt idx="105">
                  <c:v>3.4716753040540803E-2</c:v>
                </c:pt>
                <c:pt idx="106">
                  <c:v>3.3016377152317901E-2</c:v>
                </c:pt>
                <c:pt idx="107">
                  <c:v>3.3956166118421303E-2</c:v>
                </c:pt>
                <c:pt idx="108">
                  <c:v>3.5374487908496503E-2</c:v>
                </c:pt>
                <c:pt idx="109">
                  <c:v>3.6252771753247003E-2</c:v>
                </c:pt>
                <c:pt idx="110">
                  <c:v>3.8412458709677202E-2</c:v>
                </c:pt>
                <c:pt idx="111">
                  <c:v>3.7294752848101201E-2</c:v>
                </c:pt>
                <c:pt idx="112">
                  <c:v>3.8305877672955797E-2</c:v>
                </c:pt>
                <c:pt idx="113">
                  <c:v>3.8278781875000098E-2</c:v>
                </c:pt>
                <c:pt idx="114">
                  <c:v>3.8041229503105498E-2</c:v>
                </c:pt>
                <c:pt idx="115">
                  <c:v>3.8393854320987901E-2</c:v>
                </c:pt>
                <c:pt idx="116">
                  <c:v>3.6609964545454697E-2</c:v>
                </c:pt>
                <c:pt idx="117">
                  <c:v>3.6449449698795197E-2</c:v>
                </c:pt>
                <c:pt idx="118">
                  <c:v>3.5640086227545102E-2</c:v>
                </c:pt>
                <c:pt idx="119">
                  <c:v>3.4756516666666702E-2</c:v>
                </c:pt>
                <c:pt idx="120">
                  <c:v>3.5218998546511497E-2</c:v>
                </c:pt>
                <c:pt idx="121">
                  <c:v>3.3072101445086703E-2</c:v>
                </c:pt>
                <c:pt idx="122">
                  <c:v>3.2395700862068798E-2</c:v>
                </c:pt>
                <c:pt idx="123">
                  <c:v>3.3289877142857298E-2</c:v>
                </c:pt>
                <c:pt idx="124">
                  <c:v>3.3156911079545402E-2</c:v>
                </c:pt>
                <c:pt idx="125">
                  <c:v>3.3863007541899401E-2</c:v>
                </c:pt>
                <c:pt idx="126">
                  <c:v>3.4008773611111202E-2</c:v>
                </c:pt>
                <c:pt idx="127">
                  <c:v>3.4517566022099502E-2</c:v>
                </c:pt>
                <c:pt idx="128">
                  <c:v>3.5250396428571501E-2</c:v>
                </c:pt>
                <c:pt idx="129">
                  <c:v>3.6032042076502499E-2</c:v>
                </c:pt>
                <c:pt idx="130">
                  <c:v>3.6447212365591397E-2</c:v>
                </c:pt>
                <c:pt idx="131">
                  <c:v>3.7500158556149701E-2</c:v>
                </c:pt>
                <c:pt idx="132">
                  <c:v>3.78025646276594E-2</c:v>
                </c:pt>
                <c:pt idx="133">
                  <c:v>3.7506782010581899E-2</c:v>
                </c:pt>
                <c:pt idx="134">
                  <c:v>3.7916411315789503E-2</c:v>
                </c:pt>
                <c:pt idx="135">
                  <c:v>3.8269512435233098E-2</c:v>
                </c:pt>
                <c:pt idx="136">
                  <c:v>3.7830086340206098E-2</c:v>
                </c:pt>
                <c:pt idx="137">
                  <c:v>3.80196915384617E-2</c:v>
                </c:pt>
                <c:pt idx="138">
                  <c:v>3.8182631377550902E-2</c:v>
                </c:pt>
                <c:pt idx="139">
                  <c:v>3.7871436548223197E-2</c:v>
                </c:pt>
                <c:pt idx="140">
                  <c:v>3.7669345707070798E-2</c:v>
                </c:pt>
                <c:pt idx="141">
                  <c:v>3.7883733250000197E-2</c:v>
                </c:pt>
                <c:pt idx="142">
                  <c:v>3.7849682835820901E-2</c:v>
                </c:pt>
                <c:pt idx="143">
                  <c:v>3.82856450495049E-2</c:v>
                </c:pt>
                <c:pt idx="144">
                  <c:v>3.9429403694581297E-2</c:v>
                </c:pt>
                <c:pt idx="145">
                  <c:v>4.0289415686274699E-2</c:v>
                </c:pt>
                <c:pt idx="146">
                  <c:v>3.6093509903381803E-2</c:v>
                </c:pt>
                <c:pt idx="147">
                  <c:v>3.5919983413461698E-2</c:v>
                </c:pt>
                <c:pt idx="148">
                  <c:v>4.15433918660289E-2</c:v>
                </c:pt>
                <c:pt idx="149">
                  <c:v>4.1791943809523897E-2</c:v>
                </c:pt>
                <c:pt idx="150">
                  <c:v>4.1824139099526002E-2</c:v>
                </c:pt>
                <c:pt idx="151">
                  <c:v>4.16167146226415E-2</c:v>
                </c:pt>
                <c:pt idx="152">
                  <c:v>4.16716882882881E-2</c:v>
                </c:pt>
                <c:pt idx="153">
                  <c:v>4.0637430493273501E-2</c:v>
                </c:pt>
                <c:pt idx="154">
                  <c:v>4.0525314508928503E-2</c:v>
                </c:pt>
                <c:pt idx="155">
                  <c:v>4.1049473555555598E-2</c:v>
                </c:pt>
                <c:pt idx="156">
                  <c:v>4.0858309955752098E-2</c:v>
                </c:pt>
                <c:pt idx="157">
                  <c:v>4.2481085307017503E-2</c:v>
                </c:pt>
                <c:pt idx="158">
                  <c:v>4.2712602838427899E-2</c:v>
                </c:pt>
                <c:pt idx="159">
                  <c:v>4.28295760869567E-2</c:v>
                </c:pt>
                <c:pt idx="160">
                  <c:v>4.3167222727272699E-2</c:v>
                </c:pt>
                <c:pt idx="161">
                  <c:v>4.3471704525862E-2</c:v>
                </c:pt>
                <c:pt idx="162">
                  <c:v>4.2523789148936002E-2</c:v>
                </c:pt>
                <c:pt idx="163">
                  <c:v>4.2773422033898299E-2</c:v>
                </c:pt>
                <c:pt idx="164">
                  <c:v>4.27191995780591E-2</c:v>
                </c:pt>
                <c:pt idx="165">
                  <c:v>4.3018930672269001E-2</c:v>
                </c:pt>
                <c:pt idx="166">
                  <c:v>4.3206974267782597E-2</c:v>
                </c:pt>
                <c:pt idx="167">
                  <c:v>4.2583886363636199E-2</c:v>
                </c:pt>
                <c:pt idx="168">
                  <c:v>4.3048190123456703E-2</c:v>
                </c:pt>
                <c:pt idx="169">
                  <c:v>4.4269952459016403E-2</c:v>
                </c:pt>
                <c:pt idx="170">
                  <c:v>4.4679918163265199E-2</c:v>
                </c:pt>
                <c:pt idx="171">
                  <c:v>4.4316816260162699E-2</c:v>
                </c:pt>
                <c:pt idx="172">
                  <c:v>4.4009310642570403E-2</c:v>
                </c:pt>
                <c:pt idx="173">
                  <c:v>4.5473364399999897E-2</c:v>
                </c:pt>
                <c:pt idx="174">
                  <c:v>4.56882133466135E-2</c:v>
                </c:pt>
                <c:pt idx="175">
                  <c:v>4.64098658730158E-2</c:v>
                </c:pt>
                <c:pt idx="176">
                  <c:v>4.6598828656126398E-2</c:v>
                </c:pt>
                <c:pt idx="177">
                  <c:v>4.8247767382812598E-2</c:v>
                </c:pt>
                <c:pt idx="178">
                  <c:v>4.7560721400778203E-2</c:v>
                </c:pt>
                <c:pt idx="179">
                  <c:v>4.6640350775193698E-2</c:v>
                </c:pt>
                <c:pt idx="180">
                  <c:v>4.6179024903474898E-2</c:v>
                </c:pt>
                <c:pt idx="181">
                  <c:v>5.3426299423076799E-2</c:v>
                </c:pt>
                <c:pt idx="182">
                  <c:v>5.3892775378787797E-2</c:v>
                </c:pt>
                <c:pt idx="183">
                  <c:v>5.4165752075471599E-2</c:v>
                </c:pt>
                <c:pt idx="184">
                  <c:v>5.4393850563909801E-2</c:v>
                </c:pt>
                <c:pt idx="185">
                  <c:v>5.4714593632958698E-2</c:v>
                </c:pt>
                <c:pt idx="186">
                  <c:v>5.52054794444444E-2</c:v>
                </c:pt>
                <c:pt idx="187">
                  <c:v>5.5729519926199199E-2</c:v>
                </c:pt>
                <c:pt idx="188">
                  <c:v>5.5959330882353102E-2</c:v>
                </c:pt>
                <c:pt idx="189">
                  <c:v>5.5742866849816698E-2</c:v>
                </c:pt>
                <c:pt idx="190">
                  <c:v>5.6612379197080301E-2</c:v>
                </c:pt>
                <c:pt idx="191">
                  <c:v>5.6839539350180497E-2</c:v>
                </c:pt>
                <c:pt idx="192">
                  <c:v>5.7278990467625801E-2</c:v>
                </c:pt>
                <c:pt idx="193">
                  <c:v>5.7729943727598501E-2</c:v>
                </c:pt>
                <c:pt idx="194">
                  <c:v>5.7307750535714401E-2</c:v>
                </c:pt>
                <c:pt idx="195">
                  <c:v>5.6853244306049801E-2</c:v>
                </c:pt>
                <c:pt idx="196">
                  <c:v>5.5980268485915599E-2</c:v>
                </c:pt>
                <c:pt idx="197">
                  <c:v>5.6398993157894699E-2</c:v>
                </c:pt>
                <c:pt idx="198">
                  <c:v>5.7149479370629502E-2</c:v>
                </c:pt>
                <c:pt idx="199">
                  <c:v>5.6913305400696799E-2</c:v>
                </c:pt>
                <c:pt idx="200">
                  <c:v>5.67080855902777E-2</c:v>
                </c:pt>
                <c:pt idx="201">
                  <c:v>5.6504285986159197E-2</c:v>
                </c:pt>
                <c:pt idx="202">
                  <c:v>5.6301891896551798E-2</c:v>
                </c:pt>
                <c:pt idx="203">
                  <c:v>5.6100888831615001E-2</c:v>
                </c:pt>
                <c:pt idx="204">
                  <c:v>5.5901262499999903E-2</c:v>
                </c:pt>
                <c:pt idx="205">
                  <c:v>5.6168728839590502E-2</c:v>
                </c:pt>
                <c:pt idx="206">
                  <c:v>5.6519592006802698E-2</c:v>
                </c:pt>
                <c:pt idx="207">
                  <c:v>5.6910886610169402E-2</c:v>
                </c:pt>
                <c:pt idx="208">
                  <c:v>5.6711209121621697E-2</c:v>
                </c:pt>
                <c:pt idx="209">
                  <c:v>5.7498621476510102E-2</c:v>
                </c:pt>
                <c:pt idx="210">
                  <c:v>5.8026052006688901E-2</c:v>
                </c:pt>
                <c:pt idx="211">
                  <c:v>5.8322936333333297E-2</c:v>
                </c:pt>
                <c:pt idx="212">
                  <c:v>5.7823494019933697E-2</c:v>
                </c:pt>
                <c:pt idx="213">
                  <c:v>5.7425389569536398E-2</c:v>
                </c:pt>
                <c:pt idx="214">
                  <c:v>5.7228615016501602E-2</c:v>
                </c:pt>
                <c:pt idx="215">
                  <c:v>5.7033147039473701E-2</c:v>
                </c:pt>
                <c:pt idx="216">
                  <c:v>5.7734072459016503E-2</c:v>
                </c:pt>
                <c:pt idx="217">
                  <c:v>5.83943460784314E-2</c:v>
                </c:pt>
                <c:pt idx="218">
                  <c:v>5.8403745114006499E-2</c:v>
                </c:pt>
                <c:pt idx="219">
                  <c:v>5.8294967694805098E-2</c:v>
                </c:pt>
                <c:pt idx="220">
                  <c:v>5.8329244336569601E-2</c:v>
                </c:pt>
                <c:pt idx="221">
                  <c:v>5.8133997419354801E-2</c:v>
                </c:pt>
                <c:pt idx="222">
                  <c:v>5.7940006109324697E-2</c:v>
                </c:pt>
                <c:pt idx="223">
                  <c:v>5.8717772275641102E-2</c:v>
                </c:pt>
                <c:pt idx="224">
                  <c:v>5.9194090734824401E-2</c:v>
                </c:pt>
                <c:pt idx="225">
                  <c:v>6.0398758598726197E-2</c:v>
                </c:pt>
                <c:pt idx="226">
                  <c:v>6.0865592380952398E-2</c:v>
                </c:pt>
                <c:pt idx="227">
                  <c:v>6.0949097626582301E-2</c:v>
                </c:pt>
                <c:pt idx="228">
                  <c:v>6.0749874605678301E-2</c:v>
                </c:pt>
                <c:pt idx="229">
                  <c:v>6.05519045597483E-2</c:v>
                </c:pt>
                <c:pt idx="230">
                  <c:v>6.10262836990597E-2</c:v>
                </c:pt>
                <c:pt idx="231">
                  <c:v>6.1268523593750103E-2</c:v>
                </c:pt>
                <c:pt idx="232">
                  <c:v>6.0748018847352002E-2</c:v>
                </c:pt>
                <c:pt idx="233">
                  <c:v>6.1072185403726803E-2</c:v>
                </c:pt>
                <c:pt idx="234">
                  <c:v>6.0649450928792502E-2</c:v>
                </c:pt>
                <c:pt idx="235">
                  <c:v>6.0455445679012398E-2</c:v>
                </c:pt>
                <c:pt idx="236">
                  <c:v>6.0262634307692298E-2</c:v>
                </c:pt>
                <c:pt idx="237">
                  <c:v>5.99333023006135E-2</c:v>
                </c:pt>
                <c:pt idx="238">
                  <c:v>5.9547751987767503E-2</c:v>
                </c:pt>
                <c:pt idx="239">
                  <c:v>5.9030537499999897E-2</c:v>
                </c:pt>
                <c:pt idx="240">
                  <c:v>5.8572215653495498E-2</c:v>
                </c:pt>
                <c:pt idx="241">
                  <c:v>5.8782055454545602E-2</c:v>
                </c:pt>
                <c:pt idx="242">
                  <c:v>5.8597805740181197E-2</c:v>
                </c:pt>
                <c:pt idx="243">
                  <c:v>5.84146659638555E-2</c:v>
                </c:pt>
                <c:pt idx="244">
                  <c:v>5.8831631681681602E-2</c:v>
                </c:pt>
                <c:pt idx="245">
                  <c:v>5.9561902095808299E-2</c:v>
                </c:pt>
                <c:pt idx="246">
                  <c:v>6.0074391194029901E-2</c:v>
                </c:pt>
                <c:pt idx="247">
                  <c:v>6.0515044642857098E-2</c:v>
                </c:pt>
                <c:pt idx="248">
                  <c:v>6.0328911275964299E-2</c:v>
                </c:pt>
                <c:pt idx="249">
                  <c:v>6.0143879289940701E-2</c:v>
                </c:pt>
                <c:pt idx="250">
                  <c:v>6.0048335693215403E-2</c:v>
                </c:pt>
                <c:pt idx="251">
                  <c:v>6.0348756470588197E-2</c:v>
                </c:pt>
                <c:pt idx="252">
                  <c:v>5.9725752785923798E-2</c:v>
                </c:pt>
                <c:pt idx="253">
                  <c:v>5.9991389327485399E-2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FD-2B2C-4B85-840D-7187EA2D1EB7}"/>
            </c:ext>
          </c:extLst>
        </c:ser>
        <c:ser>
          <c:idx val="2"/>
          <c:order val="2"/>
          <c:tx>
            <c:strRef>
              <c:f>中证REITs全收益-期间年化收益率</c:f>
              <c:strCache>
                <c:ptCount val="1"/>
                <c:pt idx="0">
                  <c:v>中证REITs全收益-期间年化收益率</c:v>
                </c:pt>
              </c:strCache>
            </c:strRef>
          </c:tx>
          <c:spPr>
            <a:ln w="28575" cap="rnd" cmpd="sng" algn="ctr">
              <a:solidFill>
                <a:srgbClr val="BFBFBF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E-2B2C-4B85-840D-7187EA2D1EB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F-2B2C-4B85-840D-7187EA2D1EB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0-2B2C-4B85-840D-7187EA2D1EB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1-2B2C-4B85-840D-7187EA2D1EB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2-2B2C-4B85-840D-7187EA2D1EB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3-2B2C-4B85-840D-7187EA2D1EB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4-2B2C-4B85-840D-7187EA2D1EB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5-2B2C-4B85-840D-7187EA2D1EB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6-2B2C-4B85-840D-7187EA2D1EB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7-2B2C-4B85-840D-7187EA2D1EB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8-2B2C-4B85-840D-7187EA2D1EB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9-2B2C-4B85-840D-7187EA2D1EB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A-2B2C-4B85-840D-7187EA2D1EB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B-2B2C-4B85-840D-7187EA2D1EB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C-2B2C-4B85-840D-7187EA2D1EB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D-2B2C-4B85-840D-7187EA2D1EB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E-2B2C-4B85-840D-7187EA2D1EB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F-2B2C-4B85-840D-7187EA2D1EB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0-2B2C-4B85-840D-7187EA2D1EB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1-2B2C-4B85-840D-7187EA2D1EB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2-2B2C-4B85-840D-7187EA2D1EB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3-2B2C-4B85-840D-7187EA2D1EB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4-2B2C-4B85-840D-7187EA2D1EB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5-2B2C-4B85-840D-7187EA2D1EB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6-2B2C-4B85-840D-7187EA2D1EB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7-2B2C-4B85-840D-7187EA2D1EB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8-2B2C-4B85-840D-7187EA2D1EB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9-2B2C-4B85-840D-7187EA2D1EB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A-2B2C-4B85-840D-7187EA2D1EB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B-2B2C-4B85-840D-7187EA2D1EB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C-2B2C-4B85-840D-7187EA2D1EB7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D-2B2C-4B85-840D-7187EA2D1EB7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E-2B2C-4B85-840D-7187EA2D1EB7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F-2B2C-4B85-840D-7187EA2D1EB7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0-2B2C-4B85-840D-7187EA2D1EB7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1-2B2C-4B85-840D-7187EA2D1EB7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2-2B2C-4B85-840D-7187EA2D1EB7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3-2B2C-4B85-840D-7187EA2D1EB7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4-2B2C-4B85-840D-7187EA2D1EB7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5-2B2C-4B85-840D-7187EA2D1EB7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6-2B2C-4B85-840D-7187EA2D1EB7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7-2B2C-4B85-840D-7187EA2D1EB7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8-2B2C-4B85-840D-7187EA2D1EB7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9-2B2C-4B85-840D-7187EA2D1EB7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A-2B2C-4B85-840D-7187EA2D1EB7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B-2B2C-4B85-840D-7187EA2D1EB7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C-2B2C-4B85-840D-7187EA2D1EB7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D-2B2C-4B85-840D-7187EA2D1EB7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E-2B2C-4B85-840D-7187EA2D1EB7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F-2B2C-4B85-840D-7187EA2D1EB7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0-2B2C-4B85-840D-7187EA2D1EB7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1-2B2C-4B85-840D-7187EA2D1EB7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2-2B2C-4B85-840D-7187EA2D1EB7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3-2B2C-4B85-840D-7187EA2D1EB7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4-2B2C-4B85-840D-7187EA2D1EB7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5-2B2C-4B85-840D-7187EA2D1EB7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6-2B2C-4B85-840D-7187EA2D1EB7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7-2B2C-4B85-840D-7187EA2D1EB7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8-2B2C-4B85-840D-7187EA2D1EB7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9-2B2C-4B85-840D-7187EA2D1EB7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A-2B2C-4B85-840D-7187EA2D1EB7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B-2B2C-4B85-840D-7187EA2D1EB7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C-2B2C-4B85-840D-7187EA2D1EB7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D-2B2C-4B85-840D-7187EA2D1EB7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E-2B2C-4B85-840D-7187EA2D1EB7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F-2B2C-4B85-840D-7187EA2D1EB7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0-2B2C-4B85-840D-7187EA2D1EB7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1-2B2C-4B85-840D-7187EA2D1EB7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2-2B2C-4B85-840D-7187EA2D1EB7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3-2B2C-4B85-840D-7187EA2D1EB7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4-2B2C-4B85-840D-7187EA2D1EB7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5-2B2C-4B85-840D-7187EA2D1EB7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6-2B2C-4B85-840D-7187EA2D1EB7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7-2B2C-4B85-840D-7187EA2D1EB7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8-2B2C-4B85-840D-7187EA2D1EB7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9-2B2C-4B85-840D-7187EA2D1EB7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A-2B2C-4B85-840D-7187EA2D1EB7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B-2B2C-4B85-840D-7187EA2D1EB7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C-2B2C-4B85-840D-7187EA2D1EB7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D-2B2C-4B85-840D-7187EA2D1EB7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E-2B2C-4B85-840D-7187EA2D1EB7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F-2B2C-4B85-840D-7187EA2D1EB7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0-2B2C-4B85-840D-7187EA2D1EB7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1-2B2C-4B85-840D-7187EA2D1EB7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2-2B2C-4B85-840D-7187EA2D1EB7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3-2B2C-4B85-840D-7187EA2D1EB7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4-2B2C-4B85-840D-7187EA2D1EB7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5-2B2C-4B85-840D-7187EA2D1EB7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6-2B2C-4B85-840D-7187EA2D1EB7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7-2B2C-4B85-840D-7187EA2D1EB7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8-2B2C-4B85-840D-7187EA2D1EB7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9-2B2C-4B85-840D-7187EA2D1EB7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A-2B2C-4B85-840D-7187EA2D1EB7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B-2B2C-4B85-840D-7187EA2D1EB7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C-2B2C-4B85-840D-7187EA2D1EB7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D-2B2C-4B85-840D-7187EA2D1EB7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E-2B2C-4B85-840D-7187EA2D1EB7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F-2B2C-4B85-840D-7187EA2D1EB7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0-2B2C-4B85-840D-7187EA2D1EB7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1-2B2C-4B85-840D-7187EA2D1EB7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2-2B2C-4B85-840D-7187EA2D1EB7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3-2B2C-4B85-840D-7187EA2D1EB7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4-2B2C-4B85-840D-7187EA2D1EB7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5-2B2C-4B85-840D-7187EA2D1EB7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6-2B2C-4B85-840D-7187EA2D1EB7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7-2B2C-4B85-840D-7187EA2D1EB7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8-2B2C-4B85-840D-7187EA2D1EB7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9-2B2C-4B85-840D-7187EA2D1EB7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A-2B2C-4B85-840D-7187EA2D1EB7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B-2B2C-4B85-840D-7187EA2D1EB7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C-2B2C-4B85-840D-7187EA2D1EB7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D-2B2C-4B85-840D-7187EA2D1EB7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E-2B2C-4B85-840D-7187EA2D1EB7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F-2B2C-4B85-840D-7187EA2D1EB7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0-2B2C-4B85-840D-7187EA2D1EB7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1-2B2C-4B85-840D-7187EA2D1EB7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2-2B2C-4B85-840D-7187EA2D1EB7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3-2B2C-4B85-840D-7187EA2D1EB7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4-2B2C-4B85-840D-7187EA2D1EB7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5-2B2C-4B85-840D-7187EA2D1EB7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6-2B2C-4B85-840D-7187EA2D1EB7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7-2B2C-4B85-840D-7187EA2D1EB7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8-2B2C-4B85-840D-7187EA2D1EB7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9-2B2C-4B85-840D-7187EA2D1EB7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A-2B2C-4B85-840D-7187EA2D1EB7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B-2B2C-4B85-840D-7187EA2D1EB7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C-2B2C-4B85-840D-7187EA2D1EB7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D-2B2C-4B85-840D-7187EA2D1EB7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E-2B2C-4B85-840D-7187EA2D1EB7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F-2B2C-4B85-840D-7187EA2D1EB7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0-2B2C-4B85-840D-7187EA2D1EB7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1-2B2C-4B85-840D-7187EA2D1EB7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2-2B2C-4B85-840D-7187EA2D1EB7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3-2B2C-4B85-840D-7187EA2D1EB7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4-2B2C-4B85-840D-7187EA2D1EB7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5-2B2C-4B85-840D-7187EA2D1EB7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6-2B2C-4B85-840D-7187EA2D1EB7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7-2B2C-4B85-840D-7187EA2D1EB7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8-2B2C-4B85-840D-7187EA2D1EB7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9-2B2C-4B85-840D-7187EA2D1EB7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A-2B2C-4B85-840D-7187EA2D1EB7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B-2B2C-4B85-840D-7187EA2D1EB7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C-2B2C-4B85-840D-7187EA2D1EB7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D-2B2C-4B85-840D-7187EA2D1EB7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E-2B2C-4B85-840D-7187EA2D1EB7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F-2B2C-4B85-840D-7187EA2D1EB7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0-2B2C-4B85-840D-7187EA2D1EB7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1-2B2C-4B85-840D-7187EA2D1EB7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2-2B2C-4B85-840D-7187EA2D1EB7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3-2B2C-4B85-840D-7187EA2D1EB7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4-2B2C-4B85-840D-7187EA2D1EB7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5-2B2C-4B85-840D-7187EA2D1EB7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6-2B2C-4B85-840D-7187EA2D1EB7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7-2B2C-4B85-840D-7187EA2D1EB7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8-2B2C-4B85-840D-7187EA2D1EB7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9-2B2C-4B85-840D-7187EA2D1EB7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A-2B2C-4B85-840D-7187EA2D1EB7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B-2B2C-4B85-840D-7187EA2D1EB7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C-2B2C-4B85-840D-7187EA2D1EB7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D-2B2C-4B85-840D-7187EA2D1EB7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E-2B2C-4B85-840D-7187EA2D1EB7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F-2B2C-4B85-840D-7187EA2D1EB7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0-2B2C-4B85-840D-7187EA2D1EB7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1-2B2C-4B85-840D-7187EA2D1EB7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2-2B2C-4B85-840D-7187EA2D1EB7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3-2B2C-4B85-840D-7187EA2D1EB7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4-2B2C-4B85-840D-7187EA2D1EB7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5-2B2C-4B85-840D-7187EA2D1EB7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6-2B2C-4B85-840D-7187EA2D1EB7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7-2B2C-4B85-840D-7187EA2D1EB7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8-2B2C-4B85-840D-7187EA2D1EB7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9-2B2C-4B85-840D-7187EA2D1EB7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A-2B2C-4B85-840D-7187EA2D1EB7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B-2B2C-4B85-840D-7187EA2D1EB7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C-2B2C-4B85-840D-7187EA2D1EB7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D-2B2C-4B85-840D-7187EA2D1EB7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E-2B2C-4B85-840D-7187EA2D1EB7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F-2B2C-4B85-840D-7187EA2D1EB7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0-2B2C-4B85-840D-7187EA2D1EB7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1-2B2C-4B85-840D-7187EA2D1EB7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2-2B2C-4B85-840D-7187EA2D1EB7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3-2B2C-4B85-840D-7187EA2D1EB7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4-2B2C-4B85-840D-7187EA2D1EB7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5-2B2C-4B85-840D-7187EA2D1EB7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6-2B2C-4B85-840D-7187EA2D1EB7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7-2B2C-4B85-840D-7187EA2D1EB7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8-2B2C-4B85-840D-7187EA2D1EB7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9-2B2C-4B85-840D-7187EA2D1EB7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A-2B2C-4B85-840D-7187EA2D1EB7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B-2B2C-4B85-840D-7187EA2D1EB7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C-2B2C-4B85-840D-7187EA2D1EB7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D-2B2C-4B85-840D-7187EA2D1EB7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E-2B2C-4B85-840D-7187EA2D1EB7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F-2B2C-4B85-840D-7187EA2D1EB7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0-2B2C-4B85-840D-7187EA2D1EB7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1-2B2C-4B85-840D-7187EA2D1EB7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2-2B2C-4B85-840D-7187EA2D1EB7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3-2B2C-4B85-840D-7187EA2D1EB7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4-2B2C-4B85-840D-7187EA2D1EB7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5-2B2C-4B85-840D-7187EA2D1EB7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6-2B2C-4B85-840D-7187EA2D1EB7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7-2B2C-4B85-840D-7187EA2D1EB7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8-2B2C-4B85-840D-7187EA2D1EB7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9-2B2C-4B85-840D-7187EA2D1EB7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A-2B2C-4B85-840D-7187EA2D1EB7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B-2B2C-4B85-840D-7187EA2D1EB7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C-2B2C-4B85-840D-7187EA2D1EB7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D-2B2C-4B85-840D-7187EA2D1EB7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E-2B2C-4B85-840D-7187EA2D1EB7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F-2B2C-4B85-840D-7187EA2D1EB7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0-2B2C-4B85-840D-7187EA2D1EB7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1-2B2C-4B85-840D-7187EA2D1EB7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2-2B2C-4B85-840D-7187EA2D1EB7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3-2B2C-4B85-840D-7187EA2D1EB7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4-2B2C-4B85-840D-7187EA2D1EB7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5-2B2C-4B85-840D-7187EA2D1EB7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6-2B2C-4B85-840D-7187EA2D1EB7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7-2B2C-4B85-840D-7187EA2D1EB7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8-2B2C-4B85-840D-7187EA2D1EB7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9-2B2C-4B85-840D-7187EA2D1EB7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A-2B2C-4B85-840D-7187EA2D1EB7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B-2B2C-4B85-840D-7187EA2D1EB7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C-2B2C-4B85-840D-7187EA2D1EB7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D-2B2C-4B85-840D-7187EA2D1EB7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E-2B2C-4B85-840D-7187EA2D1EB7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F-2B2C-4B85-840D-7187EA2D1EB7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0-2B2C-4B85-840D-7187EA2D1EB7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1-2B2C-4B85-840D-7187EA2D1EB7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2-2B2C-4B85-840D-7187EA2D1EB7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3-2B2C-4B85-840D-7187EA2D1EB7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4-2B2C-4B85-840D-7187EA2D1EB7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5-2B2C-4B85-840D-7187EA2D1EB7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6-2B2C-4B85-840D-7187EA2D1EB7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7-2B2C-4B85-840D-7187EA2D1EB7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8-2B2C-4B85-840D-7187EA2D1EB7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9-2B2C-4B85-840D-7187EA2D1EB7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A-2B2C-4B85-840D-7187EA2D1EB7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B-2B2C-4B85-840D-7187EA2D1EB7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C-2B2C-4B85-840D-7187EA2D1EB7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D-2B2C-4B85-840D-7187EA2D1EB7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E-2B2C-4B85-840D-7187EA2D1EB7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F-2B2C-4B85-840D-7187EA2D1EB7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0-2B2C-4B85-840D-7187EA2D1EB7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1-2B2C-4B85-840D-7187EA2D1EB7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2-2B2C-4B85-840D-7187EA2D1EB7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3-2B2C-4B85-840D-7187EA2D1EB7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4-2B2C-4B85-840D-7187EA2D1EB7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5-2B2C-4B85-840D-7187EA2D1EB7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6-2B2C-4B85-840D-7187EA2D1EB7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7-2B2C-4B85-840D-7187EA2D1EB7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8-2B2C-4B85-840D-7187EA2D1EB7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9-2B2C-4B85-840D-7187EA2D1EB7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A-2B2C-4B85-840D-7187EA2D1EB7}"/>
                </c:ext>
              </c:extLst>
            </c:dLbl>
            <c:dLbl>
              <c:idx val="253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FBFB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2FB-2B2C-4B85-840D-7187EA2D1E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'[20260624-产品一页通.xlsx]汇鑫1号'!$A$2:$A$255</c:f>
              <c:numCache>
                <c:formatCode>yyyy/mm/dd</c:formatCode>
                <c:ptCount val="254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45908</c:v>
                </c:pt>
                <c:pt idx="37">
                  <c:v>45909</c:v>
                </c:pt>
                <c:pt idx="38">
                  <c:v>45910</c:v>
                </c:pt>
                <c:pt idx="39">
                  <c:v>45911</c:v>
                </c:pt>
                <c:pt idx="40">
                  <c:v>45912</c:v>
                </c:pt>
                <c:pt idx="41">
                  <c:v>45915</c:v>
                </c:pt>
                <c:pt idx="42">
                  <c:v>45916</c:v>
                </c:pt>
                <c:pt idx="43">
                  <c:v>45917</c:v>
                </c:pt>
                <c:pt idx="44">
                  <c:v>45918</c:v>
                </c:pt>
                <c:pt idx="45">
                  <c:v>45919</c:v>
                </c:pt>
                <c:pt idx="46">
                  <c:v>45922</c:v>
                </c:pt>
                <c:pt idx="47">
                  <c:v>45923</c:v>
                </c:pt>
                <c:pt idx="48">
                  <c:v>45924</c:v>
                </c:pt>
                <c:pt idx="49">
                  <c:v>45925</c:v>
                </c:pt>
                <c:pt idx="50">
                  <c:v>45926</c:v>
                </c:pt>
                <c:pt idx="51">
                  <c:v>45927</c:v>
                </c:pt>
                <c:pt idx="52">
                  <c:v>45929</c:v>
                </c:pt>
                <c:pt idx="53">
                  <c:v>45930</c:v>
                </c:pt>
                <c:pt idx="54">
                  <c:v>45939</c:v>
                </c:pt>
                <c:pt idx="55">
                  <c:v>45940</c:v>
                </c:pt>
                <c:pt idx="56">
                  <c:v>45943</c:v>
                </c:pt>
                <c:pt idx="57">
                  <c:v>45944</c:v>
                </c:pt>
                <c:pt idx="58">
                  <c:v>45945</c:v>
                </c:pt>
                <c:pt idx="59">
                  <c:v>45946</c:v>
                </c:pt>
                <c:pt idx="60">
                  <c:v>45947</c:v>
                </c:pt>
                <c:pt idx="61">
                  <c:v>45950</c:v>
                </c:pt>
                <c:pt idx="62">
                  <c:v>45951</c:v>
                </c:pt>
                <c:pt idx="63">
                  <c:v>45952</c:v>
                </c:pt>
                <c:pt idx="64">
                  <c:v>45953</c:v>
                </c:pt>
                <c:pt idx="65">
                  <c:v>45954</c:v>
                </c:pt>
                <c:pt idx="66">
                  <c:v>45955</c:v>
                </c:pt>
                <c:pt idx="67">
                  <c:v>45956</c:v>
                </c:pt>
                <c:pt idx="68">
                  <c:v>45957</c:v>
                </c:pt>
                <c:pt idx="69">
                  <c:v>45958</c:v>
                </c:pt>
                <c:pt idx="70">
                  <c:v>45959</c:v>
                </c:pt>
                <c:pt idx="71">
                  <c:v>45960</c:v>
                </c:pt>
                <c:pt idx="72">
                  <c:v>45961</c:v>
                </c:pt>
                <c:pt idx="73">
                  <c:v>45964</c:v>
                </c:pt>
                <c:pt idx="74">
                  <c:v>45965</c:v>
                </c:pt>
                <c:pt idx="75">
                  <c:v>45966</c:v>
                </c:pt>
                <c:pt idx="76">
                  <c:v>45967</c:v>
                </c:pt>
                <c:pt idx="77">
                  <c:v>45968</c:v>
                </c:pt>
                <c:pt idx="78">
                  <c:v>45969</c:v>
                </c:pt>
                <c:pt idx="79">
                  <c:v>45970</c:v>
                </c:pt>
                <c:pt idx="80">
                  <c:v>45971</c:v>
                </c:pt>
                <c:pt idx="81">
                  <c:v>45972</c:v>
                </c:pt>
                <c:pt idx="82">
                  <c:v>45973</c:v>
                </c:pt>
                <c:pt idx="83">
                  <c:v>45974</c:v>
                </c:pt>
                <c:pt idx="84">
                  <c:v>45975</c:v>
                </c:pt>
                <c:pt idx="85">
                  <c:v>45978</c:v>
                </c:pt>
                <c:pt idx="86">
                  <c:v>45979</c:v>
                </c:pt>
                <c:pt idx="87">
                  <c:v>45980</c:v>
                </c:pt>
                <c:pt idx="88">
                  <c:v>45981</c:v>
                </c:pt>
                <c:pt idx="89">
                  <c:v>45982</c:v>
                </c:pt>
                <c:pt idx="90">
                  <c:v>45985</c:v>
                </c:pt>
                <c:pt idx="91">
                  <c:v>45986</c:v>
                </c:pt>
                <c:pt idx="92">
                  <c:v>45987</c:v>
                </c:pt>
                <c:pt idx="93">
                  <c:v>45988</c:v>
                </c:pt>
                <c:pt idx="94">
                  <c:v>45989</c:v>
                </c:pt>
                <c:pt idx="95">
                  <c:v>45991</c:v>
                </c:pt>
                <c:pt idx="96">
                  <c:v>45992</c:v>
                </c:pt>
                <c:pt idx="97">
                  <c:v>45993</c:v>
                </c:pt>
                <c:pt idx="98">
                  <c:v>45994</c:v>
                </c:pt>
                <c:pt idx="99">
                  <c:v>45995</c:v>
                </c:pt>
                <c:pt idx="100">
                  <c:v>45996</c:v>
                </c:pt>
                <c:pt idx="101">
                  <c:v>45999</c:v>
                </c:pt>
                <c:pt idx="102">
                  <c:v>46000</c:v>
                </c:pt>
                <c:pt idx="103">
                  <c:v>46001</c:v>
                </c:pt>
                <c:pt idx="104">
                  <c:v>46002</c:v>
                </c:pt>
                <c:pt idx="105">
                  <c:v>46003</c:v>
                </c:pt>
                <c:pt idx="106">
                  <c:v>46006</c:v>
                </c:pt>
                <c:pt idx="107">
                  <c:v>46007</c:v>
                </c:pt>
                <c:pt idx="108">
                  <c:v>46008</c:v>
                </c:pt>
                <c:pt idx="109">
                  <c:v>46009</c:v>
                </c:pt>
                <c:pt idx="110">
                  <c:v>46010</c:v>
                </c:pt>
                <c:pt idx="111">
                  <c:v>46013</c:v>
                </c:pt>
                <c:pt idx="112">
                  <c:v>46014</c:v>
                </c:pt>
                <c:pt idx="113">
                  <c:v>46015</c:v>
                </c:pt>
                <c:pt idx="114">
                  <c:v>46016</c:v>
                </c:pt>
                <c:pt idx="115">
                  <c:v>46017</c:v>
                </c:pt>
                <c:pt idx="116">
                  <c:v>46020</c:v>
                </c:pt>
                <c:pt idx="117">
                  <c:v>46021</c:v>
                </c:pt>
                <c:pt idx="118">
                  <c:v>46022</c:v>
                </c:pt>
                <c:pt idx="119">
                  <c:v>46026</c:v>
                </c:pt>
                <c:pt idx="120">
                  <c:v>46027</c:v>
                </c:pt>
                <c:pt idx="121">
                  <c:v>46028</c:v>
                </c:pt>
                <c:pt idx="122">
                  <c:v>46029</c:v>
                </c:pt>
                <c:pt idx="123">
                  <c:v>46030</c:v>
                </c:pt>
                <c:pt idx="124">
                  <c:v>46031</c:v>
                </c:pt>
                <c:pt idx="125">
                  <c:v>46034</c:v>
                </c:pt>
                <c:pt idx="126">
                  <c:v>46035</c:v>
                </c:pt>
                <c:pt idx="127">
                  <c:v>46036</c:v>
                </c:pt>
                <c:pt idx="128">
                  <c:v>46037</c:v>
                </c:pt>
                <c:pt idx="129">
                  <c:v>46038</c:v>
                </c:pt>
                <c:pt idx="130">
                  <c:v>46041</c:v>
                </c:pt>
                <c:pt idx="131">
                  <c:v>46042</c:v>
                </c:pt>
                <c:pt idx="132">
                  <c:v>46043</c:v>
                </c:pt>
                <c:pt idx="133">
                  <c:v>46044</c:v>
                </c:pt>
                <c:pt idx="134">
                  <c:v>46045</c:v>
                </c:pt>
                <c:pt idx="135">
                  <c:v>46048</c:v>
                </c:pt>
                <c:pt idx="136">
                  <c:v>46049</c:v>
                </c:pt>
                <c:pt idx="137">
                  <c:v>46050</c:v>
                </c:pt>
                <c:pt idx="138">
                  <c:v>46051</c:v>
                </c:pt>
                <c:pt idx="139">
                  <c:v>46052</c:v>
                </c:pt>
                <c:pt idx="140">
                  <c:v>46053</c:v>
                </c:pt>
                <c:pt idx="141">
                  <c:v>46055</c:v>
                </c:pt>
                <c:pt idx="142">
                  <c:v>46056</c:v>
                </c:pt>
                <c:pt idx="143">
                  <c:v>46057</c:v>
                </c:pt>
                <c:pt idx="144">
                  <c:v>46058</c:v>
                </c:pt>
                <c:pt idx="145">
                  <c:v>46059</c:v>
                </c:pt>
                <c:pt idx="146">
                  <c:v>46062</c:v>
                </c:pt>
                <c:pt idx="147">
                  <c:v>46063</c:v>
                </c:pt>
                <c:pt idx="148">
                  <c:v>46064</c:v>
                </c:pt>
                <c:pt idx="149">
                  <c:v>46065</c:v>
                </c:pt>
                <c:pt idx="150">
                  <c:v>46066</c:v>
                </c:pt>
                <c:pt idx="151">
                  <c:v>46067</c:v>
                </c:pt>
                <c:pt idx="152">
                  <c:v>46077</c:v>
                </c:pt>
                <c:pt idx="153">
                  <c:v>46078</c:v>
                </c:pt>
                <c:pt idx="154">
                  <c:v>46079</c:v>
                </c:pt>
                <c:pt idx="155">
                  <c:v>46080</c:v>
                </c:pt>
                <c:pt idx="156">
                  <c:v>46081</c:v>
                </c:pt>
                <c:pt idx="157">
                  <c:v>46083</c:v>
                </c:pt>
                <c:pt idx="158">
                  <c:v>46084</c:v>
                </c:pt>
                <c:pt idx="159">
                  <c:v>46085</c:v>
                </c:pt>
                <c:pt idx="160">
                  <c:v>46086</c:v>
                </c:pt>
                <c:pt idx="161">
                  <c:v>46087</c:v>
                </c:pt>
                <c:pt idx="162">
                  <c:v>46090</c:v>
                </c:pt>
                <c:pt idx="163">
                  <c:v>46091</c:v>
                </c:pt>
                <c:pt idx="164">
                  <c:v>46092</c:v>
                </c:pt>
                <c:pt idx="165">
                  <c:v>46093</c:v>
                </c:pt>
                <c:pt idx="166">
                  <c:v>46094</c:v>
                </c:pt>
                <c:pt idx="167">
                  <c:v>46097</c:v>
                </c:pt>
                <c:pt idx="168">
                  <c:v>46098</c:v>
                </c:pt>
                <c:pt idx="169">
                  <c:v>46099</c:v>
                </c:pt>
                <c:pt idx="170">
                  <c:v>46100</c:v>
                </c:pt>
                <c:pt idx="171">
                  <c:v>46101</c:v>
                </c:pt>
                <c:pt idx="172">
                  <c:v>46104</c:v>
                </c:pt>
                <c:pt idx="173">
                  <c:v>46105</c:v>
                </c:pt>
                <c:pt idx="174">
                  <c:v>46106</c:v>
                </c:pt>
                <c:pt idx="175">
                  <c:v>46107</c:v>
                </c:pt>
                <c:pt idx="176">
                  <c:v>46108</c:v>
                </c:pt>
                <c:pt idx="177">
                  <c:v>46111</c:v>
                </c:pt>
                <c:pt idx="178">
                  <c:v>46112</c:v>
                </c:pt>
                <c:pt idx="179">
                  <c:v>46113</c:v>
                </c:pt>
                <c:pt idx="180">
                  <c:v>46114</c:v>
                </c:pt>
                <c:pt idx="181">
                  <c:v>46115</c:v>
                </c:pt>
                <c:pt idx="182">
                  <c:v>46119</c:v>
                </c:pt>
                <c:pt idx="183">
                  <c:v>46120</c:v>
                </c:pt>
                <c:pt idx="184">
                  <c:v>46121</c:v>
                </c:pt>
                <c:pt idx="185">
                  <c:v>46122</c:v>
                </c:pt>
                <c:pt idx="186">
                  <c:v>46125</c:v>
                </c:pt>
                <c:pt idx="187">
                  <c:v>46126</c:v>
                </c:pt>
                <c:pt idx="188">
                  <c:v>46127</c:v>
                </c:pt>
                <c:pt idx="189">
                  <c:v>46128</c:v>
                </c:pt>
                <c:pt idx="190">
                  <c:v>46129</c:v>
                </c:pt>
                <c:pt idx="191">
                  <c:v>46132</c:v>
                </c:pt>
                <c:pt idx="192">
                  <c:v>46133</c:v>
                </c:pt>
                <c:pt idx="193">
                  <c:v>46134</c:v>
                </c:pt>
                <c:pt idx="194">
                  <c:v>46135</c:v>
                </c:pt>
                <c:pt idx="195">
                  <c:v>46136</c:v>
                </c:pt>
                <c:pt idx="196">
                  <c:v>46139</c:v>
                </c:pt>
                <c:pt idx="197">
                  <c:v>46140</c:v>
                </c:pt>
                <c:pt idx="198">
                  <c:v>46141</c:v>
                </c:pt>
                <c:pt idx="199">
                  <c:v>46142</c:v>
                </c:pt>
                <c:pt idx="200">
                  <c:v>46143</c:v>
                </c:pt>
                <c:pt idx="201">
                  <c:v>46144</c:v>
                </c:pt>
                <c:pt idx="202">
                  <c:v>46145</c:v>
                </c:pt>
                <c:pt idx="203">
                  <c:v>46146</c:v>
                </c:pt>
                <c:pt idx="204">
                  <c:v>46147</c:v>
                </c:pt>
                <c:pt idx="205">
                  <c:v>46148</c:v>
                </c:pt>
                <c:pt idx="206">
                  <c:v>46149</c:v>
                </c:pt>
                <c:pt idx="207">
                  <c:v>46150</c:v>
                </c:pt>
                <c:pt idx="208">
                  <c:v>46151</c:v>
                </c:pt>
                <c:pt idx="209">
                  <c:v>46153</c:v>
                </c:pt>
                <c:pt idx="210">
                  <c:v>46154</c:v>
                </c:pt>
                <c:pt idx="211">
                  <c:v>46155</c:v>
                </c:pt>
                <c:pt idx="212">
                  <c:v>46156</c:v>
                </c:pt>
                <c:pt idx="213">
                  <c:v>46157</c:v>
                </c:pt>
                <c:pt idx="214">
                  <c:v>46158</c:v>
                </c:pt>
                <c:pt idx="215">
                  <c:v>46159</c:v>
                </c:pt>
                <c:pt idx="216">
                  <c:v>46160</c:v>
                </c:pt>
                <c:pt idx="217">
                  <c:v>46161</c:v>
                </c:pt>
                <c:pt idx="218">
                  <c:v>46162</c:v>
                </c:pt>
                <c:pt idx="219">
                  <c:v>46163</c:v>
                </c:pt>
                <c:pt idx="220">
                  <c:v>46164</c:v>
                </c:pt>
                <c:pt idx="221">
                  <c:v>46165</c:v>
                </c:pt>
                <c:pt idx="222">
                  <c:v>46166</c:v>
                </c:pt>
                <c:pt idx="223">
                  <c:v>46167</c:v>
                </c:pt>
                <c:pt idx="224">
                  <c:v>46168</c:v>
                </c:pt>
                <c:pt idx="225">
                  <c:v>46169</c:v>
                </c:pt>
                <c:pt idx="226">
                  <c:v>46170</c:v>
                </c:pt>
                <c:pt idx="227">
                  <c:v>46171</c:v>
                </c:pt>
                <c:pt idx="228">
                  <c:v>46172</c:v>
                </c:pt>
                <c:pt idx="229">
                  <c:v>46173</c:v>
                </c:pt>
                <c:pt idx="230">
                  <c:v>46174</c:v>
                </c:pt>
                <c:pt idx="231">
                  <c:v>46175</c:v>
                </c:pt>
                <c:pt idx="232">
                  <c:v>46176</c:v>
                </c:pt>
                <c:pt idx="233">
                  <c:v>46177</c:v>
                </c:pt>
                <c:pt idx="234">
                  <c:v>46178</c:v>
                </c:pt>
                <c:pt idx="235">
                  <c:v>46179</c:v>
                </c:pt>
                <c:pt idx="236">
                  <c:v>46180</c:v>
                </c:pt>
                <c:pt idx="237">
                  <c:v>46181</c:v>
                </c:pt>
                <c:pt idx="238">
                  <c:v>46182</c:v>
                </c:pt>
                <c:pt idx="239">
                  <c:v>46183</c:v>
                </c:pt>
                <c:pt idx="240">
                  <c:v>46184</c:v>
                </c:pt>
                <c:pt idx="241">
                  <c:v>46185</c:v>
                </c:pt>
                <c:pt idx="242">
                  <c:v>46186</c:v>
                </c:pt>
                <c:pt idx="243">
                  <c:v>46187</c:v>
                </c:pt>
                <c:pt idx="244">
                  <c:v>46188</c:v>
                </c:pt>
                <c:pt idx="245">
                  <c:v>46189</c:v>
                </c:pt>
                <c:pt idx="246">
                  <c:v>46190</c:v>
                </c:pt>
                <c:pt idx="247">
                  <c:v>46191</c:v>
                </c:pt>
                <c:pt idx="248">
                  <c:v>46192</c:v>
                </c:pt>
                <c:pt idx="249">
                  <c:v>46193</c:v>
                </c:pt>
                <c:pt idx="250">
                  <c:v>46194</c:v>
                </c:pt>
                <c:pt idx="251">
                  <c:v>46195</c:v>
                </c:pt>
                <c:pt idx="252">
                  <c:v>46196</c:v>
                </c:pt>
                <c:pt idx="253">
                  <c:v>46197</c:v>
                </c:pt>
              </c:numCache>
            </c:numRef>
          </c:cat>
          <c:val>
            <c:numRef>
              <c:f>'[20260624-产品一页通.xlsx]汇鑫1号'!$H$2:$H$255</c:f>
              <c:numCache>
                <c:formatCode>0.00%</c:formatCode>
                <c:ptCount val="254"/>
                <c:pt idx="0">
                  <c:v>-0.23116941868357099</c:v>
                </c:pt>
                <c:pt idx="1">
                  <c:v>-0.47389730830129001</c:v>
                </c:pt>
                <c:pt idx="2">
                  <c:v>-0.74634698032119096</c:v>
                </c:pt>
                <c:pt idx="3">
                  <c:v>-1.01549423207419</c:v>
                </c:pt>
                <c:pt idx="4">
                  <c:v>-0.84730668562380995</c:v>
                </c:pt>
                <c:pt idx="5">
                  <c:v>-0.73850373218729204</c:v>
                </c:pt>
                <c:pt idx="6">
                  <c:v>-0.40139417244144299</c:v>
                </c:pt>
                <c:pt idx="7">
                  <c:v>-0.43124104652039702</c:v>
                </c:pt>
                <c:pt idx="8">
                  <c:v>-0.31322186069980501</c:v>
                </c:pt>
                <c:pt idx="9">
                  <c:v>-7.3125020195816501E-2</c:v>
                </c:pt>
                <c:pt idx="10">
                  <c:v>-9.5770187740328194E-2</c:v>
                </c:pt>
                <c:pt idx="11">
                  <c:v>-0.152828671240794</c:v>
                </c:pt>
                <c:pt idx="12">
                  <c:v>-0.196407100084524</c:v>
                </c:pt>
                <c:pt idx="13">
                  <c:v>-0.18080750961320999</c:v>
                </c:pt>
                <c:pt idx="14">
                  <c:v>-0.12816535797761899</c:v>
                </c:pt>
                <c:pt idx="15">
                  <c:v>-0.119187349632951</c:v>
                </c:pt>
                <c:pt idx="16">
                  <c:v>-0.153628590816559</c:v>
                </c:pt>
                <c:pt idx="17">
                  <c:v>-0.15229238077010099</c:v>
                </c:pt>
                <c:pt idx="18">
                  <c:v>-0.17074735898531501</c:v>
                </c:pt>
                <c:pt idx="19">
                  <c:v>-0.211944614986913</c:v>
                </c:pt>
                <c:pt idx="20">
                  <c:v>-0.27717554929840998</c:v>
                </c:pt>
                <c:pt idx="21">
                  <c:v>-0.44097630626555101</c:v>
                </c:pt>
                <c:pt idx="22">
                  <c:v>-0.51257565476068101</c:v>
                </c:pt>
                <c:pt idx="23">
                  <c:v>-0.45311148662133999</c:v>
                </c:pt>
                <c:pt idx="24">
                  <c:v>-0.424691246324361</c:v>
                </c:pt>
                <c:pt idx="25">
                  <c:v>-0.39619869813265002</c:v>
                </c:pt>
                <c:pt idx="26">
                  <c:v>-0.34666945058259302</c:v>
                </c:pt>
                <c:pt idx="27">
                  <c:v>-0.23290318932368301</c:v>
                </c:pt>
                <c:pt idx="28">
                  <c:v>-0.220537236360829</c:v>
                </c:pt>
                <c:pt idx="29">
                  <c:v>-0.226766191661011</c:v>
                </c:pt>
                <c:pt idx="30">
                  <c:v>-0.245147104464423</c:v>
                </c:pt>
                <c:pt idx="31">
                  <c:v>-0.250840356795138</c:v>
                </c:pt>
                <c:pt idx="32">
                  <c:v>-0.208403798120191</c:v>
                </c:pt>
                <c:pt idx="33">
                  <c:v>-0.18376592776898201</c:v>
                </c:pt>
                <c:pt idx="34">
                  <c:v>-0.149350271662613</c:v>
                </c:pt>
                <c:pt idx="35">
                  <c:v>-0.17720787152227899</c:v>
                </c:pt>
                <c:pt idx="36">
                  <c:v>-0.19964065160703801</c:v>
                </c:pt>
                <c:pt idx="37">
                  <c:v>-0.192213090720216</c:v>
                </c:pt>
                <c:pt idx="38">
                  <c:v>-0.20661142069873201</c:v>
                </c:pt>
                <c:pt idx="39">
                  <c:v>-0.20988060232009501</c:v>
                </c:pt>
                <c:pt idx="40">
                  <c:v>-0.20399687297864699</c:v>
                </c:pt>
                <c:pt idx="41">
                  <c:v>-0.18355952650229901</c:v>
                </c:pt>
                <c:pt idx="42">
                  <c:v>-0.192244169963772</c:v>
                </c:pt>
                <c:pt idx="43">
                  <c:v>-0.180727612348688</c:v>
                </c:pt>
                <c:pt idx="44">
                  <c:v>-0.17848795252097599</c:v>
                </c:pt>
                <c:pt idx="45">
                  <c:v>-0.17497667382945101</c:v>
                </c:pt>
                <c:pt idx="46">
                  <c:v>-0.18045015816641699</c:v>
                </c:pt>
                <c:pt idx="47">
                  <c:v>-0.18109889963676001</c:v>
                </c:pt>
                <c:pt idx="48">
                  <c:v>-0.18646709217207699</c:v>
                </c:pt>
                <c:pt idx="49">
                  <c:v>-0.196446828448639</c:v>
                </c:pt>
                <c:pt idx="50">
                  <c:v>-0.189912421827959</c:v>
                </c:pt>
                <c:pt idx="52">
                  <c:v>-0.193414722118635</c:v>
                </c:pt>
                <c:pt idx="53">
                  <c:v>-0.192773279046973</c:v>
                </c:pt>
                <c:pt idx="54">
                  <c:v>-0.17947081569565199</c:v>
                </c:pt>
                <c:pt idx="55">
                  <c:v>-0.18081722261399499</c:v>
                </c:pt>
                <c:pt idx="56">
                  <c:v>-0.17461547161275701</c:v>
                </c:pt>
                <c:pt idx="57">
                  <c:v>-0.184787111564062</c:v>
                </c:pt>
                <c:pt idx="58">
                  <c:v>-0.19565005403503499</c:v>
                </c:pt>
                <c:pt idx="59">
                  <c:v>-0.20856054147164799</c:v>
                </c:pt>
                <c:pt idx="60">
                  <c:v>-0.22180059596982801</c:v>
                </c:pt>
                <c:pt idx="61">
                  <c:v>-0.23791330849176801</c:v>
                </c:pt>
                <c:pt idx="62">
                  <c:v>-0.25315115358516099</c:v>
                </c:pt>
                <c:pt idx="63">
                  <c:v>-0.25009875547119298</c:v>
                </c:pt>
                <c:pt idx="64">
                  <c:v>-0.232214061829211</c:v>
                </c:pt>
                <c:pt idx="65">
                  <c:v>-0.20054697620859099</c:v>
                </c:pt>
                <c:pt idx="68">
                  <c:v>-0.209574180271521</c:v>
                </c:pt>
                <c:pt idx="69">
                  <c:v>-0.179068128064862</c:v>
                </c:pt>
                <c:pt idx="70">
                  <c:v>-0.16924903867903199</c:v>
                </c:pt>
                <c:pt idx="71">
                  <c:v>-0.16933553063840301</c:v>
                </c:pt>
                <c:pt idx="72">
                  <c:v>-0.185434013477699</c:v>
                </c:pt>
                <c:pt idx="73">
                  <c:v>-0.200417523537578</c:v>
                </c:pt>
                <c:pt idx="74">
                  <c:v>-0.216758857518867</c:v>
                </c:pt>
                <c:pt idx="75">
                  <c:v>-0.206326887846906</c:v>
                </c:pt>
                <c:pt idx="76">
                  <c:v>-0.20654869615794699</c:v>
                </c:pt>
                <c:pt idx="77">
                  <c:v>-0.18627988302009901</c:v>
                </c:pt>
                <c:pt idx="80">
                  <c:v>-0.16699997660070701</c:v>
                </c:pt>
                <c:pt idx="81">
                  <c:v>-0.16497988427416199</c:v>
                </c:pt>
                <c:pt idx="82">
                  <c:v>-0.16081107503095801</c:v>
                </c:pt>
                <c:pt idx="83">
                  <c:v>-0.16076403870754399</c:v>
                </c:pt>
                <c:pt idx="84">
                  <c:v>-0.15081052552212901</c:v>
                </c:pt>
                <c:pt idx="85">
                  <c:v>-0.14471581494824301</c:v>
                </c:pt>
                <c:pt idx="86">
                  <c:v>-0.14400150309008999</c:v>
                </c:pt>
                <c:pt idx="87">
                  <c:v>-0.15154146120787099</c:v>
                </c:pt>
                <c:pt idx="88">
                  <c:v>-0.16001012483708699</c:v>
                </c:pt>
                <c:pt idx="89">
                  <c:v>-0.16665520858750399</c:v>
                </c:pt>
                <c:pt idx="90">
                  <c:v>-0.17487585474918599</c:v>
                </c:pt>
                <c:pt idx="91">
                  <c:v>-0.163583245129509</c:v>
                </c:pt>
                <c:pt idx="92">
                  <c:v>-0.15416298245974799</c:v>
                </c:pt>
                <c:pt idx="93">
                  <c:v>-0.160775723520518</c:v>
                </c:pt>
                <c:pt idx="94">
                  <c:v>-0.15997022352611501</c:v>
                </c:pt>
                <c:pt idx="96">
                  <c:v>-0.16246943502890199</c:v>
                </c:pt>
                <c:pt idx="97">
                  <c:v>-0.16744227976489001</c:v>
                </c:pt>
                <c:pt idx="98">
                  <c:v>-0.164954704411092</c:v>
                </c:pt>
                <c:pt idx="99">
                  <c:v>-0.16976799043526</c:v>
                </c:pt>
                <c:pt idx="100">
                  <c:v>-0.172732974953518</c:v>
                </c:pt>
                <c:pt idx="101">
                  <c:v>-0.177528022820378</c:v>
                </c:pt>
                <c:pt idx="102">
                  <c:v>-0.18252135185517401</c:v>
                </c:pt>
                <c:pt idx="103">
                  <c:v>-0.171205609590591</c:v>
                </c:pt>
                <c:pt idx="104">
                  <c:v>-0.17399486372246301</c:v>
                </c:pt>
                <c:pt idx="105">
                  <c:v>-0.17125726721971901</c:v>
                </c:pt>
                <c:pt idx="106">
                  <c:v>-0.18239857633120701</c:v>
                </c:pt>
                <c:pt idx="107">
                  <c:v>-0.189671900855962</c:v>
                </c:pt>
                <c:pt idx="108">
                  <c:v>-0.19870641161538899</c:v>
                </c:pt>
                <c:pt idx="109">
                  <c:v>-0.20987524124823401</c:v>
                </c:pt>
                <c:pt idx="110">
                  <c:v>-0.225970770005326</c:v>
                </c:pt>
                <c:pt idx="111">
                  <c:v>-0.236603781148088</c:v>
                </c:pt>
                <c:pt idx="112">
                  <c:v>-0.252230136612139</c:v>
                </c:pt>
                <c:pt idx="113">
                  <c:v>-0.20338780818819299</c:v>
                </c:pt>
                <c:pt idx="114">
                  <c:v>-0.181694650461308</c:v>
                </c:pt>
                <c:pt idx="115">
                  <c:v>-0.184385131569027</c:v>
                </c:pt>
                <c:pt idx="116">
                  <c:v>-0.18955892332051599</c:v>
                </c:pt>
                <c:pt idx="117">
                  <c:v>-0.19044620009102201</c:v>
                </c:pt>
                <c:pt idx="118">
                  <c:v>-0.18867300459023101</c:v>
                </c:pt>
                <c:pt idx="120">
                  <c:v>-0.171649053407889</c:v>
                </c:pt>
                <c:pt idx="121">
                  <c:v>-0.15643545715208401</c:v>
                </c:pt>
                <c:pt idx="122">
                  <c:v>-0.144281602695599</c:v>
                </c:pt>
                <c:pt idx="123">
                  <c:v>-0.140796329208001</c:v>
                </c:pt>
                <c:pt idx="124">
                  <c:v>-0.14320495157409899</c:v>
                </c:pt>
                <c:pt idx="125">
                  <c:v>-0.14100781061439899</c:v>
                </c:pt>
                <c:pt idx="126">
                  <c:v>-0.14215084571112599</c:v>
                </c:pt>
                <c:pt idx="127">
                  <c:v>-0.14142021817018499</c:v>
                </c:pt>
                <c:pt idx="128">
                  <c:v>-0.14521576591244101</c:v>
                </c:pt>
                <c:pt idx="129">
                  <c:v>-0.144350053087413</c:v>
                </c:pt>
                <c:pt idx="130">
                  <c:v>-0.143335692552407</c:v>
                </c:pt>
                <c:pt idx="131">
                  <c:v>-0.13287385073912</c:v>
                </c:pt>
                <c:pt idx="132">
                  <c:v>-0.123963722465794</c:v>
                </c:pt>
                <c:pt idx="133">
                  <c:v>-0.10815863202201099</c:v>
                </c:pt>
                <c:pt idx="134">
                  <c:v>-0.100358813795402</c:v>
                </c:pt>
                <c:pt idx="135">
                  <c:v>-0.103213466580252</c:v>
                </c:pt>
                <c:pt idx="136">
                  <c:v>-0.101336638396407</c:v>
                </c:pt>
                <c:pt idx="137">
                  <c:v>-0.10003793085448801</c:v>
                </c:pt>
                <c:pt idx="138">
                  <c:v>-8.1667505273993801E-2</c:v>
                </c:pt>
                <c:pt idx="139">
                  <c:v>-8.8561859238957402E-2</c:v>
                </c:pt>
                <c:pt idx="141">
                  <c:v>-0.10234200407147701</c:v>
                </c:pt>
                <c:pt idx="142">
                  <c:v>-9.9549076602961098E-2</c:v>
                </c:pt>
                <c:pt idx="143">
                  <c:v>-9.7356003413053296E-2</c:v>
                </c:pt>
                <c:pt idx="144">
                  <c:v>-0.100211373616517</c:v>
                </c:pt>
                <c:pt idx="145">
                  <c:v>-0.10104758483352599</c:v>
                </c:pt>
                <c:pt idx="146">
                  <c:v>-0.102949362233608</c:v>
                </c:pt>
                <c:pt idx="147">
                  <c:v>-9.7087980442990801E-2</c:v>
                </c:pt>
                <c:pt idx="148">
                  <c:v>-9.5232951907436095E-2</c:v>
                </c:pt>
                <c:pt idx="149">
                  <c:v>-9.3316961256341396E-2</c:v>
                </c:pt>
                <c:pt idx="150">
                  <c:v>-9.1043500912812797E-2</c:v>
                </c:pt>
                <c:pt idx="152">
                  <c:v>-9.1292581882945895E-2</c:v>
                </c:pt>
                <c:pt idx="153">
                  <c:v>-9.0172363252029E-2</c:v>
                </c:pt>
                <c:pt idx="154">
                  <c:v>-9.5165726887905103E-2</c:v>
                </c:pt>
                <c:pt idx="155">
                  <c:v>-0.10196406041870899</c:v>
                </c:pt>
                <c:pt idx="157">
                  <c:v>-0.10721278427917801</c:v>
                </c:pt>
                <c:pt idx="158">
                  <c:v>-0.10339892276738</c:v>
                </c:pt>
                <c:pt idx="159">
                  <c:v>-0.105706165239027</c:v>
                </c:pt>
                <c:pt idx="160">
                  <c:v>-0.106478035272426</c:v>
                </c:pt>
                <c:pt idx="161">
                  <c:v>-0.110502967810372</c:v>
                </c:pt>
                <c:pt idx="162">
                  <c:v>-0.11550039222858</c:v>
                </c:pt>
                <c:pt idx="163">
                  <c:v>-0.109343694769571</c:v>
                </c:pt>
                <c:pt idx="164">
                  <c:v>-0.109927398673573</c:v>
                </c:pt>
                <c:pt idx="165">
                  <c:v>-0.115598585057185</c:v>
                </c:pt>
                <c:pt idx="166">
                  <c:v>-0.113442972348595</c:v>
                </c:pt>
                <c:pt idx="167">
                  <c:v>-0.11880525142025</c:v>
                </c:pt>
                <c:pt idx="168">
                  <c:v>-0.11544880727318101</c:v>
                </c:pt>
                <c:pt idx="169">
                  <c:v>-0.110549871885672</c:v>
                </c:pt>
                <c:pt idx="170">
                  <c:v>-0.110031251586814</c:v>
                </c:pt>
                <c:pt idx="171">
                  <c:v>-0.112054073040165</c:v>
                </c:pt>
                <c:pt idx="172">
                  <c:v>-0.12362192493111999</c:v>
                </c:pt>
                <c:pt idx="173">
                  <c:v>-0.12082895272562801</c:v>
                </c:pt>
                <c:pt idx="174">
                  <c:v>-0.11921605593009101</c:v>
                </c:pt>
                <c:pt idx="175">
                  <c:v>-0.121088743119958</c:v>
                </c:pt>
                <c:pt idx="176">
                  <c:v>-0.11997053230494401</c:v>
                </c:pt>
                <c:pt idx="177">
                  <c:v>-0.11955793372540099</c:v>
                </c:pt>
                <c:pt idx="178">
                  <c:v>-0.12193255218945299</c:v>
                </c:pt>
                <c:pt idx="179">
                  <c:v>-0.12099914257008</c:v>
                </c:pt>
                <c:pt idx="180">
                  <c:v>-0.12042995915423001</c:v>
                </c:pt>
                <c:pt idx="181">
                  <c:v>-0.116804064517252</c:v>
                </c:pt>
                <c:pt idx="182">
                  <c:v>-0.11109391814548999</c:v>
                </c:pt>
                <c:pt idx="183">
                  <c:v>-0.102910892694814</c:v>
                </c:pt>
                <c:pt idx="184">
                  <c:v>-0.105727108996196</c:v>
                </c:pt>
                <c:pt idx="185">
                  <c:v>-0.105677448541054</c:v>
                </c:pt>
                <c:pt idx="186">
                  <c:v>-0.106631481062605</c:v>
                </c:pt>
                <c:pt idx="187">
                  <c:v>-0.101558562746903</c:v>
                </c:pt>
                <c:pt idx="188">
                  <c:v>-0.100918078156393</c:v>
                </c:pt>
                <c:pt idx="189">
                  <c:v>-9.2177444812595294E-2</c:v>
                </c:pt>
                <c:pt idx="190">
                  <c:v>-9.1214294087442693E-2</c:v>
                </c:pt>
                <c:pt idx="191">
                  <c:v>-8.9284568154778296E-2</c:v>
                </c:pt>
                <c:pt idx="192">
                  <c:v>-9.1042262322239206E-2</c:v>
                </c:pt>
                <c:pt idx="193">
                  <c:v>-8.9851871849814302E-2</c:v>
                </c:pt>
                <c:pt idx="194">
                  <c:v>-9.3470287911590802E-2</c:v>
                </c:pt>
                <c:pt idx="195">
                  <c:v>-9.4806492146428403E-2</c:v>
                </c:pt>
                <c:pt idx="196">
                  <c:v>-0.100921498227091</c:v>
                </c:pt>
                <c:pt idx="197">
                  <c:v>-0.103348373194919</c:v>
                </c:pt>
                <c:pt idx="198">
                  <c:v>-0.10566590161704401</c:v>
                </c:pt>
                <c:pt idx="199">
                  <c:v>-0.10835850750338701</c:v>
                </c:pt>
                <c:pt idx="205">
                  <c:v>-0.10788657609161401</c:v>
                </c:pt>
                <c:pt idx="206">
                  <c:v>-0.106576066300757</c:v>
                </c:pt>
                <c:pt idx="207">
                  <c:v>-0.104770682298276</c:v>
                </c:pt>
                <c:pt idx="209">
                  <c:v>-0.10664157794783601</c:v>
                </c:pt>
                <c:pt idx="210">
                  <c:v>-0.107842245772873</c:v>
                </c:pt>
                <c:pt idx="211">
                  <c:v>-0.113537208776295</c:v>
                </c:pt>
                <c:pt idx="212">
                  <c:v>-0.121289887211519</c:v>
                </c:pt>
                <c:pt idx="213">
                  <c:v>-0.12610433946351801</c:v>
                </c:pt>
                <c:pt idx="216">
                  <c:v>-0.123445552337762</c:v>
                </c:pt>
                <c:pt idx="217">
                  <c:v>-9.7723580120429296E-2</c:v>
                </c:pt>
                <c:pt idx="218">
                  <c:v>-0.10126705013899499</c:v>
                </c:pt>
                <c:pt idx="219">
                  <c:v>-0.107843321573247</c:v>
                </c:pt>
                <c:pt idx="220">
                  <c:v>-0.107772187610031</c:v>
                </c:pt>
                <c:pt idx="223">
                  <c:v>-0.108598820315626</c:v>
                </c:pt>
                <c:pt idx="224">
                  <c:v>-0.11327407024129001</c:v>
                </c:pt>
                <c:pt idx="225">
                  <c:v>-0.12161110046578499</c:v>
                </c:pt>
                <c:pt idx="226">
                  <c:v>-0.12928713248098</c:v>
                </c:pt>
                <c:pt idx="227">
                  <c:v>-0.120621945318517</c:v>
                </c:pt>
                <c:pt idx="230">
                  <c:v>-0.10907304053963</c:v>
                </c:pt>
                <c:pt idx="231">
                  <c:v>-0.110104755711378</c:v>
                </c:pt>
                <c:pt idx="232">
                  <c:v>-0.108578640177403</c:v>
                </c:pt>
                <c:pt idx="233">
                  <c:v>-0.107205587111766</c:v>
                </c:pt>
                <c:pt idx="234">
                  <c:v>-0.10477771794202</c:v>
                </c:pt>
                <c:pt idx="237">
                  <c:v>-0.106903193486747</c:v>
                </c:pt>
                <c:pt idx="238">
                  <c:v>-0.11227218993032299</c:v>
                </c:pt>
                <c:pt idx="239">
                  <c:v>-0.119028086571298</c:v>
                </c:pt>
                <c:pt idx="240">
                  <c:v>-0.125110535582798</c:v>
                </c:pt>
                <c:pt idx="241">
                  <c:v>-0.121529065822212</c:v>
                </c:pt>
                <c:pt idx="244">
                  <c:v>-0.121693690976659</c:v>
                </c:pt>
                <c:pt idx="245">
                  <c:v>-0.12257516182292701</c:v>
                </c:pt>
                <c:pt idx="246">
                  <c:v>-0.122662732481001</c:v>
                </c:pt>
                <c:pt idx="247">
                  <c:v>-0.13480951303842101</c:v>
                </c:pt>
                <c:pt idx="251">
                  <c:v>-0.152377556315446</c:v>
                </c:pt>
                <c:pt idx="252">
                  <c:v>-0.15839995860864001</c:v>
                </c:pt>
                <c:pt idx="253">
                  <c:v>-0.17022914293953201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2FC-2B2C-4B85-840D-7187EA2D1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31615"/>
        <c:axId val="576340735"/>
      </c:lineChart>
      <c:dateAx>
        <c:axId val="576340255"/>
        <c:scaling>
          <c:orientation val="minMax"/>
          <c:max val="46197"/>
          <c:min val="45856"/>
        </c:scaling>
        <c:delete val="0"/>
        <c:axPos val="b"/>
        <c:numFmt formatCode="yyyy&quot;年&quot;mm&quot;月&quot;dd&quot;日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4495"/>
        <c:crosses val="autoZero"/>
        <c:auto val="0"/>
        <c:lblOffset val="100"/>
        <c:baseTimeUnit val="days"/>
        <c:majorUnit val="341"/>
        <c:majorTimeUnit val="days"/>
        <c:minorUnit val="341"/>
        <c:minorTimeUnit val="days"/>
      </c:dateAx>
      <c:valAx>
        <c:axId val="576334495"/>
        <c:scaling>
          <c:orientation val="minMax"/>
          <c:max val="1.1200000000000001"/>
          <c:min val="1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40255"/>
        <c:crosses val="autoZero"/>
        <c:crossBetween val="between"/>
      </c:valAx>
      <c:dateAx>
        <c:axId val="576331615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crossAx val="576340735"/>
        <c:crosses val="autoZero"/>
        <c:auto val="1"/>
        <c:lblOffset val="100"/>
        <c:baseTimeUnit val="days"/>
      </c:dateAx>
      <c:valAx>
        <c:axId val="576340735"/>
        <c:scaling>
          <c:orientation val="minMax"/>
          <c:max val="7.0000000000000007E-2"/>
          <c:min val="-1.1200000000000001"/>
        </c:scaling>
        <c:delete val="0"/>
        <c:axPos val="r"/>
        <c:numFmt formatCode=";;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1615"/>
        <c:crosses val="max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Hans-H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ee8bc24-006f-4579-bddc-ab47df677e12}"/>
      </c:ext>
    </c:extLst>
  </c:chart>
  <c:spPr>
    <a:solidFill>
      <a:srgbClr val="FFFFFF"/>
    </a:solidFill>
    <a:ln w="12700" cap="flat" cmpd="sng" algn="ctr">
      <a:noFill/>
      <a:prstDash val="solid"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  <a:endParaRPr lang="zh-Hans-HK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2AB64-EA69-4C05-B1D3-23DF23312D07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89213" y="1143000"/>
            <a:ext cx="167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2AE32-A0E8-440A-874D-C4DD7E8132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062083"/>
            <a:ext cx="5829300" cy="438666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617911"/>
            <a:ext cx="5143500" cy="304208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141251"/>
            <a:ext cx="5915025" cy="524124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432079"/>
            <a:ext cx="5915025" cy="275624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354163"/>
            <a:ext cx="2914650" cy="79945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354163"/>
            <a:ext cx="2914650" cy="79945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0836"/>
            <a:ext cx="5915025" cy="24354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088748"/>
            <a:ext cx="2901255" cy="15137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602496"/>
            <a:ext cx="2901255" cy="67695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088748"/>
            <a:ext cx="2915543" cy="15137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602496"/>
            <a:ext cx="2915543" cy="67695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39999"/>
            <a:ext cx="2211884" cy="29399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814168"/>
            <a:ext cx="3471863" cy="895415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79996"/>
            <a:ext cx="2211884" cy="700291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39999"/>
            <a:ext cx="2211884" cy="29399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814168"/>
            <a:ext cx="3471863" cy="895415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79996"/>
            <a:ext cx="2211884" cy="700291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70833"/>
            <a:ext cx="1478756" cy="106779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70833"/>
            <a:ext cx="4350544" cy="106779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70836"/>
            <a:ext cx="5915025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354163"/>
            <a:ext cx="5915025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678325"/>
            <a:ext cx="154305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678325"/>
            <a:ext cx="2314575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678325"/>
            <a:ext cx="154305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1145" y="1283721"/>
          <a:ext cx="6275705" cy="745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7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5725">
                <a:tc gridSpan="2">
                  <a:txBody>
                    <a:bodyPr/>
                    <a:lstStyle/>
                    <a:p>
                      <a:endParaRPr lang="zh-CN" altLang="en-US" sz="1300" b="0" dirty="0"/>
                    </a:p>
                  </a:txBody>
                  <a:tcPr marL="84224" marR="84224" marT="42112" marB="4211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Hans-HK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620">
                <a:tc>
                  <a:txBody>
                    <a:bodyPr/>
                    <a:lstStyle/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</a:txBody>
                  <a:tcPr marL="84224" marR="84224" marT="42112" marB="4211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800" dirty="0"/>
                    </a:p>
                    <a:p>
                      <a:endParaRPr lang="zh-CN" altLang="en-US" sz="800" dirty="0">
                        <a:solidFill>
                          <a:srgbClr val="252525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84224" marR="84224" marT="42112" marB="4211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标题 1"/>
          <p:cNvSpPr txBox="1"/>
          <p:nvPr/>
        </p:nvSpPr>
        <p:spPr>
          <a:xfrm>
            <a:off x="1003055" y="2201595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产品要素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26" name="圆角矩形 22"/>
          <p:cNvSpPr/>
          <p:nvPr/>
        </p:nvSpPr>
        <p:spPr>
          <a:xfrm>
            <a:off x="536210" y="220959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占位符 2"/>
          <p:cNvSpPr txBox="1"/>
          <p:nvPr/>
        </p:nvSpPr>
        <p:spPr>
          <a:xfrm>
            <a:off x="452242" y="2235848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4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01</a:t>
            </a:r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1003055" y="8956629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公司</a:t>
            </a:r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简介</a:t>
            </a:r>
          </a:p>
        </p:txBody>
      </p:sp>
      <p:sp>
        <p:nvSpPr>
          <p:cNvPr id="32" name="圆角矩形 22"/>
          <p:cNvSpPr/>
          <p:nvPr/>
        </p:nvSpPr>
        <p:spPr>
          <a:xfrm>
            <a:off x="536210" y="8972520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3" name="文本占位符 2"/>
          <p:cNvSpPr txBox="1"/>
          <p:nvPr/>
        </p:nvSpPr>
        <p:spPr>
          <a:xfrm>
            <a:off x="443160" y="9002862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4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02</a:t>
            </a:r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007" y="9508020"/>
            <a:ext cx="6275671" cy="128913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    “交银国际信托有限公司”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(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以下简称“公司”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)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成立于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1981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6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月，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2007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月，经中国银监会批准，公司引进交通银行股份有限公司（以下简称“交通银行”）实施战略重组。重组完成后，公司更名为“交银国际信托有限公司”，目前注册资本达到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57.65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亿元，交通银行持有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85%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的股份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,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湖北交通投资集团有限公司持有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15%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股份。自成立以来，秉承“受人之托，代人理财”的经营宗旨和诚信服务的管理理念，根据客户的资产状况和风险偏好，利用信托制度及其独特的功能设计，竭诚提供跨市场、多领域、跨地区的财富管理、项目融资和受托托管等专业化信托服务。</a:t>
            </a:r>
            <a:endParaRPr lang="zh-CN" altLang="en-US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graphicFrame>
        <p:nvGraphicFramePr>
          <p:cNvPr id="18" name="table_0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555097"/>
              </p:ext>
            </p:extLst>
          </p:nvPr>
        </p:nvGraphicFramePr>
        <p:xfrm>
          <a:off x="530997" y="3291818"/>
          <a:ext cx="5852275" cy="254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1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435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产品名称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交银国信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交鑫致远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个月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101/102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号集合资金信托计划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成立日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2026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/2026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日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预计存续期限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900" b="0" baseline="0" dirty="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长期存续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系列规模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净值合计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3.93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亿元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开放日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12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个月</a:t>
                      </a: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101/12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个月</a:t>
                      </a: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102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：持有满一年后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，每个自然月度最后一周的周三，遇节假日顺延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赎回锁定期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就任意一份信托单位而言，最低持有期为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360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天，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起购金额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万起，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万递增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marR="0" indent="0" algn="ctr" defTabSz="3600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风险评级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【R3】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，该类产品总体风险程度中等，公司不承诺本金保障，净值波动较明显，产品本金出现损失或无法按期兑付的可能性不容忽视。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751849" y="2795562"/>
            <a:ext cx="958747" cy="316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产品概览</a:t>
            </a:r>
            <a:endParaRPr kumimoji="1" lang="en-US" altLang="zh-CN" sz="1475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76784" y="6310265"/>
            <a:ext cx="933812" cy="316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ea typeface="思源黑体 CN Regular" panose="020B0500000000000000" pitchFamily="34" charset="-122"/>
              </a:rPr>
              <a:t>投资范围</a:t>
            </a:r>
            <a:endParaRPr kumimoji="1" lang="en-US" altLang="zh-CN" sz="1475" b="1" dirty="0">
              <a:solidFill>
                <a:schemeClr val="tx1">
                  <a:lumMod val="75000"/>
                  <a:lumOff val="25000"/>
                </a:schemeClr>
              </a:solidFill>
              <a:ea typeface="思源黑体 CN Regular" panose="020B05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181689" y="6341998"/>
            <a:ext cx="264153" cy="265273"/>
            <a:chOff x="3717000" y="4051171"/>
            <a:chExt cx="828000" cy="828000"/>
          </a:xfrm>
        </p:grpSpPr>
        <p:sp>
          <p:nvSpPr>
            <p:cNvPr id="35" name="椭圆 34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0037" y="4219104"/>
              <a:ext cx="475042" cy="475042"/>
            </a:xfrm>
            <a:prstGeom prst="rect">
              <a:avLst/>
            </a:prstGeom>
          </p:spPr>
        </p:pic>
      </p:grpSp>
      <p:sp>
        <p:nvSpPr>
          <p:cNvPr id="39" name="矩形 38"/>
          <p:cNvSpPr/>
          <p:nvPr/>
        </p:nvSpPr>
        <p:spPr>
          <a:xfrm>
            <a:off x="3498742" y="6312301"/>
            <a:ext cx="1070597" cy="31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风险提示</a:t>
            </a:r>
            <a:endParaRPr kumimoji="1" lang="en-US" altLang="zh-CN" sz="1475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84689" y="6778639"/>
            <a:ext cx="3133090" cy="1674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965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信托财产投资运用过程中存在法律与政策风险、市场风险、利率风险、受托人管理及操作风险、投资管理风险、投资标的管理人/受托人风险、投资标的风险、平仓策略风险、信用风险、信托单位/信托计划提前终止风险、信托利益分配方式风险、保管人的经营及操作风险、信托财产独立性风险、流动性风险、受托人无法承诺信托计划受益人的信托利益、估值风险、认购保障基金的相关风险、网络渠道风险、怠于登录终端风险、不可抗力及其他风险。</a:t>
            </a:r>
            <a:endParaRPr lang="en-US" altLang="zh-CN" sz="965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8008" y="11343844"/>
            <a:ext cx="6275670" cy="108715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7135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10670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90413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11900" y="6778639"/>
            <a:ext cx="2099620" cy="1273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1.债券类资产；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2.货币市场工具；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3.受托人发行的证券投资类产品；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4.其他相关金融产品；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5.信托业保障基金。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30997" y="6338448"/>
            <a:ext cx="264153" cy="265273"/>
            <a:chOff x="3717000" y="4051171"/>
            <a:chExt cx="828000" cy="828000"/>
          </a:xfrm>
        </p:grpSpPr>
        <p:sp>
          <p:nvSpPr>
            <p:cNvPr id="6" name="椭圆 5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8" name="图片 7" descr="目标 纯色填充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24258" y="4151783"/>
              <a:ext cx="613481" cy="610891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485416" y="2789875"/>
            <a:ext cx="309734" cy="316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直接箭头连接符 56"/>
          <p:cNvCxnSpPr>
            <a:endCxn id="53" idx="0"/>
          </p:cNvCxnSpPr>
          <p:nvPr/>
        </p:nvCxnSpPr>
        <p:spPr>
          <a:xfrm>
            <a:off x="4251529" y="5645964"/>
            <a:ext cx="1404968" cy="458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/>
          <p:cNvSpPr txBox="1"/>
          <p:nvPr/>
        </p:nvSpPr>
        <p:spPr>
          <a:xfrm>
            <a:off x="923045" y="2174186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产品亮点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2"/>
          <p:cNvSpPr/>
          <p:nvPr/>
        </p:nvSpPr>
        <p:spPr>
          <a:xfrm>
            <a:off x="460311" y="216816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03</a:t>
            </a:r>
            <a:endParaRPr kumimoji="1"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849212" y="6846164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公司</a:t>
            </a:r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荣誉</a:t>
            </a: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sp>
        <p:nvSpPr>
          <p:cNvPr id="7" name="文本框 6"/>
          <p:cNvSpPr txBox="1"/>
          <p:nvPr/>
        </p:nvSpPr>
        <p:spPr>
          <a:xfrm>
            <a:off x="308008" y="11343844"/>
            <a:ext cx="6275670" cy="13030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、本产品由交银国际信托有限公司发行及管理，本材料仅为面向合格投资者的宣传材料，不作为任何法律文件，请您认真阅读信托合同、产品说明书、风险申明书等法律文件，根据风险承受能力选择合适的产品。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1039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09654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78221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70732" y="2352052"/>
            <a:ext cx="6256020" cy="3919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000" dirty="0">
              <a:solidFill>
                <a:schemeClr val="accent1">
                  <a:lumMod val="7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“票息+稳定现金流”双收益来源：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本系列采用“固收+不动产”的配置逻辑，固收部分可提供基础票息，不动产ABS部分通过运营收入等产生稳定现金流，可以一定程度弥补低利率环境下收益不足的问题。</a:t>
            </a:r>
          </a:p>
          <a:p>
            <a:pPr marL="158115" indent="-158115" fontAlgn="auto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风险分散+资产质量优化：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不动产ABS资产抗周期性强，同时可以降低单一固收市场的波动风险。</a:t>
            </a:r>
          </a:p>
          <a:p>
            <a:pPr marL="158115" indent="-158115" fontAlgn="auto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政策红利+通胀对冲属性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：国内公募REITs扩容、不动产ABS发行简化等政策持续加码，底层资产流动性改善较为明显，组合天然具备</a:t>
            </a:r>
            <a:r>
              <a:rPr lang="en-US" altLang="zh-CN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固收防守+不动产进攻</a:t>
            </a:r>
            <a:r>
              <a:rPr lang="en-US" altLang="zh-CN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特性，可以对冲潜在的通胀侵蚀风险。</a:t>
            </a: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1231038" y="4036840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4" name="图片 43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6902236"/>
            <a:ext cx="223242" cy="282535"/>
          </a:xfrm>
          <a:prstGeom prst="rect">
            <a:avLst/>
          </a:prstGeom>
        </p:spPr>
      </p:pic>
      <p:sp>
        <p:nvSpPr>
          <p:cNvPr id="84" name="文本框 83"/>
          <p:cNvSpPr txBox="1"/>
          <p:nvPr/>
        </p:nvSpPr>
        <p:spPr>
          <a:xfrm>
            <a:off x="4239573" y="7531375"/>
            <a:ext cx="184658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优秀</a:t>
            </a:r>
            <a:r>
              <a:rPr lang="en-US" altLang="zh-CN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ABN </a:t>
            </a:r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管理人奖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第九届结构性融资与资产证券化论坛暨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介甫奖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943947" y="8649926"/>
            <a:ext cx="170180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蝉联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一年期混合类产品金牛奖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中国证券报</a:t>
            </a:r>
          </a:p>
          <a:p>
            <a:pPr algn="ctr"/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第三届信托业金牛奖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4227509" y="8580628"/>
            <a:ext cx="1936750" cy="544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卓越财富管理能力信托公司、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卓越家族办公室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普益标准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2024 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资产管理与财富管理行业发展大会暨第四届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金誉奖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893445" y="9664700"/>
            <a:ext cx="1793240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en-US" altLang="zh-CN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2024 </a:t>
            </a:r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年度家族信托管理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创新优秀案例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银行家</a:t>
            </a:r>
          </a:p>
          <a:p>
            <a:pPr algn="ctr"/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“2024 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银行家金融创新论坛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暨银行家金融创新成果发布会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4305614" y="9664656"/>
            <a:ext cx="1780540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诚信托</a:t>
            </a:r>
            <a:r>
              <a:rPr lang="en-US" altLang="zh-CN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·</a:t>
            </a:r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卓越公司奖、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最佳资产管理信托产品奖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上海证券报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第十七届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诚信托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奖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843211" y="7427508"/>
            <a:ext cx="201041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行业优秀中介机构奖、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最具行业影响产品奖、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最具创新突破产品奖等多个奖项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第八届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CNABS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资产证券化年会</a:t>
            </a:r>
          </a:p>
        </p:txBody>
      </p:sp>
      <p:pic>
        <p:nvPicPr>
          <p:cNvPr id="12" name="图片 11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62" y="7789180"/>
            <a:ext cx="210383" cy="437198"/>
          </a:xfrm>
          <a:prstGeom prst="rect">
            <a:avLst/>
          </a:prstGeom>
        </p:spPr>
      </p:pic>
      <p:pic>
        <p:nvPicPr>
          <p:cNvPr id="13" name="图片 12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010" y="7808979"/>
            <a:ext cx="210383" cy="437198"/>
          </a:xfrm>
          <a:prstGeom prst="rect">
            <a:avLst/>
          </a:prstGeom>
        </p:spPr>
      </p:pic>
      <p:pic>
        <p:nvPicPr>
          <p:cNvPr id="15" name="图片 14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24" y="10106660"/>
            <a:ext cx="210383" cy="437198"/>
          </a:xfrm>
          <a:prstGeom prst="rect">
            <a:avLst/>
          </a:prstGeom>
        </p:spPr>
      </p:pic>
      <p:pic>
        <p:nvPicPr>
          <p:cNvPr id="16" name="图片 15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24" y="8947840"/>
            <a:ext cx="210383" cy="437198"/>
          </a:xfrm>
          <a:prstGeom prst="rect">
            <a:avLst/>
          </a:prstGeom>
        </p:spPr>
      </p:pic>
      <p:pic>
        <p:nvPicPr>
          <p:cNvPr id="18" name="图片 17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146" y="7789180"/>
            <a:ext cx="210383" cy="437198"/>
          </a:xfrm>
          <a:prstGeom prst="rect">
            <a:avLst/>
          </a:prstGeom>
        </p:spPr>
      </p:pic>
      <p:pic>
        <p:nvPicPr>
          <p:cNvPr id="19" name="图片 18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584" y="10090925"/>
            <a:ext cx="210383" cy="437198"/>
          </a:xfrm>
          <a:prstGeom prst="rect">
            <a:avLst/>
          </a:prstGeom>
        </p:spPr>
      </p:pic>
      <p:pic>
        <p:nvPicPr>
          <p:cNvPr id="20" name="图片 19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938" y="8929708"/>
            <a:ext cx="210383" cy="437198"/>
          </a:xfrm>
          <a:prstGeom prst="rect">
            <a:avLst/>
          </a:prstGeom>
        </p:spPr>
      </p:pic>
      <p:pic>
        <p:nvPicPr>
          <p:cNvPr id="21" name="图片 20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9665" y="10092690"/>
            <a:ext cx="210383" cy="437198"/>
          </a:xfrm>
          <a:prstGeom prst="rect">
            <a:avLst/>
          </a:prstGeom>
        </p:spPr>
      </p:pic>
      <p:pic>
        <p:nvPicPr>
          <p:cNvPr id="22" name="图片 21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010" y="8947840"/>
            <a:ext cx="210383" cy="437198"/>
          </a:xfrm>
          <a:prstGeom prst="rect">
            <a:avLst/>
          </a:prstGeom>
        </p:spPr>
      </p:pic>
      <p:pic>
        <p:nvPicPr>
          <p:cNvPr id="23" name="图片 22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54" y="10090925"/>
            <a:ext cx="210383" cy="437198"/>
          </a:xfrm>
          <a:prstGeom prst="rect">
            <a:avLst/>
          </a:prstGeom>
        </p:spPr>
      </p:pic>
      <p:pic>
        <p:nvPicPr>
          <p:cNvPr id="24" name="图片 23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53" y="8937478"/>
            <a:ext cx="210383" cy="437198"/>
          </a:xfrm>
          <a:prstGeom prst="rect">
            <a:avLst/>
          </a:prstGeom>
        </p:spPr>
      </p:pic>
      <p:pic>
        <p:nvPicPr>
          <p:cNvPr id="27" name="图片 26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53" y="7789180"/>
            <a:ext cx="210383" cy="43719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276" y="4340054"/>
            <a:ext cx="935158" cy="31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产品结构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50370" y="4363056"/>
            <a:ext cx="264153" cy="265273"/>
            <a:chOff x="3717000" y="4051171"/>
            <a:chExt cx="828000" cy="828000"/>
          </a:xfrm>
        </p:grpSpPr>
        <p:sp>
          <p:nvSpPr>
            <p:cNvPr id="28" name="椭圆 27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29" name="图片 7" descr="原子 纯色填充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824258" y="4151783"/>
              <a:ext cx="613481" cy="610891"/>
            </a:xfrm>
            <a:prstGeom prst="rect">
              <a:avLst/>
            </a:prstGeom>
          </p:spPr>
        </p:pic>
      </p:grpSp>
      <p:sp>
        <p:nvSpPr>
          <p:cNvPr id="30" name="椭圆 29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35" name="矩形: 圆角 34"/>
          <p:cNvSpPr/>
          <p:nvPr/>
        </p:nvSpPr>
        <p:spPr>
          <a:xfrm>
            <a:off x="3531746" y="4707327"/>
            <a:ext cx="1053266" cy="224849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75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投资者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3296077" y="5309501"/>
            <a:ext cx="1524605" cy="343497"/>
          </a:xfrm>
          <a:prstGeom prst="roundRect">
            <a:avLst>
              <a:gd name="adj" fmla="val 0"/>
            </a:avLst>
          </a:prstGeom>
          <a:solidFill>
            <a:srgbClr val="C00000">
              <a:alpha val="82000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交鑫致远系列</a:t>
            </a:r>
            <a:r>
              <a:rPr lang="en-US" altLang="zh-CN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——</a:t>
            </a:r>
          </a:p>
          <a:p>
            <a:pPr algn="ctr"/>
            <a:r>
              <a:rPr lang="zh-CN" altLang="en-US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“固收</a:t>
            </a:r>
            <a:r>
              <a:rPr lang="en-US" altLang="zh-CN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”产品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667878" y="5361182"/>
            <a:ext cx="986520" cy="28506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交银国信</a:t>
            </a:r>
          </a:p>
        </p:txBody>
      </p:sp>
      <p:sp>
        <p:nvSpPr>
          <p:cNvPr id="40" name="矩形: 圆角 50"/>
          <p:cNvSpPr/>
          <p:nvPr/>
        </p:nvSpPr>
        <p:spPr>
          <a:xfrm>
            <a:off x="1848417" y="6096431"/>
            <a:ext cx="1350686" cy="453780"/>
          </a:xfrm>
          <a:prstGeom prst="roundRect">
            <a:avLst/>
          </a:prstGeom>
          <a:solidFill>
            <a:schemeClr val="tx2">
              <a:alpha val="93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汇益系列固定收益类底层</a:t>
            </a:r>
          </a:p>
        </p:txBody>
      </p:sp>
      <p:sp>
        <p:nvSpPr>
          <p:cNvPr id="42" name="矩形: 圆角 50"/>
          <p:cNvSpPr/>
          <p:nvPr/>
        </p:nvSpPr>
        <p:spPr>
          <a:xfrm>
            <a:off x="4867297" y="6176209"/>
            <a:ext cx="591132" cy="31027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汇鑫</a:t>
            </a:r>
            <a:r>
              <a:rPr lang="en-US" altLang="zh-CN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zh-CN" altLang="en-US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号</a:t>
            </a:r>
          </a:p>
        </p:txBody>
      </p:sp>
      <p:sp>
        <p:nvSpPr>
          <p:cNvPr id="43" name="矩形: 圆角 50"/>
          <p:cNvSpPr/>
          <p:nvPr/>
        </p:nvSpPr>
        <p:spPr>
          <a:xfrm>
            <a:off x="5904144" y="6165919"/>
            <a:ext cx="574195" cy="3205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…</a:t>
            </a:r>
            <a:endParaRPr lang="zh-CN" altLang="en-US" sz="700" dirty="0">
              <a:solidFill>
                <a:srgbClr val="F2F2F2"/>
              </a:solidFill>
              <a:ea typeface="思源黑体 CN Normal" panose="020B0400000000000000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1696065" y="5503714"/>
            <a:ext cx="1503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7" idx="0"/>
          </p:cNvCxnSpPr>
          <p:nvPr/>
        </p:nvCxnSpPr>
        <p:spPr>
          <a:xfrm>
            <a:off x="4058380" y="4916478"/>
            <a:ext cx="0" cy="39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2344994" y="5652998"/>
            <a:ext cx="1450258" cy="44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/>
          <p:cNvSpPr/>
          <p:nvPr/>
        </p:nvSpPr>
        <p:spPr>
          <a:xfrm>
            <a:off x="4729316" y="6104484"/>
            <a:ext cx="1854362" cy="4434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加号 54"/>
          <p:cNvSpPr/>
          <p:nvPr/>
        </p:nvSpPr>
        <p:spPr>
          <a:xfrm>
            <a:off x="5609119" y="6244191"/>
            <a:ext cx="189686" cy="202866"/>
          </a:xfrm>
          <a:prstGeom prst="mathPlu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064590" y="5269499"/>
            <a:ext cx="6774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设立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2173002" y="5567080"/>
            <a:ext cx="930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固收策略不低于</a:t>
            </a:r>
            <a:r>
              <a:rPr lang="en-US" altLang="zh-CN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50%</a:t>
            </a:r>
            <a:endParaRPr lang="zh-CN" altLang="en-US" sz="1000" dirty="0"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079616" y="5576113"/>
            <a:ext cx="930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Reits</a:t>
            </a:r>
            <a:r>
              <a:rPr lang="zh-CN" altLang="en-US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策略不高于</a:t>
            </a:r>
            <a:r>
              <a:rPr lang="en-US" altLang="zh-CN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50%</a:t>
            </a:r>
            <a:endParaRPr lang="zh-CN" altLang="en-US" sz="1000" dirty="0"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0" y="7906139"/>
            <a:ext cx="2610223" cy="2142633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923290" y="2174240"/>
            <a:ext cx="3432175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不动产ABS</a:t>
            </a:r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底层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2"/>
          <p:cNvSpPr/>
          <p:nvPr/>
        </p:nvSpPr>
        <p:spPr>
          <a:xfrm>
            <a:off x="460311" y="216816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04</a:t>
            </a:r>
            <a:endParaRPr kumimoji="1" lang="zh-CN" altLang="en-US" sz="166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sp>
        <p:nvSpPr>
          <p:cNvPr id="7" name="文本框 6"/>
          <p:cNvSpPr txBox="1"/>
          <p:nvPr/>
        </p:nvSpPr>
        <p:spPr>
          <a:xfrm>
            <a:off x="308008" y="11343844"/>
            <a:ext cx="6275670" cy="13030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、本产品由交银国际信托有限公司发行及管理，本材料仅为面向合格投资者的宣传材料，不作为任何法律文件，请您认真阅读信托合同、产品说明书、风险申明书等法律文件，根据风险承受能力选择合适的产品。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1039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09654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78221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9" name="文本占位符 2"/>
          <p:cNvSpPr txBox="1"/>
          <p:nvPr/>
        </p:nvSpPr>
        <p:spPr>
          <a:xfrm>
            <a:off x="1231038" y="4036840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276" y="4340054"/>
            <a:ext cx="3933040" cy="31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投资基础设施，支持实体经济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50370" y="4363056"/>
            <a:ext cx="264153" cy="265273"/>
            <a:chOff x="3717000" y="4051171"/>
            <a:chExt cx="828000" cy="828000"/>
          </a:xfrm>
        </p:grpSpPr>
        <p:sp>
          <p:nvSpPr>
            <p:cNvPr id="28" name="椭圆 27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29" name="图片 7" descr="原子 纯色填充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24258" y="4151783"/>
              <a:ext cx="613481" cy="610891"/>
            </a:xfrm>
            <a:prstGeom prst="rect">
              <a:avLst/>
            </a:prstGeom>
          </p:spPr>
        </p:pic>
      </p:grpSp>
      <p:sp>
        <p:nvSpPr>
          <p:cNvPr id="30" name="椭圆 29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867664" y="2602516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367A"/>
                </a:solidFill>
              </a:rPr>
              <a:t>8</a:t>
            </a:r>
            <a:r>
              <a:rPr lang="zh-CN" altLang="en-US" sz="1200" dirty="0">
                <a:solidFill>
                  <a:srgbClr val="00367A"/>
                </a:solidFill>
              </a:rPr>
              <a:t>个</a:t>
            </a:r>
            <a:endParaRPr lang="en-US" altLang="zh-CN" sz="1200" dirty="0">
              <a:solidFill>
                <a:srgbClr val="00367A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已投资项目</a:t>
            </a:r>
            <a:endParaRPr lang="zh-CN" altLang="en-US" dirty="0">
              <a:solidFill>
                <a:srgbClr val="00367A"/>
              </a:solidFill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4991146" y="2594239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lang="zh-CN" altLang="en-US" sz="1200" dirty="0">
                <a:solidFill>
                  <a:srgbClr val="00367A"/>
                </a:solidFill>
              </a:rPr>
              <a:t>多个储备项目</a:t>
            </a:r>
          </a:p>
          <a:p>
            <a:pPr algn="ctr">
              <a:buClrTx/>
              <a:buSzTx/>
              <a:buNone/>
            </a:pPr>
            <a:r>
              <a:rPr lang="zh-CN" altLang="en-US" sz="1200" b="1" dirty="0">
                <a:solidFill>
                  <a:srgbClr val="00367A"/>
                </a:solidFill>
              </a:rPr>
              <a:t>具备稳定现金流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2929405" y="2602516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rgbClr val="00367A"/>
                </a:solidFill>
              </a:rPr>
              <a:t>多笔拟投放资产</a:t>
            </a:r>
          </a:p>
        </p:txBody>
      </p:sp>
      <p:sp>
        <p:nvSpPr>
          <p:cNvPr id="47" name="矩形: 圆角 46"/>
          <p:cNvSpPr/>
          <p:nvPr/>
        </p:nvSpPr>
        <p:spPr>
          <a:xfrm>
            <a:off x="867664" y="3505898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高速公路</a:t>
            </a: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生态环保</a:t>
            </a: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清洁能源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2940200" y="3528758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聚焦生态环保、优质能源类资产</a:t>
            </a:r>
          </a:p>
        </p:txBody>
      </p:sp>
      <p:sp>
        <p:nvSpPr>
          <p:cNvPr id="50" name="矩形: 圆角 49"/>
          <p:cNvSpPr/>
          <p:nvPr/>
        </p:nvSpPr>
        <p:spPr>
          <a:xfrm>
            <a:off x="5012736" y="3520481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367A"/>
                </a:solidFill>
              </a:rPr>
              <a:t>4%</a:t>
            </a:r>
            <a:endParaRPr lang="en-US" altLang="zh-CN" sz="1800" b="1" dirty="0">
              <a:solidFill>
                <a:srgbClr val="00367A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基金项目组合</a:t>
            </a:r>
            <a:endParaRPr lang="en-US" altLang="zh-CN" sz="1200" dirty="0">
              <a:solidFill>
                <a:srgbClr val="00367A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收益率</a:t>
            </a:r>
            <a:endParaRPr lang="zh-CN" altLang="en-US" dirty="0">
              <a:solidFill>
                <a:srgbClr val="00367A"/>
              </a:solidFill>
            </a:endParaRPr>
          </a:p>
        </p:txBody>
      </p:sp>
      <p:sp>
        <p:nvSpPr>
          <p:cNvPr id="69" name="任意多边形: 形状 68"/>
          <p:cNvSpPr/>
          <p:nvPr/>
        </p:nvSpPr>
        <p:spPr>
          <a:xfrm>
            <a:off x="867664" y="6185485"/>
            <a:ext cx="2561336" cy="1221622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 err="1"/>
              <a:t>粤港澳大湾区核心区</a:t>
            </a:r>
            <a:endParaRPr lang="en-US" altLang="zh-CN" sz="1200" dirty="0"/>
          </a:p>
          <a:p>
            <a:pPr algn="ctr"/>
            <a:r>
              <a:rPr lang="zh-CN" sz="1200" dirty="0"/>
              <a:t>（全长60.40公里）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78" y="4740861"/>
            <a:ext cx="2555622" cy="14881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4151" y="4772973"/>
            <a:ext cx="2608317" cy="2141635"/>
          </a:xfrm>
          <a:prstGeom prst="rect">
            <a:avLst/>
          </a:prstGeom>
        </p:spPr>
      </p:pic>
      <p:sp>
        <p:nvSpPr>
          <p:cNvPr id="12" name="任意多边形: 形状 68"/>
          <p:cNvSpPr/>
          <p:nvPr/>
        </p:nvSpPr>
        <p:spPr>
          <a:xfrm>
            <a:off x="3882245" y="6243633"/>
            <a:ext cx="2610223" cy="1229075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sz="1200" dirty="0"/>
              <a:t>水务行业公司龙头</a:t>
            </a:r>
            <a:endParaRPr lang="en-US" altLang="zh-CN" sz="1200" dirty="0"/>
          </a:p>
          <a:p>
            <a:pPr algn="ctr"/>
            <a:r>
              <a:rPr lang="zh-CN" sz="1200" dirty="0"/>
              <a:t>首创环保</a:t>
            </a:r>
          </a:p>
          <a:p>
            <a:pPr algn="ctr"/>
            <a:r>
              <a:rPr lang="zh-CN" sz="1200" dirty="0"/>
              <a:t>全国首单环保行业持有型</a:t>
            </a:r>
            <a:r>
              <a:rPr lang="en-US" altLang="zh-CN" sz="1200" dirty="0"/>
              <a:t>ABS</a:t>
            </a:r>
          </a:p>
        </p:txBody>
      </p:sp>
      <p:sp>
        <p:nvSpPr>
          <p:cNvPr id="27" name="任意多边形: 形状 68"/>
          <p:cNvSpPr/>
          <p:nvPr/>
        </p:nvSpPr>
        <p:spPr>
          <a:xfrm>
            <a:off x="927774" y="9340555"/>
            <a:ext cx="2610223" cy="1229075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dirty="0"/>
              <a:t>川能旗下五座水电站、横跨国内水电资源最好的川滇二省，</a:t>
            </a:r>
          </a:p>
          <a:p>
            <a:pPr algn="ctr"/>
            <a:r>
              <a:rPr lang="zh-CN" altLang="en-US" sz="1200" dirty="0"/>
              <a:t>总装机容量</a:t>
            </a:r>
            <a:r>
              <a:rPr lang="en-US" altLang="zh-CN" sz="1200" dirty="0"/>
              <a:t>278MW</a:t>
            </a:r>
          </a:p>
        </p:txBody>
      </p:sp>
      <p:sp>
        <p:nvSpPr>
          <p:cNvPr id="16" name="任意多边形: 形状 68"/>
          <p:cNvSpPr/>
          <p:nvPr/>
        </p:nvSpPr>
        <p:spPr>
          <a:xfrm>
            <a:off x="3867679" y="9340555"/>
            <a:ext cx="2610223" cy="1229075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dirty="0"/>
              <a:t>山东省首单</a:t>
            </a:r>
            <a:r>
              <a:rPr lang="zh-CN" sz="1200" dirty="0">
                <a:sym typeface="+mn-ea"/>
              </a:rPr>
              <a:t>持有型</a:t>
            </a:r>
            <a:r>
              <a:rPr lang="en-US" altLang="zh-CN" sz="1200" dirty="0">
                <a:sym typeface="+mn-ea"/>
              </a:rPr>
              <a:t>ABS</a:t>
            </a:r>
            <a:r>
              <a:rPr lang="zh-CN" altLang="en-US" sz="1200" dirty="0">
                <a:sym typeface="+mn-ea"/>
              </a:rPr>
              <a:t>，李村河污水处理四期项目，日均处理量</a:t>
            </a:r>
            <a:r>
              <a:rPr lang="en-US" altLang="zh-CN" sz="1200" dirty="0">
                <a:sym typeface="+mn-ea"/>
              </a:rPr>
              <a:t>30</a:t>
            </a:r>
            <a:r>
              <a:rPr lang="zh-CN" altLang="en-US" sz="1200" dirty="0">
                <a:sym typeface="+mn-ea"/>
              </a:rPr>
              <a:t>万</a:t>
            </a:r>
            <a:r>
              <a:rPr lang="en-US" altLang="zh-CN" sz="1200" dirty="0">
                <a:sym typeface="+mn-ea"/>
              </a:rPr>
              <a:t>m</a:t>
            </a:r>
            <a:r>
              <a:rPr lang="en-US" altLang="en-US" sz="1200" dirty="0">
                <a:sym typeface="+mn-ea"/>
              </a:rPr>
              <a:t>³</a:t>
            </a:r>
            <a:r>
              <a:rPr lang="zh-CN" altLang="en-US" sz="1200" dirty="0">
                <a:sym typeface="+mn-ea"/>
              </a:rPr>
              <a:t>，位列青岛市前列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2390" y="7906385"/>
            <a:ext cx="2580005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923290" y="2174240"/>
            <a:ext cx="3432175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产品单位净值走势</a:t>
            </a:r>
            <a:endParaRPr lang="zh-CN" altLang="en-US" sz="1840" dirty="0">
              <a:solidFill>
                <a:srgbClr val="00377A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2"/>
          <p:cNvSpPr/>
          <p:nvPr/>
        </p:nvSpPr>
        <p:spPr>
          <a:xfrm>
            <a:off x="460311" y="216816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06</a:t>
            </a:r>
            <a:endParaRPr kumimoji="1" lang="zh-CN" altLang="en-US" sz="166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sp>
        <p:nvSpPr>
          <p:cNvPr id="7" name="文本框 6"/>
          <p:cNvSpPr txBox="1"/>
          <p:nvPr/>
        </p:nvSpPr>
        <p:spPr>
          <a:xfrm>
            <a:off x="308008" y="11343844"/>
            <a:ext cx="6275670" cy="13030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、本产品由交银国际信托有限公司发行及管理，本材料仅为面向合格投资者的宣传材料，不作为任何法律文件，请您认真阅读信托合同、产品说明书、风险申明书等法律文件，根据风险承受能力选择合适的产品。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1039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09654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78221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30" name="椭圆 29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849212" y="2783175"/>
            <a:ext cx="2208313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1840" b="1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j-cs"/>
              </a:defRPr>
            </a:lvl1pPr>
          </a:lstStyle>
          <a:p>
            <a:r>
              <a:rPr lang="zh-CN" altLang="en-US"/>
              <a:t>底层资产</a:t>
            </a:r>
            <a:r>
              <a:rPr lang="en-US" altLang="zh-CN"/>
              <a:t>-</a:t>
            </a:r>
            <a:r>
              <a:rPr lang="zh-CN" altLang="en-US"/>
              <a:t>汇鑫</a:t>
            </a:r>
            <a:r>
              <a:rPr lang="en-US" altLang="zh-CN" dirty="0"/>
              <a:t>1</a:t>
            </a:r>
            <a:r>
              <a:rPr lang="zh-CN" altLang="en-US" dirty="0"/>
              <a:t>号</a:t>
            </a:r>
          </a:p>
        </p:txBody>
      </p:sp>
      <p:pic>
        <p:nvPicPr>
          <p:cNvPr id="12" name="图片 11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2807497"/>
            <a:ext cx="223242" cy="282535"/>
          </a:xfrm>
          <a:prstGeom prst="rect">
            <a:avLst/>
          </a:prstGeom>
        </p:spPr>
      </p:pic>
      <p:sp>
        <p:nvSpPr>
          <p:cNvPr id="20" name="标题 1"/>
          <p:cNvSpPr txBox="1"/>
          <p:nvPr/>
        </p:nvSpPr>
        <p:spPr>
          <a:xfrm>
            <a:off x="848995" y="5510530"/>
            <a:ext cx="2703830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1840" b="1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j-cs"/>
              </a:defRPr>
            </a:lvl1pPr>
          </a:lstStyle>
          <a:p>
            <a:r>
              <a:rPr lang="zh-CN" altLang="en-US" dirty="0"/>
              <a:t>交鑫致远</a:t>
            </a:r>
            <a:r>
              <a:rPr lang="en-US" altLang="zh-CN" dirty="0"/>
              <a:t>12</a:t>
            </a:r>
            <a:r>
              <a:rPr lang="zh-CN" altLang="en-US" dirty="0"/>
              <a:t>个月</a:t>
            </a:r>
            <a:r>
              <a:rPr lang="en-US" altLang="zh-CN" dirty="0"/>
              <a:t>101</a:t>
            </a:r>
            <a:r>
              <a:rPr lang="zh-CN" altLang="en-US" dirty="0"/>
              <a:t>号</a:t>
            </a:r>
          </a:p>
        </p:txBody>
      </p:sp>
      <p:pic>
        <p:nvPicPr>
          <p:cNvPr id="21" name="图片 20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5528188"/>
            <a:ext cx="223242" cy="282535"/>
          </a:xfrm>
          <a:prstGeom prst="rect">
            <a:avLst/>
          </a:prstGeom>
        </p:spPr>
      </p:pic>
      <p:sp>
        <p:nvSpPr>
          <p:cNvPr id="23" name="标题 1"/>
          <p:cNvSpPr txBox="1"/>
          <p:nvPr/>
        </p:nvSpPr>
        <p:spPr>
          <a:xfrm>
            <a:off x="848995" y="8153400"/>
            <a:ext cx="2626995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交鑫致远</a:t>
            </a:r>
            <a:r>
              <a:rPr lang="en-US" altLang="zh-CN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</a:t>
            </a:r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个月</a:t>
            </a:r>
            <a:r>
              <a:rPr lang="en-US" altLang="zh-CN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102</a:t>
            </a:r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</a:t>
            </a:r>
            <a:endParaRPr lang="zh-CN" altLang="en-US" sz="1840" dirty="0">
              <a:solidFill>
                <a:srgbClr val="00377A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24" name="图片 23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8171074"/>
            <a:ext cx="223242" cy="282535"/>
          </a:xfrm>
          <a:prstGeom prst="rect">
            <a:avLst/>
          </a:prstGeom>
        </p:spPr>
      </p:pic>
      <p:graphicFrame>
        <p:nvGraphicFramePr>
          <p:cNvPr id="3" name="chart_002"/>
          <p:cNvGraphicFramePr/>
          <p:nvPr>
            <p:extLst>
              <p:ext uri="{D42A27DB-BD31-4B8C-83A1-F6EECF244321}">
                <p14:modId xmlns:p14="http://schemas.microsoft.com/office/powerpoint/2010/main" val="1662777031"/>
              </p:ext>
            </p:extLst>
          </p:nvPr>
        </p:nvGraphicFramePr>
        <p:xfrm>
          <a:off x="307975" y="8532495"/>
          <a:ext cx="6350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_001"/>
          <p:cNvGraphicFramePr/>
          <p:nvPr>
            <p:extLst>
              <p:ext uri="{D42A27DB-BD31-4B8C-83A1-F6EECF244321}">
                <p14:modId xmlns:p14="http://schemas.microsoft.com/office/powerpoint/2010/main" val="105910980"/>
              </p:ext>
            </p:extLst>
          </p:nvPr>
        </p:nvGraphicFramePr>
        <p:xfrm>
          <a:off x="307975" y="5879465"/>
          <a:ext cx="6350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chart_000"/>
          <p:cNvGraphicFramePr/>
          <p:nvPr>
            <p:extLst>
              <p:ext uri="{D42A27DB-BD31-4B8C-83A1-F6EECF244321}">
                <p14:modId xmlns:p14="http://schemas.microsoft.com/office/powerpoint/2010/main" val="1076697029"/>
              </p:ext>
            </p:extLst>
          </p:nvPr>
        </p:nvGraphicFramePr>
        <p:xfrm>
          <a:off x="307975" y="3194050"/>
          <a:ext cx="6350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UzN2E2ZDY3MjhjMmNlZjE4Nzc5MTQyYzEzODIwMDA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2337</Words>
  <Application>Microsoft Office PowerPoint</Application>
  <PresentationFormat>自定义</PresentationFormat>
  <Paragraphs>141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思源黑体 CN Bold</vt:lpstr>
      <vt:lpstr>思源黑体 CN Normal</vt:lpstr>
      <vt:lpstr>思源黑体 CN Regular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伊梦 曹</dc:creator>
  <cp:lastModifiedBy>Pneuma 9028</cp:lastModifiedBy>
  <cp:revision>175</cp:revision>
  <dcterms:created xsi:type="dcterms:W3CDTF">2025-04-28T13:44:00Z</dcterms:created>
  <dcterms:modified xsi:type="dcterms:W3CDTF">2026-08-14T05:40:14Z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908B7E172CE44A3C8B2B79F4D7622385_13</vt:lpwstr>
  </property>
  <property fmtid="{D5CDD505-2E9C-101B-9397-08002B2CF9AE}" pid="3" name="KSOProductBuildVer">
    <vt:lpwstr>2052-12.1.0.26895</vt:lpwstr>
  </property>
</Properties>
</file>