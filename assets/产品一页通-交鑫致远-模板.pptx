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10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handoutMasterIdLst>
    <p:handoutMasterId r:id="rId8"/>
  </p:handoutMasterIdLst>
  <p:sldIdLst>
    <p:sldId id="261" r:id="rId3"/>
    <p:sldId id="262" r:id="rId5"/>
    <p:sldId id="263" r:id="rId6"/>
    <p:sldId id="260" r:id="rId7"/>
  </p:sldIdLst>
  <p:sldSz cx="6858000" cy="12599670"/>
  <p:notesSz cx="6858000" cy="9144000"/>
  <p:custDataLst>
    <p:tags r:id="rId12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49E63"/>
    <a:srgbClr val="00367A"/>
    <a:srgbClr val="D7BD95"/>
    <a:srgbClr val="B29A73"/>
    <a:srgbClr val="F2F2F2"/>
    <a:srgbClr val="CCE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1912" y="-316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handoutMaster" Target="handoutMasters/handoutMaster1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2" Type="http://schemas.openxmlformats.org/officeDocument/2006/relationships/tags" Target="tags/tag1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file:///D:\bocom\nav_open_day_vba\20260624-&#20135;&#21697;&#19968;&#39029;&#36890;.xlsx" TargetMode="Externa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oleObject" Target="file:///D:\bocom\nav_open_day_vba\20260624-&#20135;&#21697;&#19968;&#39029;&#36890;.xlsx" TargetMode="External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oleObject" Target="file:///D:\bocom\nav_open_day_vba\20260624-&#20135;&#21697;&#19968;&#39029;&#36890;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92"/>
          <c:y val="0.16"/>
          <c:w val="0.796"/>
          <c:h val="0.645714285714286"/>
        </c:manualLayout>
      </c:layout>
      <c:lineChart>
        <c:grouping val="standard"/>
        <c:varyColors val="0"/>
        <c:ser>
          <c:idx val="0"/>
          <c:order val="0"/>
          <c:tx>
            <c:strRef>
              <c:f>交鑫致远6个月102号-单位净值</c:f>
              <c:strCache>
                <c:ptCount val="1"/>
                <c:pt idx="0">
                  <c:v>交鑫致远6个月102号-单位净值</c:v>
                </c:pt>
              </c:strCache>
            </c:strRef>
          </c:tx>
          <c:spPr>
            <a:ln w="28575" cap="rnd" cmpd="sng" algn="ctr">
              <a:solidFill>
                <a:srgbClr val="C00000"/>
              </a:solidFill>
              <a:prstDash val="solid"/>
              <a:round/>
            </a:ln>
          </c:spPr>
          <c:marker>
            <c:symbol val="none"/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dLbl>
              <c:idx val="27"/>
              <c:delete val="1"/>
            </c:dLbl>
            <c:dLbl>
              <c:idx val="28"/>
              <c:delete val="1"/>
            </c:dLbl>
            <c:dLbl>
              <c:idx val="29"/>
              <c:delete val="1"/>
            </c:dLbl>
            <c:dLbl>
              <c:idx val="30"/>
              <c:delete val="1"/>
            </c:dLbl>
            <c:dLbl>
              <c:idx val="31"/>
              <c:delete val="1"/>
            </c:dLbl>
            <c:dLbl>
              <c:idx val="32"/>
              <c:delete val="1"/>
            </c:dLbl>
            <c:dLbl>
              <c:idx val="33"/>
              <c:delete val="1"/>
            </c:dLbl>
            <c:dLbl>
              <c:idx val="34"/>
              <c:delete val="1"/>
            </c:dLbl>
            <c:dLbl>
              <c:idx val="35"/>
              <c:delete val="1"/>
            </c:dLbl>
            <c:dLbl>
              <c:idx val="36"/>
              <c:delete val="1"/>
            </c:dLbl>
            <c:dLbl>
              <c:idx val="37"/>
              <c:delete val="1"/>
            </c:dLbl>
            <c:dLbl>
              <c:idx val="38"/>
              <c:delete val="1"/>
            </c:dLbl>
            <c:dLbl>
              <c:idx val="39"/>
              <c:delete val="1"/>
            </c:dLbl>
            <c:dLbl>
              <c:idx val="40"/>
              <c:delete val="1"/>
            </c:dLbl>
            <c:dLbl>
              <c:idx val="41"/>
              <c:delete val="1"/>
            </c:dLbl>
            <c:dLbl>
              <c:idx val="42"/>
              <c:delete val="1"/>
            </c:dLbl>
            <c:dLbl>
              <c:idx val="43"/>
              <c:delete val="1"/>
            </c:dLbl>
            <c:dLbl>
              <c:idx val="44"/>
              <c:delete val="1"/>
            </c:dLbl>
            <c:dLbl>
              <c:idx val="45"/>
              <c:delete val="1"/>
            </c:dLbl>
            <c:dLbl>
              <c:idx val="46"/>
              <c:delete val="1"/>
            </c:dLbl>
            <c:dLbl>
              <c:idx val="47"/>
              <c:delete val="1"/>
            </c:dLbl>
            <c:dLbl>
              <c:idx val="48"/>
              <c:delete val="1"/>
            </c:dLbl>
            <c:dLbl>
              <c:idx val="49"/>
              <c:delete val="1"/>
            </c:dLbl>
            <c:dLbl>
              <c:idx val="50"/>
              <c:delete val="1"/>
            </c:dLbl>
            <c:dLbl>
              <c:idx val="51"/>
              <c:delete val="1"/>
            </c:dLbl>
            <c:dLbl>
              <c:idx val="52"/>
              <c:delete val="1"/>
            </c:dLbl>
            <c:dLbl>
              <c:idx val="53"/>
              <c:delete val="1"/>
            </c:dLbl>
            <c:dLbl>
              <c:idx val="54"/>
              <c:delete val="1"/>
            </c:dLbl>
            <c:dLbl>
              <c:idx val="55"/>
              <c:delete val="1"/>
            </c:dLbl>
            <c:dLbl>
              <c:idx val="56"/>
              <c:delete val="1"/>
            </c:dLbl>
            <c:dLbl>
              <c:idx val="57"/>
              <c:delete val="1"/>
            </c:dLbl>
            <c:dLbl>
              <c:idx val="58"/>
              <c:delete val="1"/>
            </c:dLbl>
            <c:dLbl>
              <c:idx val="59"/>
              <c:delete val="1"/>
            </c:dLbl>
            <c:dLbl>
              <c:idx val="60"/>
              <c:delete val="1"/>
            </c:dLbl>
            <c:dLbl>
              <c:idx val="61"/>
              <c:delete val="1"/>
            </c:dLbl>
            <c:dLbl>
              <c:idx val="62"/>
              <c:delete val="1"/>
            </c:dLbl>
            <c:dLbl>
              <c:idx val="63"/>
              <c:delete val="1"/>
            </c:dLbl>
            <c:dLbl>
              <c:idx val="64"/>
              <c:delete val="1"/>
            </c:dLbl>
            <c:dLbl>
              <c:idx val="65"/>
              <c:delete val="1"/>
            </c:dLbl>
            <c:dLbl>
              <c:idx val="66"/>
              <c:delete val="1"/>
            </c:dLbl>
            <c:dLbl>
              <c:idx val="67"/>
              <c:delete val="1"/>
            </c:dLbl>
            <c:dLbl>
              <c:idx val="68"/>
              <c:delete val="1"/>
            </c:dLbl>
            <c:dLbl>
              <c:idx val="69"/>
              <c:delete val="1"/>
            </c:dLbl>
            <c:dLbl>
              <c:idx val="70"/>
              <c:delete val="1"/>
            </c:dLbl>
            <c:dLbl>
              <c:idx val="71"/>
              <c:delete val="1"/>
            </c:dLbl>
            <c:dLbl>
              <c:idx val="72"/>
              <c:delete val="1"/>
            </c:dLbl>
            <c:dLbl>
              <c:idx val="73"/>
              <c:delete val="1"/>
            </c:dLbl>
            <c:dLbl>
              <c:idx val="74"/>
              <c:delete val="1"/>
            </c:dLbl>
            <c:dLbl>
              <c:idx val="75"/>
              <c:delete val="1"/>
            </c:dLbl>
            <c:dLbl>
              <c:idx val="76"/>
              <c:delete val="1"/>
            </c:dLbl>
            <c:dLbl>
              <c:idx val="77"/>
              <c:delete val="1"/>
            </c:dLbl>
            <c:dLbl>
              <c:idx val="78"/>
              <c:delete val="1"/>
            </c:dLbl>
            <c:dLbl>
              <c:idx val="79"/>
              <c:delete val="1"/>
            </c:dLbl>
            <c:dLbl>
              <c:idx val="80"/>
              <c:delete val="1"/>
            </c:dLbl>
            <c:dLbl>
              <c:idx val="81"/>
              <c:delete val="1"/>
            </c:dLbl>
            <c:dLbl>
              <c:idx val="82"/>
              <c:delete val="1"/>
            </c:dLbl>
            <c:dLbl>
              <c:idx val="83"/>
              <c:delete val="1"/>
            </c:dLbl>
            <c:dLbl>
              <c:idx val="84"/>
              <c:delete val="1"/>
            </c:dLbl>
            <c:dLbl>
              <c:idx val="85"/>
              <c:delete val="1"/>
            </c:dLbl>
            <c:dLbl>
              <c:idx val="86"/>
              <c:delete val="1"/>
            </c:dLbl>
            <c:dLbl>
              <c:idx val="87"/>
              <c:delete val="1"/>
            </c:dLbl>
            <c:dLbl>
              <c:idx val="88"/>
              <c:delete val="1"/>
            </c:dLbl>
            <c:dLbl>
              <c:idx val="89"/>
              <c:delete val="1"/>
            </c:dLbl>
            <c:dLbl>
              <c:idx val="90"/>
              <c:delete val="1"/>
            </c:dLbl>
            <c:dLbl>
              <c:idx val="91"/>
              <c:delete val="1"/>
            </c:dLbl>
            <c:dLbl>
              <c:idx val="92"/>
              <c:delete val="1"/>
            </c:dLbl>
            <c:dLbl>
              <c:idx val="93"/>
              <c:delete val="1"/>
            </c:dLbl>
            <c:dLbl>
              <c:idx val="94"/>
              <c:delete val="1"/>
            </c:dLbl>
            <c:dLbl>
              <c:idx val="95"/>
              <c:delete val="1"/>
            </c:dLbl>
            <c:dLbl>
              <c:idx val="96"/>
              <c:delete val="1"/>
            </c:dLbl>
            <c:dLbl>
              <c:idx val="97"/>
              <c:delete val="1"/>
            </c:dLbl>
            <c:dLbl>
              <c:idx val="98"/>
              <c:delete val="1"/>
            </c:dLbl>
            <c:dLbl>
              <c:idx val="99"/>
              <c:delete val="1"/>
            </c:dLbl>
            <c:dLbl>
              <c:idx val="100"/>
              <c:delete val="1"/>
            </c:dLbl>
            <c:dLbl>
              <c:idx val="101"/>
              <c:delete val="1"/>
            </c:dLbl>
            <c:dLbl>
              <c:idx val="102"/>
              <c:delete val="1"/>
            </c:dLbl>
            <c:dLbl>
              <c:idx val="103"/>
              <c:delete val="1"/>
            </c:dLbl>
            <c:dLbl>
              <c:idx val="104"/>
              <c:delete val="1"/>
            </c:dLbl>
            <c:dLbl>
              <c:idx val="105"/>
              <c:delete val="1"/>
            </c:dLbl>
            <c:dLbl>
              <c:idx val="106"/>
              <c:delete val="1"/>
            </c:dLbl>
            <c:dLbl>
              <c:idx val="107"/>
              <c:delete val="1"/>
            </c:dLbl>
            <c:dLbl>
              <c:idx val="108"/>
              <c:delete val="1"/>
            </c:dLbl>
            <c:dLbl>
              <c:idx val="109"/>
              <c:delete val="1"/>
            </c:dLbl>
            <c:dLbl>
              <c:idx val="110"/>
              <c:delete val="1"/>
            </c:dLbl>
            <c:dLbl>
              <c:idx val="111"/>
              <c:delete val="1"/>
            </c:dLbl>
            <c:dLbl>
              <c:idx val="112"/>
              <c:delete val="1"/>
            </c:dLbl>
            <c:dLbl>
              <c:idx val="113"/>
              <c:delete val="1"/>
            </c:dLbl>
            <c:dLbl>
              <c:idx val="114"/>
              <c:delete val="1"/>
            </c:dLbl>
            <c:dLbl>
              <c:idx val="115"/>
              <c:delete val="1"/>
            </c:dLbl>
            <c:dLbl>
              <c:idx val="116"/>
              <c:delete val="1"/>
            </c:dLbl>
            <c:dLbl>
              <c:idx val="117"/>
              <c:delete val="1"/>
            </c:dLbl>
            <c:dLbl>
              <c:idx val="118"/>
              <c:delete val="1"/>
            </c:dLbl>
            <c:dLbl>
              <c:idx val="119"/>
              <c:delete val="1"/>
            </c:dLbl>
            <c:dLbl>
              <c:idx val="120"/>
              <c:delete val="1"/>
            </c:dLbl>
            <c:dLbl>
              <c:idx val="121"/>
              <c:delete val="1"/>
            </c:dLbl>
            <c:dLbl>
              <c:idx val="122"/>
              <c:delete val="1"/>
            </c:dLbl>
            <c:dLbl>
              <c:idx val="123"/>
              <c:delete val="1"/>
            </c:dLbl>
            <c:dLbl>
              <c:idx val="124"/>
              <c:delete val="1"/>
            </c:dLbl>
            <c:dLbl>
              <c:idx val="125"/>
              <c:delete val="1"/>
            </c:dLbl>
            <c:dLbl>
              <c:idx val="126"/>
              <c:delete val="1"/>
            </c:dLbl>
            <c:dLbl>
              <c:idx val="127"/>
              <c:delete val="1"/>
            </c:dLbl>
            <c:dLbl>
              <c:idx val="128"/>
              <c:delete val="1"/>
            </c:dLbl>
            <c:dLbl>
              <c:idx val="129"/>
              <c:delete val="1"/>
            </c:dLbl>
            <c:dLbl>
              <c:idx val="130"/>
              <c:delete val="1"/>
            </c:dLbl>
            <c:dLbl>
              <c:idx val="131"/>
              <c:delete val="1"/>
            </c:dLbl>
            <c:dLbl>
              <c:idx val="132"/>
              <c:delete val="1"/>
            </c:dLbl>
            <c:dLbl>
              <c:idx val="133"/>
              <c:delete val="1"/>
            </c:dLbl>
            <c:dLbl>
              <c:idx val="134"/>
              <c:delete val="1"/>
            </c:dLbl>
            <c:dLbl>
              <c:idx val="135"/>
              <c:delete val="1"/>
            </c:dLbl>
            <c:dLbl>
              <c:idx val="136"/>
              <c:delete val="1"/>
            </c:dLbl>
            <c:dLbl>
              <c:idx val="137"/>
              <c:delete val="1"/>
            </c:dLbl>
            <c:dLbl>
              <c:idx val="138"/>
              <c:delete val="1"/>
            </c:dLbl>
            <c:dLbl>
              <c:idx val="139"/>
              <c:delete val="1"/>
            </c:dLbl>
            <c:dLbl>
              <c:idx val="140"/>
              <c:delete val="1"/>
            </c:dLbl>
            <c:dLbl>
              <c:idx val="141"/>
              <c:delete val="1"/>
            </c:dLbl>
            <c:dLbl>
              <c:idx val="142"/>
              <c:delete val="1"/>
            </c:dLbl>
            <c:dLbl>
              <c:idx val="143"/>
              <c:delete val="1"/>
            </c:dLbl>
            <c:dLbl>
              <c:idx val="144"/>
              <c:delete val="1"/>
            </c:dLbl>
            <c:dLbl>
              <c:idx val="145"/>
              <c:delete val="1"/>
            </c:dLbl>
            <c:dLbl>
              <c:idx val="146"/>
              <c:delete val="1"/>
            </c:dLbl>
            <c:dLbl>
              <c:idx val="147"/>
              <c:delete val="1"/>
            </c:dLbl>
            <c:dLbl>
              <c:idx val="148"/>
              <c:delete val="1"/>
            </c:dLbl>
            <c:dLbl>
              <c:idx val="149"/>
              <c:delete val="1"/>
            </c:dLbl>
            <c:dLbl>
              <c:idx val="150"/>
              <c:delete val="1"/>
            </c:dLbl>
            <c:dLbl>
              <c:idx val="151"/>
              <c:delete val="1"/>
            </c:dLbl>
            <c:dLbl>
              <c:idx val="152"/>
              <c:delete val="1"/>
            </c:dLbl>
            <c:dLbl>
              <c:idx val="153"/>
              <c:delete val="1"/>
            </c:dLbl>
            <c:dLbl>
              <c:idx val="154"/>
              <c:delete val="1"/>
            </c:dLbl>
            <c:dLbl>
              <c:idx val="155"/>
              <c:delete val="1"/>
            </c:dLbl>
            <c:dLbl>
              <c:idx val="156"/>
              <c:delete val="1"/>
            </c:dLbl>
            <c:dLbl>
              <c:idx val="157"/>
              <c:delete val="1"/>
            </c:dLbl>
            <c:dLbl>
              <c:idx val="158"/>
              <c:delete val="1"/>
            </c:dLbl>
            <c:dLbl>
              <c:idx val="159"/>
              <c:delete val="1"/>
            </c:dLbl>
            <c:dLbl>
              <c:idx val="160"/>
              <c:delete val="1"/>
            </c:dLbl>
            <c:dLbl>
              <c:idx val="161"/>
              <c:delete val="1"/>
            </c:dLbl>
            <c:dLbl>
              <c:idx val="162"/>
              <c:delete val="1"/>
            </c:dLbl>
            <c:dLbl>
              <c:idx val="163"/>
              <c:delete val="1"/>
            </c:dLbl>
            <c:dLbl>
              <c:idx val="164"/>
              <c:delete val="1"/>
            </c:dLbl>
            <c:dLbl>
              <c:idx val="165"/>
              <c:delete val="1"/>
            </c:dLbl>
            <c:dLbl>
              <c:idx val="166"/>
              <c:delete val="1"/>
            </c:dLbl>
            <c:dLbl>
              <c:idx val="167"/>
              <c:delete val="1"/>
            </c:dLbl>
            <c:dLbl>
              <c:idx val="168"/>
              <c:delete val="1"/>
            </c:dLbl>
            <c:dLbl>
              <c:idx val="169"/>
              <c:delete val="1"/>
            </c:dLbl>
            <c:dLbl>
              <c:idx val="170"/>
              <c:delete val="1"/>
            </c:dLbl>
            <c:dLbl>
              <c:idx val="171"/>
              <c:delete val="1"/>
            </c:dLbl>
            <c:dLbl>
              <c:idx val="172"/>
              <c:delete val="1"/>
            </c:dLbl>
            <c:dLbl>
              <c:idx val="173"/>
              <c:delete val="1"/>
            </c:dLbl>
            <c:dLbl>
              <c:idx val="174"/>
              <c:delete val="1"/>
            </c:dLbl>
            <c:dLbl>
              <c:idx val="175"/>
              <c:delete val="1"/>
            </c:dLbl>
            <c:dLbl>
              <c:idx val="176"/>
              <c:delete val="1"/>
            </c:dLbl>
            <c:dLbl>
              <c:idx val="177"/>
              <c:delete val="1"/>
            </c:dLbl>
            <c:dLbl>
              <c:idx val="178"/>
              <c:delete val="1"/>
            </c:dLbl>
            <c:dLbl>
              <c:idx val="179"/>
              <c:delete val="1"/>
            </c:dLbl>
            <c:dLbl>
              <c:idx val="180"/>
              <c:delete val="1"/>
            </c:dLbl>
            <c:dLbl>
              <c:idx val="181"/>
              <c:delete val="1"/>
            </c:dLbl>
            <c:dLbl>
              <c:idx val="182"/>
              <c:delete val="1"/>
            </c:dLbl>
            <c:dLbl>
              <c:idx val="183"/>
              <c:delete val="1"/>
            </c:dLbl>
            <c:dLbl>
              <c:idx val="184"/>
              <c:delete val="1"/>
            </c:dLbl>
            <c:dLbl>
              <c:idx val="185"/>
              <c:delete val="1"/>
            </c:dLbl>
            <c:dLbl>
              <c:idx val="186"/>
              <c:delete val="1"/>
            </c:dLbl>
            <c:dLbl>
              <c:idx val="187"/>
              <c:delete val="1"/>
            </c:dLbl>
            <c:dLbl>
              <c:idx val="188"/>
              <c:delete val="1"/>
            </c:dLbl>
            <c:dLbl>
              <c:idx val="189"/>
              <c:delete val="1"/>
            </c:dLbl>
            <c:dLbl>
              <c:idx val="190"/>
              <c:delete val="1"/>
            </c:dLbl>
            <c:dLbl>
              <c:idx val="191"/>
              <c:delete val="1"/>
            </c:dLbl>
            <c:dLbl>
              <c:idx val="192"/>
              <c:delete val="1"/>
            </c:dLbl>
            <c:dLbl>
              <c:idx val="193"/>
              <c:delete val="1"/>
            </c:dLbl>
            <c:dLbl>
              <c:idx val="194"/>
              <c:delete val="1"/>
            </c:dLbl>
            <c:dLbl>
              <c:idx val="195"/>
              <c:delete val="1"/>
            </c:dLbl>
            <c:dLbl>
              <c:idx val="196"/>
              <c:delete val="1"/>
            </c:dLbl>
            <c:dLbl>
              <c:idx val="197"/>
              <c:delete val="1"/>
            </c:dLbl>
            <c:dLbl>
              <c:idx val="198"/>
              <c:delete val="1"/>
            </c:dLbl>
            <c:dLbl>
              <c:idx val="199"/>
              <c:delete val="1"/>
            </c:dLbl>
            <c:dLbl>
              <c:idx val="200"/>
              <c:delete val="1"/>
            </c:dLbl>
            <c:dLbl>
              <c:idx val="201"/>
              <c:delete val="1"/>
            </c:dLbl>
            <c:dLbl>
              <c:idx val="202"/>
              <c:delete val="1"/>
            </c:dLbl>
            <c:dLbl>
              <c:idx val="203"/>
              <c:delete val="1"/>
            </c:dLbl>
            <c:dLbl>
              <c:idx val="204"/>
              <c:delete val="1"/>
            </c:dLbl>
            <c:dLbl>
              <c:idx val="205"/>
              <c:delete val="1"/>
            </c:dLbl>
            <c:dLbl>
              <c:idx val="206"/>
              <c:delete val="1"/>
            </c:dLbl>
            <c:dLbl>
              <c:idx val="207"/>
              <c:delete val="1"/>
            </c:dLbl>
            <c:dLbl>
              <c:idx val="208"/>
              <c:delete val="1"/>
            </c:dLbl>
            <c:dLbl>
              <c:idx val="209"/>
              <c:delete val="1"/>
            </c:dLbl>
            <c:dLbl>
              <c:idx val="210"/>
              <c:delete val="1"/>
            </c:dLbl>
            <c:dLbl>
              <c:idx val="211"/>
              <c:delete val="1"/>
            </c:dLbl>
            <c:dLbl>
              <c:idx val="212"/>
              <c:delete val="1"/>
            </c:dLbl>
            <c:dLbl>
              <c:idx val="213"/>
              <c:delete val="1"/>
            </c:dLbl>
            <c:dLbl>
              <c:idx val="214"/>
              <c:delete val="1"/>
            </c:dLbl>
            <c:dLbl>
              <c:idx val="215"/>
              <c:delete val="1"/>
            </c:dLbl>
            <c:dLbl>
              <c:idx val="216"/>
              <c:delete val="1"/>
            </c:dLbl>
            <c:dLbl>
              <c:idx val="217"/>
              <c:delete val="1"/>
            </c:dLbl>
            <c:dLbl>
              <c:idx val="218"/>
              <c:delete val="1"/>
            </c:dLbl>
            <c:dLbl>
              <c:idx val="219"/>
              <c:delete val="1"/>
            </c:dLbl>
            <c:dLbl>
              <c:idx val="220"/>
              <c:delete val="1"/>
            </c:dLbl>
            <c:dLbl>
              <c:idx val="221"/>
              <c:delete val="1"/>
            </c:dLbl>
            <c:dLbl>
              <c:idx val="222"/>
              <c:delete val="1"/>
            </c:dLbl>
            <c:dLbl>
              <c:idx val="223"/>
              <c:delete val="1"/>
            </c:dLbl>
            <c:dLbl>
              <c:idx val="224"/>
              <c:delete val="1"/>
            </c:dLbl>
            <c:dLbl>
              <c:idx val="225"/>
              <c:delete val="1"/>
            </c:dLbl>
            <c:dLbl>
              <c:idx val="226"/>
              <c:delete val="1"/>
            </c:dLbl>
            <c:dLbl>
              <c:idx val="227"/>
              <c:delete val="1"/>
            </c:dLbl>
            <c:dLbl>
              <c:idx val="228"/>
              <c:delete val="1"/>
            </c:dLbl>
            <c:dLbl>
              <c:idx val="229"/>
              <c:delete val="1"/>
            </c:dLbl>
            <c:dLbl>
              <c:idx val="230"/>
              <c:delete val="1"/>
            </c:dLbl>
            <c:dLbl>
              <c:idx val="231"/>
              <c:delete val="1"/>
            </c:dLbl>
            <c:dLbl>
              <c:idx val="232"/>
              <c:delete val="1"/>
            </c:dLbl>
            <c:dLbl>
              <c:idx val="233"/>
              <c:delete val="1"/>
            </c:dLbl>
            <c:dLbl>
              <c:idx val="234"/>
              <c:delete val="1"/>
            </c:dLbl>
            <c:dLbl>
              <c:idx val="235"/>
              <c:delete val="1"/>
            </c:dLbl>
            <c:dLbl>
              <c:idx val="236"/>
              <c:delete val="1"/>
            </c:dLbl>
            <c:dLbl>
              <c:idx val="237"/>
              <c:delete val="1"/>
            </c:dLbl>
            <c:dLbl>
              <c:idx val="238"/>
              <c:delete val="1"/>
            </c:dLbl>
            <c:dLbl>
              <c:idx val="239"/>
              <c:delete val="1"/>
            </c:dLbl>
            <c:dLbl>
              <c:idx val="240"/>
              <c:delete val="1"/>
            </c:dLbl>
            <c:dLbl>
              <c:idx val="241"/>
              <c:delete val="1"/>
            </c:dLbl>
            <c:dLbl>
              <c:idx val="242"/>
              <c:delete val="1"/>
            </c:dLbl>
            <c:dLbl>
              <c:idx val="243"/>
              <c:delete val="1"/>
            </c:dLbl>
            <c:dLbl>
              <c:idx val="244"/>
              <c:delete val="1"/>
            </c:dLbl>
            <c:dLbl>
              <c:idx val="245"/>
              <c:delete val="1"/>
            </c:dLbl>
            <c:dLbl>
              <c:idx val="246"/>
              <c:delete val="1"/>
            </c:dLbl>
            <c:dLbl>
              <c:idx val="247"/>
              <c:delete val="1"/>
            </c:dLbl>
            <c:dLbl>
              <c:idx val="248"/>
              <c:delete val="1"/>
            </c:dLbl>
            <c:dLbl>
              <c:idx val="249"/>
              <c:delete val="1"/>
            </c:dLbl>
            <c:dLbl>
              <c:idx val="250"/>
              <c:delete val="1"/>
            </c:dLbl>
            <c:dLbl>
              <c:idx val="251"/>
              <c:delete val="1"/>
            </c:dLbl>
            <c:dLbl>
              <c:idx val="252"/>
              <c:delete val="1"/>
            </c:dLbl>
            <c:dLbl>
              <c:idx val="253"/>
              <c:delete val="1"/>
            </c:dLbl>
            <c:dLbl>
              <c:idx val="254"/>
              <c:delete val="1"/>
            </c:dLbl>
            <c:dLbl>
              <c:idx val="255"/>
              <c:delete val="1"/>
            </c:dLbl>
            <c:dLbl>
              <c:idx val="256"/>
              <c:delete val="1"/>
            </c:dLbl>
            <c:dLbl>
              <c:idx val="257"/>
              <c:delete val="1"/>
            </c:dLbl>
            <c:dLbl>
              <c:idx val="258"/>
              <c:delete val="1"/>
            </c:dLbl>
            <c:dLbl>
              <c:idx val="259"/>
              <c:delete val="1"/>
            </c:dLbl>
            <c:dLbl>
              <c:idx val="260"/>
              <c:delete val="1"/>
            </c:dLbl>
            <c:dLbl>
              <c:idx val="261"/>
              <c:delete val="1"/>
            </c:dLbl>
            <c:dLbl>
              <c:idx val="262"/>
              <c:delete val="1"/>
            </c:dLbl>
            <c:dLbl>
              <c:idx val="263"/>
              <c:delete val="1"/>
            </c:dLbl>
            <c:dLbl>
              <c:idx val="264"/>
              <c:delete val="1"/>
            </c:dLbl>
            <c:dLbl>
              <c:idx val="265"/>
              <c:delete val="1"/>
            </c:dLbl>
            <c:dLbl>
              <c:idx val="266"/>
              <c:delete val="1"/>
            </c:dLbl>
            <c:dLbl>
              <c:idx val="267"/>
              <c:delete val="1"/>
            </c:dLbl>
            <c:dLbl>
              <c:idx val="268"/>
              <c:delete val="1"/>
            </c:dLbl>
            <c:dLbl>
              <c:idx val="269"/>
              <c:delete val="1"/>
            </c:dLbl>
            <c:dLbl>
              <c:idx val="270"/>
              <c:delete val="1"/>
            </c:dLbl>
            <c:dLbl>
              <c:idx val="271"/>
              <c:delete val="1"/>
            </c:dLbl>
            <c:dLbl>
              <c:idx val="272"/>
              <c:delete val="1"/>
            </c:dLbl>
            <c:dLbl>
              <c:idx val="273"/>
              <c:delete val="1"/>
            </c:dLbl>
            <c:dLbl>
              <c:idx val="274"/>
              <c:delete val="1"/>
            </c:dLbl>
            <c:dLbl>
              <c:idx val="275"/>
              <c:delete val="1"/>
            </c:dLbl>
            <c:dLbl>
              <c:idx val="276"/>
              <c:delete val="1"/>
            </c:dLbl>
            <c:dLbl>
              <c:idx val="277"/>
              <c:delete val="1"/>
            </c:dLbl>
            <c:dLbl>
              <c:idx val="278"/>
              <c:delete val="1"/>
            </c:dLbl>
            <c:dLbl>
              <c:idx val="279"/>
              <c:delete val="1"/>
            </c:dLbl>
            <c:dLbl>
              <c:idx val="280"/>
              <c:delete val="1"/>
            </c:dLbl>
            <c:dLbl>
              <c:idx val="281"/>
              <c:delete val="1"/>
            </c:dLbl>
            <c:dLbl>
              <c:idx val="282"/>
              <c:delete val="1"/>
            </c:dLbl>
            <c:dLbl>
              <c:idx val="283"/>
              <c:delete val="1"/>
            </c:dLbl>
            <c:dLbl>
              <c:idx val="284"/>
              <c:delete val="1"/>
            </c:dLbl>
            <c:dLbl>
              <c:idx val="285"/>
              <c:delete val="1"/>
            </c:dLbl>
            <c:dLbl>
              <c:idx val="286"/>
              <c:delete val="1"/>
            </c:dLbl>
            <c:dLbl>
              <c:idx val="287"/>
              <c:delete val="1"/>
            </c:dLbl>
            <c:dLbl>
              <c:idx val="288"/>
              <c:delete val="1"/>
            </c:dLbl>
            <c:dLbl>
              <c:idx val="289"/>
              <c:delete val="1"/>
            </c:dLbl>
            <c:dLbl>
              <c:idx val="290"/>
              <c:delete val="1"/>
            </c:dLbl>
            <c:dLbl>
              <c:idx val="291"/>
              <c:delete val="1"/>
            </c:dLbl>
            <c:dLbl>
              <c:idx val="292"/>
              <c:delete val="1"/>
            </c:dLbl>
            <c:dLbl>
              <c:idx val="293"/>
              <c:delete val="1"/>
            </c:dLbl>
            <c:dLbl>
              <c:idx val="294"/>
              <c:delete val="1"/>
            </c:dLbl>
            <c:dLbl>
              <c:idx val="295"/>
              <c:delete val="1"/>
            </c:dLbl>
            <c:dLbl>
              <c:idx val="296"/>
              <c:delete val="1"/>
            </c:dLbl>
            <c:dLbl>
              <c:idx val="297"/>
              <c:delete val="1"/>
            </c:dLbl>
            <c:dLbl>
              <c:idx val="298"/>
              <c:delete val="1"/>
            </c:dLbl>
            <c:dLbl>
              <c:idx val="299"/>
              <c:delete val="1"/>
            </c:dLbl>
            <c:dLbl>
              <c:idx val="300"/>
              <c:delete val="1"/>
            </c:dLbl>
            <c:dLbl>
              <c:idx val="301"/>
              <c:delete val="1"/>
            </c:dLbl>
            <c:dLbl>
              <c:idx val="302"/>
              <c:delete val="1"/>
            </c:dLbl>
            <c:dLbl>
              <c:idx val="303"/>
              <c:delete val="1"/>
            </c:dLbl>
            <c:dLbl>
              <c:idx val="304"/>
              <c:delete val="1"/>
            </c:dLbl>
            <c:dLbl>
              <c:idx val="305"/>
              <c:delete val="1"/>
            </c:dLbl>
            <c:dLbl>
              <c:idx val="306"/>
              <c:delete val="1"/>
            </c:dLbl>
            <c:dLbl>
              <c:idx val="307"/>
              <c:delete val="1"/>
            </c:dLbl>
            <c:dLbl>
              <c:idx val="308"/>
              <c:delete val="1"/>
            </c:dLbl>
            <c:dLbl>
              <c:idx val="309"/>
              <c:delete val="1"/>
            </c:dLbl>
            <c:dLbl>
              <c:idx val="310"/>
              <c:delete val="1"/>
            </c:dLbl>
            <c:dLbl>
              <c:idx val="311"/>
              <c:delete val="1"/>
            </c:dLbl>
            <c:dLbl>
              <c:idx val="312"/>
              <c:delete val="1"/>
            </c:dLbl>
            <c:dLbl>
              <c:idx val="313"/>
              <c:delete val="1"/>
            </c:dLbl>
            <c:dLbl>
              <c:idx val="314"/>
              <c:delete val="1"/>
            </c:dLbl>
            <c:dLbl>
              <c:idx val="315"/>
              <c:delete val="1"/>
            </c:dLbl>
            <c:dLbl>
              <c:idx val="316"/>
              <c:delete val="1"/>
            </c:dLbl>
            <c:dLbl>
              <c:idx val="317"/>
              <c:delete val="1"/>
            </c:dLbl>
            <c:dLbl>
              <c:idx val="318"/>
              <c:delete val="1"/>
            </c:dLbl>
            <c:dLbl>
              <c:idx val="319"/>
              <c:delete val="1"/>
            </c:dLbl>
            <c:dLbl>
              <c:idx val="320"/>
              <c:delete val="1"/>
            </c:dLbl>
            <c:dLbl>
              <c:idx val="321"/>
              <c:delete val="1"/>
            </c:dLbl>
            <c:dLbl>
              <c:idx val="322"/>
              <c:delete val="1"/>
            </c:dLbl>
            <c:dLbl>
              <c:idx val="323"/>
              <c:delete val="1"/>
            </c:dLbl>
            <c:dLbl>
              <c:idx val="324"/>
              <c:delete val="1"/>
            </c:dLbl>
            <c:dLbl>
              <c:idx val="325"/>
              <c:delete val="1"/>
            </c:dLbl>
            <c:dLbl>
              <c:idx val="326"/>
              <c:delete val="1"/>
            </c:dLbl>
            <c:dLbl>
              <c:idx val="327"/>
              <c:layout/>
              <c:numFmt formatCode="0.000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lang="zh-CN" sz="1000" b="0" i="0" u="none" strike="noStrike" kern="1200" baseline="0">
                      <a:solidFill>
                        <a:srgbClr val="C00000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/>
              </c:ext>
            </c:extLst>
          </c:dLbls>
          <c:cat>
            <c:numRef>
              <c:f>'[20260624-产品一页通.xlsx]交鑫致远6个月102号'!$A$2:$A$329</c:f>
              <c:numCache>
                <c:formatCode>yyyy/mm/dd</c:formatCode>
                <c:ptCount val="328"/>
                <c:pt idx="0" c:formatCode="yyyy/mm/dd">
                  <c:v>45856</c:v>
                </c:pt>
                <c:pt idx="1" c:formatCode="yyyy/mm/dd">
                  <c:v>45859</c:v>
                </c:pt>
                <c:pt idx="2" c:formatCode="yyyy/mm/dd">
                  <c:v>45860</c:v>
                </c:pt>
                <c:pt idx="3" c:formatCode="yyyy/mm/dd">
                  <c:v>45861</c:v>
                </c:pt>
                <c:pt idx="4" c:formatCode="yyyy/mm/dd">
                  <c:v>45862</c:v>
                </c:pt>
                <c:pt idx="5" c:formatCode="yyyy/mm/dd">
                  <c:v>45863</c:v>
                </c:pt>
                <c:pt idx="6" c:formatCode="yyyy/mm/dd">
                  <c:v>45866</c:v>
                </c:pt>
                <c:pt idx="7" c:formatCode="yyyy/mm/dd">
                  <c:v>45867</c:v>
                </c:pt>
                <c:pt idx="8" c:formatCode="yyyy/mm/dd">
                  <c:v>45868</c:v>
                </c:pt>
                <c:pt idx="9" c:formatCode="yyyy/mm/dd">
                  <c:v>45869</c:v>
                </c:pt>
                <c:pt idx="10" c:formatCode="yyyy/mm/dd">
                  <c:v>45870</c:v>
                </c:pt>
                <c:pt idx="11" c:formatCode="yyyy/mm/dd">
                  <c:v>45873</c:v>
                </c:pt>
                <c:pt idx="12" c:formatCode="yyyy/mm/dd">
                  <c:v>45874</c:v>
                </c:pt>
                <c:pt idx="13" c:formatCode="yyyy/mm/dd">
                  <c:v>45875</c:v>
                </c:pt>
                <c:pt idx="14" c:formatCode="yyyy/mm/dd">
                  <c:v>45876</c:v>
                </c:pt>
                <c:pt idx="15" c:formatCode="yyyy/mm/dd">
                  <c:v>45877</c:v>
                </c:pt>
                <c:pt idx="16" c:formatCode="yyyy/mm/dd">
                  <c:v>45880</c:v>
                </c:pt>
                <c:pt idx="17" c:formatCode="yyyy/mm/dd">
                  <c:v>45881</c:v>
                </c:pt>
                <c:pt idx="18" c:formatCode="yyyy/mm/dd">
                  <c:v>45882</c:v>
                </c:pt>
                <c:pt idx="19" c:formatCode="yyyy/mm/dd">
                  <c:v>45883</c:v>
                </c:pt>
                <c:pt idx="20" c:formatCode="yyyy/mm/dd">
                  <c:v>45884</c:v>
                </c:pt>
                <c:pt idx="21" c:formatCode="yyyy/mm/dd">
                  <c:v>45887</c:v>
                </c:pt>
                <c:pt idx="22" c:formatCode="yyyy/mm/dd">
                  <c:v>45888</c:v>
                </c:pt>
                <c:pt idx="23" c:formatCode="yyyy/mm/dd">
                  <c:v>45889</c:v>
                </c:pt>
                <c:pt idx="24" c:formatCode="yyyy/mm/dd">
                  <c:v>45890</c:v>
                </c:pt>
                <c:pt idx="25" c:formatCode="yyyy/mm/dd">
                  <c:v>45891</c:v>
                </c:pt>
                <c:pt idx="26" c:formatCode="yyyy/mm/dd">
                  <c:v>45894</c:v>
                </c:pt>
                <c:pt idx="27" c:formatCode="yyyy/mm/dd">
                  <c:v>45895</c:v>
                </c:pt>
                <c:pt idx="28" c:formatCode="yyyy/mm/dd">
                  <c:v>45896</c:v>
                </c:pt>
                <c:pt idx="29" c:formatCode="yyyy/mm/dd">
                  <c:v>45897</c:v>
                </c:pt>
                <c:pt idx="30" c:formatCode="yyyy/mm/dd">
                  <c:v>45898</c:v>
                </c:pt>
                <c:pt idx="31" c:formatCode="yyyy/mm/dd">
                  <c:v>45901</c:v>
                </c:pt>
                <c:pt idx="32" c:formatCode="yyyy/mm/dd">
                  <c:v>45902</c:v>
                </c:pt>
                <c:pt idx="33" c:formatCode="yyyy/mm/dd">
                  <c:v>45903</c:v>
                </c:pt>
                <c:pt idx="34" c:formatCode="yyyy/mm/dd">
                  <c:v>45904</c:v>
                </c:pt>
                <c:pt idx="35" c:formatCode="yyyy/mm/dd">
                  <c:v>45905</c:v>
                </c:pt>
                <c:pt idx="36" c:formatCode="yyyy/mm/dd">
                  <c:v>45906</c:v>
                </c:pt>
                <c:pt idx="37" c:formatCode="yyyy/mm/dd">
                  <c:v>45907</c:v>
                </c:pt>
                <c:pt idx="38" c:formatCode="yyyy/mm/dd">
                  <c:v>45908</c:v>
                </c:pt>
                <c:pt idx="39" c:formatCode="yyyy/mm/dd">
                  <c:v>45909</c:v>
                </c:pt>
                <c:pt idx="40" c:formatCode="yyyy/mm/dd">
                  <c:v>45910</c:v>
                </c:pt>
                <c:pt idx="41" c:formatCode="yyyy/mm/dd">
                  <c:v>45911</c:v>
                </c:pt>
                <c:pt idx="42" c:formatCode="yyyy/mm/dd">
                  <c:v>45912</c:v>
                </c:pt>
                <c:pt idx="43" c:formatCode="yyyy/mm/dd">
                  <c:v>45913</c:v>
                </c:pt>
                <c:pt idx="44" c:formatCode="yyyy/mm/dd">
                  <c:v>45914</c:v>
                </c:pt>
                <c:pt idx="45" c:formatCode="yyyy/mm/dd">
                  <c:v>45915</c:v>
                </c:pt>
                <c:pt idx="46" c:formatCode="yyyy/mm/dd">
                  <c:v>45916</c:v>
                </c:pt>
                <c:pt idx="47" c:formatCode="yyyy/mm/dd">
                  <c:v>45917</c:v>
                </c:pt>
                <c:pt idx="48" c:formatCode="yyyy/mm/dd">
                  <c:v>45918</c:v>
                </c:pt>
                <c:pt idx="49" c:formatCode="yyyy/mm/dd">
                  <c:v>45919</c:v>
                </c:pt>
                <c:pt idx="50" c:formatCode="yyyy/mm/dd">
                  <c:v>45920</c:v>
                </c:pt>
                <c:pt idx="51" c:formatCode="yyyy/mm/dd">
                  <c:v>45921</c:v>
                </c:pt>
                <c:pt idx="52" c:formatCode="yyyy/mm/dd">
                  <c:v>45922</c:v>
                </c:pt>
                <c:pt idx="53" c:formatCode="yyyy/mm/dd">
                  <c:v>45923</c:v>
                </c:pt>
                <c:pt idx="54" c:formatCode="yyyy/mm/dd">
                  <c:v>45924</c:v>
                </c:pt>
                <c:pt idx="55" c:formatCode="yyyy/mm/dd">
                  <c:v>45925</c:v>
                </c:pt>
                <c:pt idx="56" c:formatCode="yyyy/mm/dd">
                  <c:v>45926</c:v>
                </c:pt>
                <c:pt idx="57" c:formatCode="yyyy/mm/dd">
                  <c:v>45927</c:v>
                </c:pt>
                <c:pt idx="58" c:formatCode="yyyy/mm/dd">
                  <c:v>45928</c:v>
                </c:pt>
                <c:pt idx="59" c:formatCode="yyyy/mm/dd">
                  <c:v>45929</c:v>
                </c:pt>
                <c:pt idx="60" c:formatCode="yyyy/mm/dd">
                  <c:v>45930</c:v>
                </c:pt>
                <c:pt idx="61" c:formatCode="yyyy/mm/dd">
                  <c:v>45931</c:v>
                </c:pt>
                <c:pt idx="62" c:formatCode="yyyy/mm/dd">
                  <c:v>45932</c:v>
                </c:pt>
                <c:pt idx="63" c:formatCode="yyyy/mm/dd">
                  <c:v>45933</c:v>
                </c:pt>
                <c:pt idx="64" c:formatCode="yyyy/mm/dd">
                  <c:v>45934</c:v>
                </c:pt>
                <c:pt idx="65" c:formatCode="yyyy/mm/dd">
                  <c:v>45935</c:v>
                </c:pt>
                <c:pt idx="66" c:formatCode="yyyy/mm/dd">
                  <c:v>45936</c:v>
                </c:pt>
                <c:pt idx="67" c:formatCode="yyyy/mm/dd">
                  <c:v>45937</c:v>
                </c:pt>
                <c:pt idx="68" c:formatCode="yyyy/mm/dd">
                  <c:v>45938</c:v>
                </c:pt>
                <c:pt idx="69" c:formatCode="yyyy/mm/dd">
                  <c:v>45939</c:v>
                </c:pt>
                <c:pt idx="70" c:formatCode="yyyy/mm/dd">
                  <c:v>45940</c:v>
                </c:pt>
                <c:pt idx="71" c:formatCode="yyyy/mm/dd">
                  <c:v>45941</c:v>
                </c:pt>
                <c:pt idx="72" c:formatCode="yyyy/mm/dd">
                  <c:v>45942</c:v>
                </c:pt>
                <c:pt idx="73" c:formatCode="yyyy/mm/dd">
                  <c:v>45943</c:v>
                </c:pt>
                <c:pt idx="74" c:formatCode="yyyy/mm/dd">
                  <c:v>45944</c:v>
                </c:pt>
                <c:pt idx="75" c:formatCode="yyyy/mm/dd">
                  <c:v>45945</c:v>
                </c:pt>
                <c:pt idx="76" c:formatCode="yyyy/mm/dd">
                  <c:v>45946</c:v>
                </c:pt>
                <c:pt idx="77" c:formatCode="yyyy/mm/dd">
                  <c:v>45947</c:v>
                </c:pt>
                <c:pt idx="78" c:formatCode="yyyy/mm/dd">
                  <c:v>45948</c:v>
                </c:pt>
                <c:pt idx="79" c:formatCode="yyyy/mm/dd">
                  <c:v>45949</c:v>
                </c:pt>
                <c:pt idx="80" c:formatCode="yyyy/mm/dd">
                  <c:v>45950</c:v>
                </c:pt>
                <c:pt idx="81" c:formatCode="yyyy/mm/dd">
                  <c:v>45951</c:v>
                </c:pt>
                <c:pt idx="82" c:formatCode="yyyy/mm/dd">
                  <c:v>45952</c:v>
                </c:pt>
                <c:pt idx="83" c:formatCode="yyyy/mm/dd">
                  <c:v>45953</c:v>
                </c:pt>
                <c:pt idx="84" c:formatCode="yyyy/mm/dd">
                  <c:v>45954</c:v>
                </c:pt>
                <c:pt idx="85" c:formatCode="yyyy/mm/dd">
                  <c:v>45955</c:v>
                </c:pt>
                <c:pt idx="86" c:formatCode="yyyy/mm/dd">
                  <c:v>45956</c:v>
                </c:pt>
                <c:pt idx="87" c:formatCode="yyyy/mm/dd">
                  <c:v>45957</c:v>
                </c:pt>
                <c:pt idx="88" c:formatCode="yyyy/mm/dd">
                  <c:v>45958</c:v>
                </c:pt>
                <c:pt idx="89" c:formatCode="yyyy/mm/dd">
                  <c:v>45959</c:v>
                </c:pt>
                <c:pt idx="90" c:formatCode="yyyy/mm/dd">
                  <c:v>45960</c:v>
                </c:pt>
                <c:pt idx="91" c:formatCode="yyyy/mm/dd">
                  <c:v>45961</c:v>
                </c:pt>
                <c:pt idx="92" c:formatCode="yyyy/mm/dd">
                  <c:v>45962</c:v>
                </c:pt>
                <c:pt idx="93" c:formatCode="yyyy/mm/dd">
                  <c:v>45963</c:v>
                </c:pt>
                <c:pt idx="94" c:formatCode="yyyy/mm/dd">
                  <c:v>45964</c:v>
                </c:pt>
                <c:pt idx="95" c:formatCode="yyyy/mm/dd">
                  <c:v>45965</c:v>
                </c:pt>
                <c:pt idx="96" c:formatCode="yyyy/mm/dd">
                  <c:v>45966</c:v>
                </c:pt>
                <c:pt idx="97" c:formatCode="yyyy/mm/dd">
                  <c:v>45967</c:v>
                </c:pt>
                <c:pt idx="98" c:formatCode="yyyy/mm/dd">
                  <c:v>45968</c:v>
                </c:pt>
                <c:pt idx="99" c:formatCode="yyyy/mm/dd">
                  <c:v>45969</c:v>
                </c:pt>
                <c:pt idx="100" c:formatCode="yyyy/mm/dd">
                  <c:v>45970</c:v>
                </c:pt>
                <c:pt idx="101" c:formatCode="yyyy/mm/dd">
                  <c:v>45971</c:v>
                </c:pt>
                <c:pt idx="102" c:formatCode="yyyy/mm/dd">
                  <c:v>45972</c:v>
                </c:pt>
                <c:pt idx="103" c:formatCode="yyyy/mm/dd">
                  <c:v>45973</c:v>
                </c:pt>
                <c:pt idx="104" c:formatCode="yyyy/mm/dd">
                  <c:v>45974</c:v>
                </c:pt>
                <c:pt idx="105" c:formatCode="yyyy/mm/dd">
                  <c:v>45975</c:v>
                </c:pt>
                <c:pt idx="106" c:formatCode="yyyy/mm/dd">
                  <c:v>45976</c:v>
                </c:pt>
                <c:pt idx="107" c:formatCode="yyyy/mm/dd">
                  <c:v>45977</c:v>
                </c:pt>
                <c:pt idx="108" c:formatCode="yyyy/mm/dd">
                  <c:v>45978</c:v>
                </c:pt>
                <c:pt idx="109" c:formatCode="yyyy/mm/dd">
                  <c:v>45979</c:v>
                </c:pt>
                <c:pt idx="110" c:formatCode="yyyy/mm/dd">
                  <c:v>45980</c:v>
                </c:pt>
                <c:pt idx="111" c:formatCode="yyyy/mm/dd">
                  <c:v>45981</c:v>
                </c:pt>
                <c:pt idx="112" c:formatCode="yyyy/mm/dd">
                  <c:v>45982</c:v>
                </c:pt>
                <c:pt idx="113" c:formatCode="yyyy/mm/dd">
                  <c:v>45983</c:v>
                </c:pt>
                <c:pt idx="114" c:formatCode="yyyy/mm/dd">
                  <c:v>45984</c:v>
                </c:pt>
                <c:pt idx="115" c:formatCode="yyyy/mm/dd">
                  <c:v>45985</c:v>
                </c:pt>
                <c:pt idx="116" c:formatCode="yyyy/mm/dd">
                  <c:v>45986</c:v>
                </c:pt>
                <c:pt idx="117" c:formatCode="yyyy/mm/dd">
                  <c:v>45987</c:v>
                </c:pt>
                <c:pt idx="118" c:formatCode="yyyy/mm/dd">
                  <c:v>45988</c:v>
                </c:pt>
                <c:pt idx="119" c:formatCode="yyyy/mm/dd">
                  <c:v>45989</c:v>
                </c:pt>
                <c:pt idx="120" c:formatCode="yyyy/mm/dd">
                  <c:v>45990</c:v>
                </c:pt>
                <c:pt idx="121" c:formatCode="yyyy/mm/dd">
                  <c:v>45991</c:v>
                </c:pt>
                <c:pt idx="122" c:formatCode="yyyy/mm/dd">
                  <c:v>45992</c:v>
                </c:pt>
                <c:pt idx="123" c:formatCode="yyyy/mm/dd">
                  <c:v>45993</c:v>
                </c:pt>
                <c:pt idx="124" c:formatCode="yyyy/mm/dd">
                  <c:v>45994</c:v>
                </c:pt>
                <c:pt idx="125" c:formatCode="yyyy/mm/dd">
                  <c:v>45995</c:v>
                </c:pt>
                <c:pt idx="126" c:formatCode="yyyy/mm/dd">
                  <c:v>45996</c:v>
                </c:pt>
                <c:pt idx="127" c:formatCode="yyyy/mm/dd">
                  <c:v>45997</c:v>
                </c:pt>
                <c:pt idx="128" c:formatCode="yyyy/mm/dd">
                  <c:v>45998</c:v>
                </c:pt>
                <c:pt idx="129" c:formatCode="yyyy/mm/dd">
                  <c:v>45999</c:v>
                </c:pt>
                <c:pt idx="130" c:formatCode="yyyy/mm/dd">
                  <c:v>46000</c:v>
                </c:pt>
                <c:pt idx="131" c:formatCode="yyyy/mm/dd">
                  <c:v>46001</c:v>
                </c:pt>
                <c:pt idx="132" c:formatCode="yyyy/mm/dd">
                  <c:v>46002</c:v>
                </c:pt>
                <c:pt idx="133" c:formatCode="yyyy/mm/dd">
                  <c:v>46003</c:v>
                </c:pt>
                <c:pt idx="134" c:formatCode="yyyy/mm/dd">
                  <c:v>46004</c:v>
                </c:pt>
                <c:pt idx="135" c:formatCode="yyyy/mm/dd">
                  <c:v>46005</c:v>
                </c:pt>
                <c:pt idx="136" c:formatCode="yyyy/mm/dd">
                  <c:v>46006</c:v>
                </c:pt>
                <c:pt idx="137" c:formatCode="yyyy/mm/dd">
                  <c:v>46007</c:v>
                </c:pt>
                <c:pt idx="138" c:formatCode="yyyy/mm/dd">
                  <c:v>46008</c:v>
                </c:pt>
                <c:pt idx="139" c:formatCode="yyyy/mm/dd">
                  <c:v>46009</c:v>
                </c:pt>
                <c:pt idx="140" c:formatCode="yyyy/mm/dd">
                  <c:v>46010</c:v>
                </c:pt>
                <c:pt idx="141" c:formatCode="yyyy/mm/dd">
                  <c:v>46011</c:v>
                </c:pt>
                <c:pt idx="142" c:formatCode="yyyy/mm/dd">
                  <c:v>46012</c:v>
                </c:pt>
                <c:pt idx="143" c:formatCode="yyyy/mm/dd">
                  <c:v>46013</c:v>
                </c:pt>
                <c:pt idx="144" c:formatCode="yyyy/mm/dd">
                  <c:v>46014</c:v>
                </c:pt>
                <c:pt idx="145" c:formatCode="yyyy/mm/dd">
                  <c:v>46015</c:v>
                </c:pt>
                <c:pt idx="146" c:formatCode="yyyy/mm/dd">
                  <c:v>46016</c:v>
                </c:pt>
                <c:pt idx="147" c:formatCode="yyyy/mm/dd">
                  <c:v>46017</c:v>
                </c:pt>
                <c:pt idx="148" c:formatCode="yyyy/mm/dd">
                  <c:v>46018</c:v>
                </c:pt>
                <c:pt idx="149" c:formatCode="yyyy/mm/dd">
                  <c:v>46019</c:v>
                </c:pt>
                <c:pt idx="150" c:formatCode="yyyy/mm/dd">
                  <c:v>46020</c:v>
                </c:pt>
                <c:pt idx="151" c:formatCode="yyyy/mm/dd">
                  <c:v>46021</c:v>
                </c:pt>
                <c:pt idx="152" c:formatCode="yyyy/mm/dd">
                  <c:v>46022</c:v>
                </c:pt>
                <c:pt idx="153" c:formatCode="yyyy/mm/dd">
                  <c:v>46023</c:v>
                </c:pt>
                <c:pt idx="154" c:formatCode="yyyy/mm/dd">
                  <c:v>46024</c:v>
                </c:pt>
                <c:pt idx="155" c:formatCode="yyyy/mm/dd">
                  <c:v>46025</c:v>
                </c:pt>
                <c:pt idx="156" c:formatCode="yyyy/mm/dd">
                  <c:v>46026</c:v>
                </c:pt>
                <c:pt idx="157" c:formatCode="yyyy/mm/dd">
                  <c:v>46027</c:v>
                </c:pt>
                <c:pt idx="158" c:formatCode="yyyy/mm/dd">
                  <c:v>46028</c:v>
                </c:pt>
                <c:pt idx="159" c:formatCode="yyyy/mm/dd">
                  <c:v>46029</c:v>
                </c:pt>
                <c:pt idx="160" c:formatCode="yyyy/mm/dd">
                  <c:v>46030</c:v>
                </c:pt>
                <c:pt idx="161" c:formatCode="yyyy/mm/dd">
                  <c:v>46031</c:v>
                </c:pt>
                <c:pt idx="162" c:formatCode="yyyy/mm/dd">
                  <c:v>46032</c:v>
                </c:pt>
                <c:pt idx="163" c:formatCode="yyyy/mm/dd">
                  <c:v>46033</c:v>
                </c:pt>
                <c:pt idx="164" c:formatCode="yyyy/mm/dd">
                  <c:v>46034</c:v>
                </c:pt>
                <c:pt idx="165" c:formatCode="yyyy/mm/dd">
                  <c:v>46035</c:v>
                </c:pt>
                <c:pt idx="166" c:formatCode="yyyy/mm/dd">
                  <c:v>46036</c:v>
                </c:pt>
                <c:pt idx="167" c:formatCode="yyyy/mm/dd">
                  <c:v>46037</c:v>
                </c:pt>
                <c:pt idx="168" c:formatCode="yyyy/mm/dd">
                  <c:v>46038</c:v>
                </c:pt>
                <c:pt idx="169" c:formatCode="yyyy/mm/dd">
                  <c:v>46039</c:v>
                </c:pt>
                <c:pt idx="170" c:formatCode="yyyy/mm/dd">
                  <c:v>46040</c:v>
                </c:pt>
                <c:pt idx="171" c:formatCode="yyyy/mm/dd">
                  <c:v>46041</c:v>
                </c:pt>
                <c:pt idx="172" c:formatCode="yyyy/mm/dd">
                  <c:v>46042</c:v>
                </c:pt>
                <c:pt idx="173" c:formatCode="yyyy/mm/dd">
                  <c:v>46043</c:v>
                </c:pt>
                <c:pt idx="174" c:formatCode="yyyy/mm/dd">
                  <c:v>46044</c:v>
                </c:pt>
                <c:pt idx="175" c:formatCode="yyyy/mm/dd">
                  <c:v>46045</c:v>
                </c:pt>
                <c:pt idx="176" c:formatCode="yyyy/mm/dd">
                  <c:v>46046</c:v>
                </c:pt>
                <c:pt idx="177" c:formatCode="yyyy/mm/dd">
                  <c:v>46047</c:v>
                </c:pt>
                <c:pt idx="178" c:formatCode="yyyy/mm/dd">
                  <c:v>46048</c:v>
                </c:pt>
                <c:pt idx="179" c:formatCode="yyyy/mm/dd">
                  <c:v>46049</c:v>
                </c:pt>
                <c:pt idx="180" c:formatCode="yyyy/mm/dd">
                  <c:v>46050</c:v>
                </c:pt>
                <c:pt idx="181" c:formatCode="yyyy/mm/dd">
                  <c:v>46051</c:v>
                </c:pt>
                <c:pt idx="182" c:formatCode="yyyy/mm/dd">
                  <c:v>46052</c:v>
                </c:pt>
                <c:pt idx="183" c:formatCode="yyyy/mm/dd">
                  <c:v>46053</c:v>
                </c:pt>
                <c:pt idx="184" c:formatCode="yyyy/mm/dd">
                  <c:v>46054</c:v>
                </c:pt>
                <c:pt idx="185" c:formatCode="yyyy/mm/dd">
                  <c:v>46055</c:v>
                </c:pt>
                <c:pt idx="186" c:formatCode="yyyy/mm/dd">
                  <c:v>46056</c:v>
                </c:pt>
                <c:pt idx="187" c:formatCode="yyyy/mm/dd">
                  <c:v>46057</c:v>
                </c:pt>
                <c:pt idx="188" c:formatCode="yyyy/mm/dd">
                  <c:v>46058</c:v>
                </c:pt>
                <c:pt idx="189" c:formatCode="yyyy/mm/dd">
                  <c:v>46059</c:v>
                </c:pt>
                <c:pt idx="190" c:formatCode="yyyy/mm/dd">
                  <c:v>46060</c:v>
                </c:pt>
                <c:pt idx="191" c:formatCode="yyyy/mm/dd">
                  <c:v>46061</c:v>
                </c:pt>
                <c:pt idx="192" c:formatCode="yyyy/mm/dd">
                  <c:v>46062</c:v>
                </c:pt>
                <c:pt idx="193" c:formatCode="yyyy/mm/dd">
                  <c:v>46063</c:v>
                </c:pt>
                <c:pt idx="194" c:formatCode="yyyy/mm/dd">
                  <c:v>46064</c:v>
                </c:pt>
                <c:pt idx="195" c:formatCode="yyyy/mm/dd">
                  <c:v>46065</c:v>
                </c:pt>
                <c:pt idx="196" c:formatCode="yyyy/mm/dd">
                  <c:v>46066</c:v>
                </c:pt>
                <c:pt idx="197" c:formatCode="yyyy/mm/dd">
                  <c:v>46067</c:v>
                </c:pt>
                <c:pt idx="198" c:formatCode="yyyy/mm/dd">
                  <c:v>46068</c:v>
                </c:pt>
                <c:pt idx="199" c:formatCode="yyyy/mm/dd">
                  <c:v>46069</c:v>
                </c:pt>
                <c:pt idx="200" c:formatCode="yyyy/mm/dd">
                  <c:v>46070</c:v>
                </c:pt>
                <c:pt idx="201" c:formatCode="yyyy/mm/dd">
                  <c:v>46071</c:v>
                </c:pt>
                <c:pt idx="202" c:formatCode="yyyy/mm/dd">
                  <c:v>46072</c:v>
                </c:pt>
                <c:pt idx="203" c:formatCode="yyyy/mm/dd">
                  <c:v>46073</c:v>
                </c:pt>
                <c:pt idx="204" c:formatCode="yyyy/mm/dd">
                  <c:v>46074</c:v>
                </c:pt>
                <c:pt idx="205" c:formatCode="yyyy/mm/dd">
                  <c:v>46075</c:v>
                </c:pt>
                <c:pt idx="206" c:formatCode="yyyy/mm/dd">
                  <c:v>46076</c:v>
                </c:pt>
                <c:pt idx="207" c:formatCode="yyyy/mm/dd">
                  <c:v>46077</c:v>
                </c:pt>
                <c:pt idx="208" c:formatCode="yyyy/mm/dd">
                  <c:v>46078</c:v>
                </c:pt>
                <c:pt idx="209" c:formatCode="yyyy/mm/dd">
                  <c:v>46079</c:v>
                </c:pt>
                <c:pt idx="210" c:formatCode="yyyy/mm/dd">
                  <c:v>46080</c:v>
                </c:pt>
                <c:pt idx="211" c:formatCode="yyyy/mm/dd">
                  <c:v>46081</c:v>
                </c:pt>
                <c:pt idx="212" c:formatCode="yyyy/mm/dd">
                  <c:v>46082</c:v>
                </c:pt>
                <c:pt idx="213" c:formatCode="yyyy/mm/dd">
                  <c:v>46083</c:v>
                </c:pt>
                <c:pt idx="214" c:formatCode="yyyy/mm/dd">
                  <c:v>46084</c:v>
                </c:pt>
                <c:pt idx="215" c:formatCode="yyyy/mm/dd">
                  <c:v>46085</c:v>
                </c:pt>
                <c:pt idx="216" c:formatCode="yyyy/mm/dd">
                  <c:v>46086</c:v>
                </c:pt>
                <c:pt idx="217" c:formatCode="yyyy/mm/dd">
                  <c:v>46087</c:v>
                </c:pt>
                <c:pt idx="218" c:formatCode="yyyy/mm/dd">
                  <c:v>46088</c:v>
                </c:pt>
                <c:pt idx="219" c:formatCode="yyyy/mm/dd">
                  <c:v>46089</c:v>
                </c:pt>
                <c:pt idx="220" c:formatCode="yyyy/mm/dd">
                  <c:v>46090</c:v>
                </c:pt>
                <c:pt idx="221" c:formatCode="yyyy/mm/dd">
                  <c:v>46091</c:v>
                </c:pt>
                <c:pt idx="222" c:formatCode="yyyy/mm/dd">
                  <c:v>46092</c:v>
                </c:pt>
                <c:pt idx="223" c:formatCode="yyyy/mm/dd">
                  <c:v>46093</c:v>
                </c:pt>
                <c:pt idx="224" c:formatCode="yyyy/mm/dd">
                  <c:v>46094</c:v>
                </c:pt>
                <c:pt idx="225" c:formatCode="yyyy/mm/dd">
                  <c:v>46095</c:v>
                </c:pt>
                <c:pt idx="226" c:formatCode="yyyy/mm/dd">
                  <c:v>46096</c:v>
                </c:pt>
                <c:pt idx="227" c:formatCode="yyyy/mm/dd">
                  <c:v>46097</c:v>
                </c:pt>
                <c:pt idx="228" c:formatCode="yyyy/mm/dd">
                  <c:v>46098</c:v>
                </c:pt>
                <c:pt idx="229" c:formatCode="yyyy/mm/dd">
                  <c:v>46099</c:v>
                </c:pt>
                <c:pt idx="230" c:formatCode="yyyy/mm/dd">
                  <c:v>46100</c:v>
                </c:pt>
                <c:pt idx="231" c:formatCode="yyyy/mm/dd">
                  <c:v>46101</c:v>
                </c:pt>
                <c:pt idx="232" c:formatCode="yyyy/mm/dd">
                  <c:v>46102</c:v>
                </c:pt>
                <c:pt idx="233" c:formatCode="yyyy/mm/dd">
                  <c:v>46103</c:v>
                </c:pt>
                <c:pt idx="234" c:formatCode="yyyy/mm/dd">
                  <c:v>46104</c:v>
                </c:pt>
                <c:pt idx="235" c:formatCode="yyyy/mm/dd">
                  <c:v>46105</c:v>
                </c:pt>
                <c:pt idx="236" c:formatCode="yyyy/mm/dd">
                  <c:v>46106</c:v>
                </c:pt>
                <c:pt idx="237" c:formatCode="yyyy/mm/dd">
                  <c:v>46107</c:v>
                </c:pt>
                <c:pt idx="238" c:formatCode="yyyy/mm/dd">
                  <c:v>46108</c:v>
                </c:pt>
                <c:pt idx="239" c:formatCode="yyyy/mm/dd">
                  <c:v>46109</c:v>
                </c:pt>
                <c:pt idx="240" c:formatCode="yyyy/mm/dd">
                  <c:v>46110</c:v>
                </c:pt>
                <c:pt idx="241" c:formatCode="yyyy/mm/dd">
                  <c:v>46111</c:v>
                </c:pt>
                <c:pt idx="242" c:formatCode="yyyy/mm/dd">
                  <c:v>46112</c:v>
                </c:pt>
                <c:pt idx="243" c:formatCode="yyyy/mm/dd">
                  <c:v>46113</c:v>
                </c:pt>
                <c:pt idx="244" c:formatCode="yyyy/mm/dd">
                  <c:v>46114</c:v>
                </c:pt>
                <c:pt idx="245" c:formatCode="yyyy/mm/dd">
                  <c:v>46115</c:v>
                </c:pt>
                <c:pt idx="246" c:formatCode="yyyy/mm/dd">
                  <c:v>46116</c:v>
                </c:pt>
                <c:pt idx="247" c:formatCode="yyyy/mm/dd">
                  <c:v>46117</c:v>
                </c:pt>
                <c:pt idx="248" c:formatCode="yyyy/mm/dd">
                  <c:v>46118</c:v>
                </c:pt>
                <c:pt idx="249" c:formatCode="yyyy/mm/dd">
                  <c:v>46119</c:v>
                </c:pt>
                <c:pt idx="250" c:formatCode="yyyy/mm/dd">
                  <c:v>46120</c:v>
                </c:pt>
                <c:pt idx="251" c:formatCode="yyyy/mm/dd">
                  <c:v>46121</c:v>
                </c:pt>
                <c:pt idx="252" c:formatCode="yyyy/mm/dd">
                  <c:v>46122</c:v>
                </c:pt>
                <c:pt idx="253" c:formatCode="yyyy/mm/dd">
                  <c:v>46123</c:v>
                </c:pt>
                <c:pt idx="254" c:formatCode="yyyy/mm/dd">
                  <c:v>46124</c:v>
                </c:pt>
                <c:pt idx="255" c:formatCode="yyyy/mm/dd">
                  <c:v>46125</c:v>
                </c:pt>
                <c:pt idx="256" c:formatCode="yyyy/mm/dd">
                  <c:v>46126</c:v>
                </c:pt>
                <c:pt idx="257" c:formatCode="yyyy/mm/dd">
                  <c:v>46127</c:v>
                </c:pt>
                <c:pt idx="258" c:formatCode="yyyy/mm/dd">
                  <c:v>46128</c:v>
                </c:pt>
                <c:pt idx="259" c:formatCode="yyyy/mm/dd">
                  <c:v>46129</c:v>
                </c:pt>
                <c:pt idx="260" c:formatCode="yyyy/mm/dd">
                  <c:v>46130</c:v>
                </c:pt>
                <c:pt idx="261" c:formatCode="yyyy/mm/dd">
                  <c:v>46131</c:v>
                </c:pt>
                <c:pt idx="262" c:formatCode="yyyy/mm/dd">
                  <c:v>46132</c:v>
                </c:pt>
                <c:pt idx="263" c:formatCode="yyyy/mm/dd">
                  <c:v>46133</c:v>
                </c:pt>
                <c:pt idx="264" c:formatCode="yyyy/mm/dd">
                  <c:v>46134</c:v>
                </c:pt>
                <c:pt idx="265" c:formatCode="yyyy/mm/dd">
                  <c:v>46135</c:v>
                </c:pt>
                <c:pt idx="266" c:formatCode="yyyy/mm/dd">
                  <c:v>46136</c:v>
                </c:pt>
                <c:pt idx="267" c:formatCode="yyyy/mm/dd">
                  <c:v>46137</c:v>
                </c:pt>
                <c:pt idx="268" c:formatCode="yyyy/mm/dd">
                  <c:v>46138</c:v>
                </c:pt>
                <c:pt idx="269" c:formatCode="yyyy/mm/dd">
                  <c:v>46139</c:v>
                </c:pt>
                <c:pt idx="270" c:formatCode="yyyy/mm/dd">
                  <c:v>46140</c:v>
                </c:pt>
                <c:pt idx="271" c:formatCode="yyyy/mm/dd">
                  <c:v>46141</c:v>
                </c:pt>
                <c:pt idx="272" c:formatCode="yyyy/mm/dd">
                  <c:v>46142</c:v>
                </c:pt>
                <c:pt idx="273" c:formatCode="yyyy/mm/dd">
                  <c:v>46143</c:v>
                </c:pt>
                <c:pt idx="274" c:formatCode="yyyy/mm/dd">
                  <c:v>46144</c:v>
                </c:pt>
                <c:pt idx="275" c:formatCode="yyyy/mm/dd">
                  <c:v>46145</c:v>
                </c:pt>
                <c:pt idx="276" c:formatCode="yyyy/mm/dd">
                  <c:v>46146</c:v>
                </c:pt>
                <c:pt idx="277" c:formatCode="yyyy/mm/dd">
                  <c:v>46147</c:v>
                </c:pt>
                <c:pt idx="278" c:formatCode="yyyy/mm/dd">
                  <c:v>46148</c:v>
                </c:pt>
                <c:pt idx="279" c:formatCode="yyyy/mm/dd">
                  <c:v>46149</c:v>
                </c:pt>
                <c:pt idx="280" c:formatCode="yyyy/mm/dd">
                  <c:v>46150</c:v>
                </c:pt>
                <c:pt idx="281" c:formatCode="yyyy/mm/dd">
                  <c:v>46151</c:v>
                </c:pt>
                <c:pt idx="282" c:formatCode="yyyy/mm/dd">
                  <c:v>46152</c:v>
                </c:pt>
                <c:pt idx="283" c:formatCode="yyyy/mm/dd">
                  <c:v>46153</c:v>
                </c:pt>
                <c:pt idx="284" c:formatCode="yyyy/mm/dd">
                  <c:v>46154</c:v>
                </c:pt>
                <c:pt idx="285" c:formatCode="yyyy/mm/dd">
                  <c:v>46155</c:v>
                </c:pt>
                <c:pt idx="286" c:formatCode="yyyy/mm/dd">
                  <c:v>46156</c:v>
                </c:pt>
                <c:pt idx="287" c:formatCode="yyyy/mm/dd">
                  <c:v>46157</c:v>
                </c:pt>
                <c:pt idx="288" c:formatCode="yyyy/mm/dd">
                  <c:v>46158</c:v>
                </c:pt>
                <c:pt idx="289" c:formatCode="yyyy/mm/dd">
                  <c:v>46159</c:v>
                </c:pt>
                <c:pt idx="290" c:formatCode="yyyy/mm/dd">
                  <c:v>46160</c:v>
                </c:pt>
                <c:pt idx="291" c:formatCode="yyyy/mm/dd">
                  <c:v>46161</c:v>
                </c:pt>
                <c:pt idx="292" c:formatCode="yyyy/mm/dd">
                  <c:v>46162</c:v>
                </c:pt>
                <c:pt idx="293" c:formatCode="yyyy/mm/dd">
                  <c:v>46163</c:v>
                </c:pt>
                <c:pt idx="294" c:formatCode="yyyy/mm/dd">
                  <c:v>46164</c:v>
                </c:pt>
                <c:pt idx="295" c:formatCode="yyyy/mm/dd">
                  <c:v>46165</c:v>
                </c:pt>
                <c:pt idx="296" c:formatCode="yyyy/mm/dd">
                  <c:v>46166</c:v>
                </c:pt>
                <c:pt idx="297" c:formatCode="yyyy/mm/dd">
                  <c:v>46167</c:v>
                </c:pt>
                <c:pt idx="298" c:formatCode="yyyy/mm/dd">
                  <c:v>46168</c:v>
                </c:pt>
                <c:pt idx="299" c:formatCode="yyyy/mm/dd">
                  <c:v>46169</c:v>
                </c:pt>
                <c:pt idx="300" c:formatCode="yyyy/mm/dd">
                  <c:v>46170</c:v>
                </c:pt>
                <c:pt idx="301" c:formatCode="yyyy/mm/dd">
                  <c:v>46171</c:v>
                </c:pt>
                <c:pt idx="302" c:formatCode="yyyy/mm/dd">
                  <c:v>46172</c:v>
                </c:pt>
                <c:pt idx="303" c:formatCode="yyyy/mm/dd">
                  <c:v>46173</c:v>
                </c:pt>
                <c:pt idx="304" c:formatCode="yyyy/mm/dd">
                  <c:v>46174</c:v>
                </c:pt>
                <c:pt idx="305" c:formatCode="yyyy/mm/dd">
                  <c:v>46175</c:v>
                </c:pt>
                <c:pt idx="306" c:formatCode="yyyy/mm/dd">
                  <c:v>46176</c:v>
                </c:pt>
                <c:pt idx="307" c:formatCode="yyyy/mm/dd">
                  <c:v>46177</c:v>
                </c:pt>
                <c:pt idx="308" c:formatCode="yyyy/mm/dd">
                  <c:v>46178</c:v>
                </c:pt>
                <c:pt idx="309" c:formatCode="yyyy/mm/dd">
                  <c:v>46179</c:v>
                </c:pt>
                <c:pt idx="310" c:formatCode="yyyy/mm/dd">
                  <c:v>46180</c:v>
                </c:pt>
                <c:pt idx="311" c:formatCode="yyyy/mm/dd">
                  <c:v>46181</c:v>
                </c:pt>
                <c:pt idx="312" c:formatCode="yyyy/mm/dd">
                  <c:v>46182</c:v>
                </c:pt>
                <c:pt idx="313" c:formatCode="yyyy/mm/dd">
                  <c:v>46183</c:v>
                </c:pt>
                <c:pt idx="314" c:formatCode="yyyy/mm/dd">
                  <c:v>46184</c:v>
                </c:pt>
                <c:pt idx="315" c:formatCode="yyyy/mm/dd">
                  <c:v>46185</c:v>
                </c:pt>
                <c:pt idx="316" c:formatCode="yyyy/mm/dd">
                  <c:v>46186</c:v>
                </c:pt>
                <c:pt idx="317" c:formatCode="yyyy/mm/dd">
                  <c:v>46187</c:v>
                </c:pt>
                <c:pt idx="318" c:formatCode="yyyy/mm/dd">
                  <c:v>46188</c:v>
                </c:pt>
                <c:pt idx="319" c:formatCode="yyyy/mm/dd">
                  <c:v>46189</c:v>
                </c:pt>
                <c:pt idx="320" c:formatCode="yyyy/mm/dd">
                  <c:v>46190</c:v>
                </c:pt>
                <c:pt idx="321" c:formatCode="yyyy/mm/dd">
                  <c:v>46191</c:v>
                </c:pt>
                <c:pt idx="322" c:formatCode="yyyy/mm/dd">
                  <c:v>46192</c:v>
                </c:pt>
                <c:pt idx="323" c:formatCode="yyyy/mm/dd">
                  <c:v>46193</c:v>
                </c:pt>
                <c:pt idx="324" c:formatCode="yyyy/mm/dd">
                  <c:v>46194</c:v>
                </c:pt>
                <c:pt idx="325" c:formatCode="yyyy/mm/dd">
                  <c:v>46195</c:v>
                </c:pt>
                <c:pt idx="326" c:formatCode="yyyy/mm/dd">
                  <c:v>46196</c:v>
                </c:pt>
                <c:pt idx="327" c:formatCode="yyyy/mm/dd">
                  <c:v>46197</c:v>
                </c:pt>
              </c:numCache>
            </c:numRef>
          </c:cat>
          <c:val>
            <c:numRef>
              <c:f>'[20260624-产品一页通.xlsx]交鑫致远6个月102号'!$D$2:$D$329</c:f>
              <c:numCache>
                <c:formatCode>0.0000</c:formatCode>
                <c:ptCount val="328"/>
                <c:pt idx="0">
                  <c:v>1.0001291</c:v>
                </c:pt>
                <c:pt idx="1">
                  <c:v>1.00030535</c:v>
                </c:pt>
                <c:pt idx="2">
                  <c:v>1.00039291</c:v>
                </c:pt>
                <c:pt idx="3">
                  <c:v>1.00047228</c:v>
                </c:pt>
                <c:pt idx="4">
                  <c:v>1.00054092</c:v>
                </c:pt>
                <c:pt idx="5">
                  <c:v>1.00060748</c:v>
                </c:pt>
                <c:pt idx="6">
                  <c:v>1.00080312</c:v>
                </c:pt>
                <c:pt idx="7">
                  <c:v>1.00087785</c:v>
                </c:pt>
                <c:pt idx="8">
                  <c:v>1.00098319</c:v>
                </c:pt>
                <c:pt idx="9">
                  <c:v>1.00104987</c:v>
                </c:pt>
                <c:pt idx="10">
                  <c:v>1.00114874</c:v>
                </c:pt>
                <c:pt idx="11">
                  <c:v>1.00134444</c:v>
                </c:pt>
                <c:pt idx="12">
                  <c:v>1.00141909</c:v>
                </c:pt>
                <c:pt idx="13">
                  <c:v>1.00151337</c:v>
                </c:pt>
                <c:pt idx="14">
                  <c:v>1.00159061</c:v>
                </c:pt>
                <c:pt idx="15">
                  <c:v>1.00166786</c:v>
                </c:pt>
                <c:pt idx="16">
                  <c:v>1.00186328</c:v>
                </c:pt>
                <c:pt idx="17">
                  <c:v>1.00194865</c:v>
                </c:pt>
                <c:pt idx="18">
                  <c:v>1.00203194</c:v>
                </c:pt>
                <c:pt idx="19">
                  <c:v>1.00210921</c:v>
                </c:pt>
                <c:pt idx="20">
                  <c:v>1.00218648</c:v>
                </c:pt>
                <c:pt idx="21">
                  <c:v>1.00237135</c:v>
                </c:pt>
                <c:pt idx="22">
                  <c:v>1.00245651</c:v>
                </c:pt>
                <c:pt idx="23">
                  <c:v>1.00253978</c:v>
                </c:pt>
                <c:pt idx="24">
                  <c:v>1.00259621</c:v>
                </c:pt>
                <c:pt idx="25">
                  <c:v>1.00264766</c:v>
                </c:pt>
                <c:pt idx="26">
                  <c:v>1.00371263</c:v>
                </c:pt>
                <c:pt idx="27">
                  <c:v>1.00412973</c:v>
                </c:pt>
                <c:pt idx="28">
                  <c:v>1.0043618</c:v>
                </c:pt>
                <c:pt idx="29">
                  <c:v>1.00449848</c:v>
                </c:pt>
                <c:pt idx="30">
                  <c:v>1.004349</c:v>
                </c:pt>
                <c:pt idx="31">
                  <c:v>1.00457403</c:v>
                </c:pt>
                <c:pt idx="32">
                  <c:v>1.00494343</c:v>
                </c:pt>
                <c:pt idx="33">
                  <c:v>1.00498472</c:v>
                </c:pt>
                <c:pt idx="34">
                  <c:v>1.0050737</c:v>
                </c:pt>
                <c:pt idx="35">
                  <c:v>1.00516269</c:v>
                </c:pt>
                <c:pt idx="36">
                  <c:v>1.00520686</c:v>
                </c:pt>
                <c:pt idx="37">
                  <c:v>1.00525102</c:v>
                </c:pt>
                <c:pt idx="38">
                  <c:v>1.00519694</c:v>
                </c:pt>
                <c:pt idx="39">
                  <c:v>1.00542325</c:v>
                </c:pt>
                <c:pt idx="40">
                  <c:v>1.00541685</c:v>
                </c:pt>
                <c:pt idx="41">
                  <c:v>1.00521968</c:v>
                </c:pt>
                <c:pt idx="42">
                  <c:v>1.00526098</c:v>
                </c:pt>
                <c:pt idx="43">
                  <c:v>1.00530514</c:v>
                </c:pt>
                <c:pt idx="44">
                  <c:v>1.00534931</c:v>
                </c:pt>
                <c:pt idx="45">
                  <c:v>1.00539061</c:v>
                </c:pt>
                <c:pt idx="46">
                  <c:v>1.00566462</c:v>
                </c:pt>
                <c:pt idx="47">
                  <c:v>1.0058013</c:v>
                </c:pt>
                <c:pt idx="48">
                  <c:v>1.0059366</c:v>
                </c:pt>
                <c:pt idx="49">
                  <c:v>1.00592883</c:v>
                </c:pt>
                <c:pt idx="50">
                  <c:v>1.00597163</c:v>
                </c:pt>
                <c:pt idx="51">
                  <c:v>1.00601443</c:v>
                </c:pt>
                <c:pt idx="52">
                  <c:v>1.00591168</c:v>
                </c:pt>
                <c:pt idx="53">
                  <c:v>1.00610594</c:v>
                </c:pt>
                <c:pt idx="54">
                  <c:v>1.00600278</c:v>
                </c:pt>
                <c:pt idx="55">
                  <c:v>1.00599501</c:v>
                </c:pt>
                <c:pt idx="56">
                  <c:v>1.00608662</c:v>
                </c:pt>
                <c:pt idx="57">
                  <c:v>1.00612942</c:v>
                </c:pt>
                <c:pt idx="58">
                  <c:v>1.00638036</c:v>
                </c:pt>
                <c:pt idx="59">
                  <c:v>1.00642316</c:v>
                </c:pt>
                <c:pt idx="60">
                  <c:v>1.00673616</c:v>
                </c:pt>
                <c:pt idx="61">
                  <c:v>1.00677896</c:v>
                </c:pt>
                <c:pt idx="62">
                  <c:v>1.00682176</c:v>
                </c:pt>
                <c:pt idx="63">
                  <c:v>1.00686456</c:v>
                </c:pt>
                <c:pt idx="64">
                  <c:v>1.00690735</c:v>
                </c:pt>
                <c:pt idx="65">
                  <c:v>1.00695015</c:v>
                </c:pt>
                <c:pt idx="66">
                  <c:v>1.00699295</c:v>
                </c:pt>
                <c:pt idx="67">
                  <c:v>1.00703575</c:v>
                </c:pt>
                <c:pt idx="68">
                  <c:v>1.00707854</c:v>
                </c:pt>
                <c:pt idx="69">
                  <c:v>1.00724407</c:v>
                </c:pt>
                <c:pt idx="70">
                  <c:v>1.00755739</c:v>
                </c:pt>
                <c:pt idx="71">
                  <c:v>1.00752445</c:v>
                </c:pt>
                <c:pt idx="72">
                  <c:v>1.00756724</c:v>
                </c:pt>
                <c:pt idx="73">
                  <c:v>1.00760716</c:v>
                </c:pt>
                <c:pt idx="74">
                  <c:v>1.00782004</c:v>
                </c:pt>
                <c:pt idx="75">
                  <c:v>1.00788823</c:v>
                </c:pt>
                <c:pt idx="76">
                  <c:v>1.00797587</c:v>
                </c:pt>
                <c:pt idx="77">
                  <c:v>1.00811376</c:v>
                </c:pt>
                <c:pt idx="78">
                  <c:v>1.00815656</c:v>
                </c:pt>
                <c:pt idx="79">
                  <c:v>1.00819935</c:v>
                </c:pt>
                <c:pt idx="80">
                  <c:v>1.00846284</c:v>
                </c:pt>
                <c:pt idx="81">
                  <c:v>1.00849447</c:v>
                </c:pt>
                <c:pt idx="82">
                  <c:v>1.00862985</c:v>
                </c:pt>
                <c:pt idx="83">
                  <c:v>1.00879285</c:v>
                </c:pt>
                <c:pt idx="84">
                  <c:v>1.00888049</c:v>
                </c:pt>
                <c:pt idx="85">
                  <c:v>1.00892329</c:v>
                </c:pt>
                <c:pt idx="86">
                  <c:v>1.00896608</c:v>
                </c:pt>
                <c:pt idx="87">
                  <c:v>1.00882512</c:v>
                </c:pt>
                <c:pt idx="88">
                  <c:v>1.00900246</c:v>
                </c:pt>
                <c:pt idx="89">
                  <c:v>1.00952644</c:v>
                </c:pt>
                <c:pt idx="90">
                  <c:v>1.00973203</c:v>
                </c:pt>
                <c:pt idx="91">
                  <c:v>1.00993539</c:v>
                </c:pt>
                <c:pt idx="92">
                  <c:v>1.00997975</c:v>
                </c:pt>
                <c:pt idx="93">
                  <c:v>1.01002412</c:v>
                </c:pt>
                <c:pt idx="94">
                  <c:v>1.01025656</c:v>
                </c:pt>
                <c:pt idx="95">
                  <c:v>1.01035249</c:v>
                </c:pt>
                <c:pt idx="96">
                  <c:v>1.01038358</c:v>
                </c:pt>
                <c:pt idx="97">
                  <c:v>1.01048999</c:v>
                </c:pt>
                <c:pt idx="98">
                  <c:v>1.01043233</c:v>
                </c:pt>
                <c:pt idx="99">
                  <c:v>1.01047669</c:v>
                </c:pt>
                <c:pt idx="100">
                  <c:v>1.01052105</c:v>
                </c:pt>
                <c:pt idx="101">
                  <c:v>1.01050373</c:v>
                </c:pt>
                <c:pt idx="102">
                  <c:v>1.01069896</c:v>
                </c:pt>
                <c:pt idx="103">
                  <c:v>1.01095389</c:v>
                </c:pt>
                <c:pt idx="104">
                  <c:v>1.01115712</c:v>
                </c:pt>
                <c:pt idx="105">
                  <c:v>1.01124828</c:v>
                </c:pt>
                <c:pt idx="106">
                  <c:v>1.01129264</c:v>
                </c:pt>
                <c:pt idx="107">
                  <c:v>1.011337</c:v>
                </c:pt>
                <c:pt idx="108">
                  <c:v>1.01146313</c:v>
                </c:pt>
                <c:pt idx="109">
                  <c:v>1.01171781</c:v>
                </c:pt>
                <c:pt idx="110">
                  <c:v>1.01173456</c:v>
                </c:pt>
                <c:pt idx="111">
                  <c:v>1.01184006</c:v>
                </c:pt>
                <c:pt idx="112">
                  <c:v>1.01199547</c:v>
                </c:pt>
                <c:pt idx="113">
                  <c:v>1.01203983</c:v>
                </c:pt>
                <c:pt idx="114">
                  <c:v>1.01208419</c:v>
                </c:pt>
                <c:pt idx="115">
                  <c:v>1.01220852</c:v>
                </c:pt>
                <c:pt idx="116">
                  <c:v>1.01231767</c:v>
                </c:pt>
                <c:pt idx="117">
                  <c:v>1.01235975</c:v>
                </c:pt>
                <c:pt idx="118">
                  <c:v>1.01220556</c:v>
                </c:pt>
                <c:pt idx="119">
                  <c:v>1.01229055</c:v>
                </c:pt>
                <c:pt idx="120">
                  <c:v>1.01233491</c:v>
                </c:pt>
                <c:pt idx="121">
                  <c:v>1.01237927</c:v>
                </c:pt>
                <c:pt idx="122">
                  <c:v>1.0124762</c:v>
                </c:pt>
                <c:pt idx="123">
                  <c:v>1.01274774</c:v>
                </c:pt>
                <c:pt idx="124">
                  <c:v>1.01274751</c:v>
                </c:pt>
                <c:pt idx="125">
                  <c:v>1.01277497</c:v>
                </c:pt>
                <c:pt idx="126">
                  <c:v>1.01234195</c:v>
                </c:pt>
                <c:pt idx="127">
                  <c:v>1.01238631</c:v>
                </c:pt>
                <c:pt idx="128">
                  <c:v>1.01243067</c:v>
                </c:pt>
                <c:pt idx="129">
                  <c:v>1.01278566</c:v>
                </c:pt>
                <c:pt idx="130">
                  <c:v>1.01285572</c:v>
                </c:pt>
                <c:pt idx="131">
                  <c:v>1.01318182</c:v>
                </c:pt>
                <c:pt idx="132">
                  <c:v>1.01346018</c:v>
                </c:pt>
                <c:pt idx="133">
                  <c:v>1.01387008</c:v>
                </c:pt>
                <c:pt idx="134">
                  <c:v>1.01391302</c:v>
                </c:pt>
                <c:pt idx="135">
                  <c:v>1.01395595</c:v>
                </c:pt>
                <c:pt idx="136">
                  <c:v>1.01385738</c:v>
                </c:pt>
                <c:pt idx="137">
                  <c:v>1.01369851</c:v>
                </c:pt>
                <c:pt idx="138">
                  <c:v>1.01397401</c:v>
                </c:pt>
                <c:pt idx="139">
                  <c:v>1.01434881</c:v>
                </c:pt>
                <c:pt idx="140">
                  <c:v>1.01461739</c:v>
                </c:pt>
                <c:pt idx="141">
                  <c:v>1.01466032</c:v>
                </c:pt>
                <c:pt idx="142">
                  <c:v>1.01470326</c:v>
                </c:pt>
                <c:pt idx="143">
                  <c:v>1.01523726</c:v>
                </c:pt>
                <c:pt idx="144">
                  <c:v>1.01519906</c:v>
                </c:pt>
                <c:pt idx="145">
                  <c:v>1.01550391</c:v>
                </c:pt>
                <c:pt idx="146">
                  <c:v>1.01559177</c:v>
                </c:pt>
                <c:pt idx="147">
                  <c:v>1.01563474</c:v>
                </c:pt>
                <c:pt idx="148">
                  <c:v>1.01567768</c:v>
                </c:pt>
                <c:pt idx="149">
                  <c:v>1.01572061</c:v>
                </c:pt>
                <c:pt idx="150">
                  <c:v>1.01588939</c:v>
                </c:pt>
                <c:pt idx="151">
                  <c:v>1.01569541</c:v>
                </c:pt>
                <c:pt idx="152">
                  <c:v>1.01575152</c:v>
                </c:pt>
                <c:pt idx="153">
                  <c:v>1.01579445</c:v>
                </c:pt>
                <c:pt idx="154">
                  <c:v>1.01583739</c:v>
                </c:pt>
                <c:pt idx="155">
                  <c:v>1.01588032</c:v>
                </c:pt>
                <c:pt idx="156">
                  <c:v>1.01579272</c:v>
                </c:pt>
                <c:pt idx="157">
                  <c:v>1.01582437</c:v>
                </c:pt>
                <c:pt idx="158">
                  <c:v>1.01601846</c:v>
                </c:pt>
                <c:pt idx="159">
                  <c:v>1.01574372</c:v>
                </c:pt>
                <c:pt idx="160">
                  <c:v>1.015767</c:v>
                </c:pt>
                <c:pt idx="161">
                  <c:v>1.01593615</c:v>
                </c:pt>
                <c:pt idx="162">
                  <c:v>1.01600422</c:v>
                </c:pt>
                <c:pt idx="163">
                  <c:v>1.01607229</c:v>
                </c:pt>
                <c:pt idx="164">
                  <c:v>1.01614566</c:v>
                </c:pt>
                <c:pt idx="165">
                  <c:v>1.0163346</c:v>
                </c:pt>
                <c:pt idx="166">
                  <c:v>1.01643484</c:v>
                </c:pt>
                <c:pt idx="167">
                  <c:v>1.01657039</c:v>
                </c:pt>
                <c:pt idx="168">
                  <c:v>1.01672831</c:v>
                </c:pt>
                <c:pt idx="169">
                  <c:v>1.01679638</c:v>
                </c:pt>
                <c:pt idx="170">
                  <c:v>1.01686445</c:v>
                </c:pt>
                <c:pt idx="171">
                  <c:v>1.01702794</c:v>
                </c:pt>
                <c:pt idx="172">
                  <c:v>1.01719518</c:v>
                </c:pt>
                <c:pt idx="173">
                  <c:v>1.01738813</c:v>
                </c:pt>
                <c:pt idx="174">
                  <c:v>1.0175067</c:v>
                </c:pt>
                <c:pt idx="175">
                  <c:v>1.01756508</c:v>
                </c:pt>
                <c:pt idx="176">
                  <c:v>1.01763315</c:v>
                </c:pt>
                <c:pt idx="177">
                  <c:v>1.01770122</c:v>
                </c:pt>
                <c:pt idx="178">
                  <c:v>1.01783102</c:v>
                </c:pt>
                <c:pt idx="179">
                  <c:v>1.01799643</c:v>
                </c:pt>
                <c:pt idx="180">
                  <c:v>1.0181025</c:v>
                </c:pt>
                <c:pt idx="181">
                  <c:v>1.01819421</c:v>
                </c:pt>
                <c:pt idx="182">
                  <c:v>1.01828421</c:v>
                </c:pt>
                <c:pt idx="183">
                  <c:v>1.01834196</c:v>
                </c:pt>
                <c:pt idx="184">
                  <c:v>1.01839972</c:v>
                </c:pt>
                <c:pt idx="185">
                  <c:v>1.01847051</c:v>
                </c:pt>
                <c:pt idx="186">
                  <c:v>1.01863926</c:v>
                </c:pt>
                <c:pt idx="187">
                  <c:v>1.01871978</c:v>
                </c:pt>
                <c:pt idx="188">
                  <c:v>1.01882293</c:v>
                </c:pt>
                <c:pt idx="189">
                  <c:v>1.0189599</c:v>
                </c:pt>
                <c:pt idx="190">
                  <c:v>1.01901765</c:v>
                </c:pt>
                <c:pt idx="191">
                  <c:v>1.01907541</c:v>
                </c:pt>
                <c:pt idx="192">
                  <c:v>1.01919987</c:v>
                </c:pt>
                <c:pt idx="193">
                  <c:v>1.01934409</c:v>
                </c:pt>
                <c:pt idx="194">
                  <c:v>1.01948831</c:v>
                </c:pt>
                <c:pt idx="195">
                  <c:v>1.01955824</c:v>
                </c:pt>
                <c:pt idx="196">
                  <c:v>1.01967896</c:v>
                </c:pt>
                <c:pt idx="197">
                  <c:v>1.01977069</c:v>
                </c:pt>
                <c:pt idx="198">
                  <c:v>1.01982005</c:v>
                </c:pt>
                <c:pt idx="199">
                  <c:v>1.01986941</c:v>
                </c:pt>
                <c:pt idx="200">
                  <c:v>1.01991877</c:v>
                </c:pt>
                <c:pt idx="201">
                  <c:v>1.01996813</c:v>
                </c:pt>
                <c:pt idx="202">
                  <c:v>1.02001749</c:v>
                </c:pt>
                <c:pt idx="203">
                  <c:v>1.02006685</c:v>
                </c:pt>
                <c:pt idx="204">
                  <c:v>1.02011621</c:v>
                </c:pt>
                <c:pt idx="205">
                  <c:v>1.02016556</c:v>
                </c:pt>
                <c:pt idx="206">
                  <c:v>1.02021492</c:v>
                </c:pt>
                <c:pt idx="207">
                  <c:v>1.02027362</c:v>
                </c:pt>
                <c:pt idx="208">
                  <c:v>1.02076397</c:v>
                </c:pt>
                <c:pt idx="209">
                  <c:v>1.02071964</c:v>
                </c:pt>
                <c:pt idx="210">
                  <c:v>1.02079145</c:v>
                </c:pt>
                <c:pt idx="211">
                  <c:v>1.02094451</c:v>
                </c:pt>
                <c:pt idx="212">
                  <c:v>1.02099819</c:v>
                </c:pt>
                <c:pt idx="213">
                  <c:v>1.02106006</c:v>
                </c:pt>
                <c:pt idx="214">
                  <c:v>1.02138919</c:v>
                </c:pt>
                <c:pt idx="215">
                  <c:v>1.02153068</c:v>
                </c:pt>
                <c:pt idx="216">
                  <c:v>1.0216331</c:v>
                </c:pt>
                <c:pt idx="217">
                  <c:v>1.02176487</c:v>
                </c:pt>
                <c:pt idx="218">
                  <c:v>1.02181855</c:v>
                </c:pt>
                <c:pt idx="219">
                  <c:v>1.02187223</c:v>
                </c:pt>
                <c:pt idx="220">
                  <c:v>1.022</c:v>
                </c:pt>
                <c:pt idx="221">
                  <c:v>1.0220293</c:v>
                </c:pt>
                <c:pt idx="222">
                  <c:v>1.02215013</c:v>
                </c:pt>
                <c:pt idx="223">
                  <c:v>1.02224539</c:v>
                </c:pt>
                <c:pt idx="224">
                  <c:v>1.02237299</c:v>
                </c:pt>
                <c:pt idx="225">
                  <c:v>1.02242667</c:v>
                </c:pt>
                <c:pt idx="226">
                  <c:v>1.02248035</c:v>
                </c:pt>
                <c:pt idx="227">
                  <c:v>1.02259354</c:v>
                </c:pt>
                <c:pt idx="228">
                  <c:v>1.02266407</c:v>
                </c:pt>
                <c:pt idx="229">
                  <c:v>1.02281553</c:v>
                </c:pt>
                <c:pt idx="230">
                  <c:v>1.02307236</c:v>
                </c:pt>
                <c:pt idx="231">
                  <c:v>1.02321785</c:v>
                </c:pt>
                <c:pt idx="232">
                  <c:v>1.02327153</c:v>
                </c:pt>
                <c:pt idx="233">
                  <c:v>1.02332521</c:v>
                </c:pt>
                <c:pt idx="234">
                  <c:v>1.02336344</c:v>
                </c:pt>
                <c:pt idx="235">
                  <c:v>1.0234802</c:v>
                </c:pt>
                <c:pt idx="236">
                  <c:v>1.02381511</c:v>
                </c:pt>
                <c:pt idx="237">
                  <c:v>1.02394998</c:v>
                </c:pt>
                <c:pt idx="238">
                  <c:v>1.02409202</c:v>
                </c:pt>
                <c:pt idx="239">
                  <c:v>1.02414336</c:v>
                </c:pt>
                <c:pt idx="240">
                  <c:v>1.02419469</c:v>
                </c:pt>
                <c:pt idx="241">
                  <c:v>1.0242937</c:v>
                </c:pt>
                <c:pt idx="242">
                  <c:v>1.02457903</c:v>
                </c:pt>
                <c:pt idx="243">
                  <c:v>1.02460746</c:v>
                </c:pt>
                <c:pt idx="244">
                  <c:v>1.0246159</c:v>
                </c:pt>
                <c:pt idx="245">
                  <c:v>1.02466575</c:v>
                </c:pt>
                <c:pt idx="246">
                  <c:v>1.02471709</c:v>
                </c:pt>
                <c:pt idx="247">
                  <c:v>1.02476843</c:v>
                </c:pt>
                <c:pt idx="248">
                  <c:v>1.02481976</c:v>
                </c:pt>
                <c:pt idx="249">
                  <c:v>1.02585446</c:v>
                </c:pt>
                <c:pt idx="250">
                  <c:v>1.02612412</c:v>
                </c:pt>
                <c:pt idx="251">
                  <c:v>1.02626582</c:v>
                </c:pt>
                <c:pt idx="252">
                  <c:v>1.02638434</c:v>
                </c:pt>
                <c:pt idx="253">
                  <c:v>1.02643393</c:v>
                </c:pt>
                <c:pt idx="254">
                  <c:v>1.02648352</c:v>
                </c:pt>
                <c:pt idx="255">
                  <c:v>1.02661461</c:v>
                </c:pt>
                <c:pt idx="256">
                  <c:v>1.02684884</c:v>
                </c:pt>
                <c:pt idx="257">
                  <c:v>1.02700899</c:v>
                </c:pt>
                <c:pt idx="258">
                  <c:v>1.02712993</c:v>
                </c:pt>
                <c:pt idx="259">
                  <c:v>1.02718993</c:v>
                </c:pt>
                <c:pt idx="260">
                  <c:v>1.02723952</c:v>
                </c:pt>
                <c:pt idx="261">
                  <c:v>1.0272891</c:v>
                </c:pt>
                <c:pt idx="262">
                  <c:v>1.02754165</c:v>
                </c:pt>
                <c:pt idx="263">
                  <c:v>1.02773871</c:v>
                </c:pt>
                <c:pt idx="264">
                  <c:v>1.02789014</c:v>
                </c:pt>
                <c:pt idx="265">
                  <c:v>1.02804357</c:v>
                </c:pt>
                <c:pt idx="266">
                  <c:v>1.02807607</c:v>
                </c:pt>
                <c:pt idx="267">
                  <c:v>1.02812565</c:v>
                </c:pt>
                <c:pt idx="268">
                  <c:v>1.02817524</c:v>
                </c:pt>
                <c:pt idx="269">
                  <c:v>1.02819591</c:v>
                </c:pt>
                <c:pt idx="270">
                  <c:v>1.02818956</c:v>
                </c:pt>
                <c:pt idx="271">
                  <c:v>1.02839486</c:v>
                </c:pt>
                <c:pt idx="272">
                  <c:v>1.02862071</c:v>
                </c:pt>
                <c:pt idx="273">
                  <c:v>1.02865787</c:v>
                </c:pt>
                <c:pt idx="274">
                  <c:v>1.02869503</c:v>
                </c:pt>
                <c:pt idx="275">
                  <c:v>1.02873219</c:v>
                </c:pt>
                <c:pt idx="276">
                  <c:v>1.02876935</c:v>
                </c:pt>
                <c:pt idx="277">
                  <c:v>1.0288065</c:v>
                </c:pt>
                <c:pt idx="278">
                  <c:v>1.02885861</c:v>
                </c:pt>
                <c:pt idx="279">
                  <c:v>1.02907894</c:v>
                </c:pt>
                <c:pt idx="280">
                  <c:v>1.0292425</c:v>
                </c:pt>
                <c:pt idx="281">
                  <c:v>1.029436</c:v>
                </c:pt>
                <c:pt idx="282">
                  <c:v>1.02947316</c:v>
                </c:pt>
                <c:pt idx="283">
                  <c:v>1.02953133</c:v>
                </c:pt>
                <c:pt idx="284">
                  <c:v>1.0298442</c:v>
                </c:pt>
                <c:pt idx="285">
                  <c:v>1.03003841</c:v>
                </c:pt>
                <c:pt idx="286">
                  <c:v>1.03018362</c:v>
                </c:pt>
                <c:pt idx="287">
                  <c:v>1.03018025</c:v>
                </c:pt>
                <c:pt idx="288">
                  <c:v>1.0302191</c:v>
                </c:pt>
                <c:pt idx="289">
                  <c:v>1.03025796</c:v>
                </c:pt>
                <c:pt idx="290">
                  <c:v>1.03028491</c:v>
                </c:pt>
                <c:pt idx="291">
                  <c:v>1.030539</c:v>
                </c:pt>
                <c:pt idx="292">
                  <c:v>1.03075325</c:v>
                </c:pt>
                <c:pt idx="293">
                  <c:v>1.03086286</c:v>
                </c:pt>
                <c:pt idx="294">
                  <c:v>1.03093854</c:v>
                </c:pt>
                <c:pt idx="295">
                  <c:v>1.03097601</c:v>
                </c:pt>
                <c:pt idx="296">
                  <c:v>1.03101349</c:v>
                </c:pt>
                <c:pt idx="297">
                  <c:v>1.03110145</c:v>
                </c:pt>
                <c:pt idx="298">
                  <c:v>1.03138023</c:v>
                </c:pt>
                <c:pt idx="299">
                  <c:v>1.03154802</c:v>
                </c:pt>
                <c:pt idx="300">
                  <c:v>1.03186047</c:v>
                </c:pt>
                <c:pt idx="301">
                  <c:v>1.03204096</c:v>
                </c:pt>
                <c:pt idx="302">
                  <c:v>1.03207844</c:v>
                </c:pt>
                <c:pt idx="303">
                  <c:v>1.03211592</c:v>
                </c:pt>
                <c:pt idx="304">
                  <c:v>1.03224018</c:v>
                </c:pt>
                <c:pt idx="305">
                  <c:v>1.03245381</c:v>
                </c:pt>
                <c:pt idx="306">
                  <c:v>1.03258124</c:v>
                </c:pt>
                <c:pt idx="307">
                  <c:v>1.0325816</c:v>
                </c:pt>
                <c:pt idx="308">
                  <c:v>1.03275175</c:v>
                </c:pt>
                <c:pt idx="309">
                  <c:v>1.03278923</c:v>
                </c:pt>
                <c:pt idx="310">
                  <c:v>1.03282671</c:v>
                </c:pt>
                <c:pt idx="311">
                  <c:v>1.03284441</c:v>
                </c:pt>
                <c:pt idx="312">
                  <c:v>1.03289704</c:v>
                </c:pt>
                <c:pt idx="313">
                  <c:v>1.032954</c:v>
                </c:pt>
                <c:pt idx="314">
                  <c:v>1.03296701</c:v>
                </c:pt>
                <c:pt idx="315">
                  <c:v>1.03299623</c:v>
                </c:pt>
                <c:pt idx="316">
                  <c:v>1.03304589</c:v>
                </c:pt>
                <c:pt idx="317">
                  <c:v>1.03309554</c:v>
                </c:pt>
                <c:pt idx="318">
                  <c:v>1.03320364</c:v>
                </c:pt>
                <c:pt idx="319">
                  <c:v>1.03337117</c:v>
                </c:pt>
                <c:pt idx="320">
                  <c:v>1.03355901</c:v>
                </c:pt>
                <c:pt idx="321">
                  <c:v>1.03371819</c:v>
                </c:pt>
                <c:pt idx="322">
                  <c:v>1.03376785</c:v>
                </c:pt>
                <c:pt idx="323">
                  <c:v>1.03381751</c:v>
                </c:pt>
                <c:pt idx="324">
                  <c:v>1.03386768</c:v>
                </c:pt>
                <c:pt idx="325">
                  <c:v>1.03401768</c:v>
                </c:pt>
                <c:pt idx="326">
                  <c:v>1.03420137</c:v>
                </c:pt>
                <c:pt idx="327">
                  <c:v>1.03419729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0"/>
        <c:smooth val="0"/>
        <c:axId val="576336895"/>
        <c:axId val="576337375"/>
      </c:lineChart>
      <c:lineChart>
        <c:grouping val="standard"/>
        <c:varyColors val="0"/>
        <c:ser>
          <c:idx val="1"/>
          <c:order val="1"/>
          <c:tx>
            <c:strRef>
              <c:f>交鑫致远6个月102号-成立以来年化收益率</c:f>
              <c:strCache>
                <c:ptCount val="1"/>
                <c:pt idx="0">
                  <c:v>交鑫致远6个月102号-成立以来年化收益率</c:v>
                </c:pt>
              </c:strCache>
            </c:strRef>
          </c:tx>
          <c:spPr>
            <a:ln w="28575" cap="rnd" cmpd="sng" algn="ctr">
              <a:solidFill>
                <a:srgbClr val="B29A73"/>
              </a:solidFill>
              <a:prstDash val="solid"/>
              <a:round/>
            </a:ln>
          </c:spPr>
          <c:marker>
            <c:symbol val="none"/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dLbl>
              <c:idx val="27"/>
              <c:delete val="1"/>
            </c:dLbl>
            <c:dLbl>
              <c:idx val="28"/>
              <c:delete val="1"/>
            </c:dLbl>
            <c:dLbl>
              <c:idx val="29"/>
              <c:delete val="1"/>
            </c:dLbl>
            <c:dLbl>
              <c:idx val="30"/>
              <c:delete val="1"/>
            </c:dLbl>
            <c:dLbl>
              <c:idx val="31"/>
              <c:delete val="1"/>
            </c:dLbl>
            <c:dLbl>
              <c:idx val="32"/>
              <c:delete val="1"/>
            </c:dLbl>
            <c:dLbl>
              <c:idx val="33"/>
              <c:delete val="1"/>
            </c:dLbl>
            <c:dLbl>
              <c:idx val="34"/>
              <c:delete val="1"/>
            </c:dLbl>
            <c:dLbl>
              <c:idx val="35"/>
              <c:delete val="1"/>
            </c:dLbl>
            <c:dLbl>
              <c:idx val="36"/>
              <c:delete val="1"/>
            </c:dLbl>
            <c:dLbl>
              <c:idx val="37"/>
              <c:delete val="1"/>
            </c:dLbl>
            <c:dLbl>
              <c:idx val="38"/>
              <c:delete val="1"/>
            </c:dLbl>
            <c:dLbl>
              <c:idx val="39"/>
              <c:delete val="1"/>
            </c:dLbl>
            <c:dLbl>
              <c:idx val="40"/>
              <c:delete val="1"/>
            </c:dLbl>
            <c:dLbl>
              <c:idx val="41"/>
              <c:delete val="1"/>
            </c:dLbl>
            <c:dLbl>
              <c:idx val="42"/>
              <c:delete val="1"/>
            </c:dLbl>
            <c:dLbl>
              <c:idx val="43"/>
              <c:delete val="1"/>
            </c:dLbl>
            <c:dLbl>
              <c:idx val="44"/>
              <c:delete val="1"/>
            </c:dLbl>
            <c:dLbl>
              <c:idx val="45"/>
              <c:delete val="1"/>
            </c:dLbl>
            <c:dLbl>
              <c:idx val="46"/>
              <c:delete val="1"/>
            </c:dLbl>
            <c:dLbl>
              <c:idx val="47"/>
              <c:delete val="1"/>
            </c:dLbl>
            <c:dLbl>
              <c:idx val="48"/>
              <c:delete val="1"/>
            </c:dLbl>
            <c:dLbl>
              <c:idx val="49"/>
              <c:delete val="1"/>
            </c:dLbl>
            <c:dLbl>
              <c:idx val="50"/>
              <c:delete val="1"/>
            </c:dLbl>
            <c:dLbl>
              <c:idx val="51"/>
              <c:delete val="1"/>
            </c:dLbl>
            <c:dLbl>
              <c:idx val="52"/>
              <c:delete val="1"/>
            </c:dLbl>
            <c:dLbl>
              <c:idx val="53"/>
              <c:delete val="1"/>
            </c:dLbl>
            <c:dLbl>
              <c:idx val="54"/>
              <c:delete val="1"/>
            </c:dLbl>
            <c:dLbl>
              <c:idx val="55"/>
              <c:delete val="1"/>
            </c:dLbl>
            <c:dLbl>
              <c:idx val="56"/>
              <c:delete val="1"/>
            </c:dLbl>
            <c:dLbl>
              <c:idx val="57"/>
              <c:delete val="1"/>
            </c:dLbl>
            <c:dLbl>
              <c:idx val="58"/>
              <c:delete val="1"/>
            </c:dLbl>
            <c:dLbl>
              <c:idx val="59"/>
              <c:delete val="1"/>
            </c:dLbl>
            <c:dLbl>
              <c:idx val="60"/>
              <c:delete val="1"/>
            </c:dLbl>
            <c:dLbl>
              <c:idx val="61"/>
              <c:delete val="1"/>
            </c:dLbl>
            <c:dLbl>
              <c:idx val="62"/>
              <c:delete val="1"/>
            </c:dLbl>
            <c:dLbl>
              <c:idx val="63"/>
              <c:delete val="1"/>
            </c:dLbl>
            <c:dLbl>
              <c:idx val="64"/>
              <c:delete val="1"/>
            </c:dLbl>
            <c:dLbl>
              <c:idx val="65"/>
              <c:delete val="1"/>
            </c:dLbl>
            <c:dLbl>
              <c:idx val="66"/>
              <c:delete val="1"/>
            </c:dLbl>
            <c:dLbl>
              <c:idx val="67"/>
              <c:delete val="1"/>
            </c:dLbl>
            <c:dLbl>
              <c:idx val="68"/>
              <c:delete val="1"/>
            </c:dLbl>
            <c:dLbl>
              <c:idx val="69"/>
              <c:delete val="1"/>
            </c:dLbl>
            <c:dLbl>
              <c:idx val="70"/>
              <c:delete val="1"/>
            </c:dLbl>
            <c:dLbl>
              <c:idx val="71"/>
              <c:delete val="1"/>
            </c:dLbl>
            <c:dLbl>
              <c:idx val="72"/>
              <c:delete val="1"/>
            </c:dLbl>
            <c:dLbl>
              <c:idx val="73"/>
              <c:delete val="1"/>
            </c:dLbl>
            <c:dLbl>
              <c:idx val="74"/>
              <c:delete val="1"/>
            </c:dLbl>
            <c:dLbl>
              <c:idx val="75"/>
              <c:delete val="1"/>
            </c:dLbl>
            <c:dLbl>
              <c:idx val="76"/>
              <c:delete val="1"/>
            </c:dLbl>
            <c:dLbl>
              <c:idx val="77"/>
              <c:delete val="1"/>
            </c:dLbl>
            <c:dLbl>
              <c:idx val="78"/>
              <c:delete val="1"/>
            </c:dLbl>
            <c:dLbl>
              <c:idx val="79"/>
              <c:delete val="1"/>
            </c:dLbl>
            <c:dLbl>
              <c:idx val="80"/>
              <c:delete val="1"/>
            </c:dLbl>
            <c:dLbl>
              <c:idx val="81"/>
              <c:delete val="1"/>
            </c:dLbl>
            <c:dLbl>
              <c:idx val="82"/>
              <c:delete val="1"/>
            </c:dLbl>
            <c:dLbl>
              <c:idx val="83"/>
              <c:delete val="1"/>
            </c:dLbl>
            <c:dLbl>
              <c:idx val="84"/>
              <c:delete val="1"/>
            </c:dLbl>
            <c:dLbl>
              <c:idx val="85"/>
              <c:delete val="1"/>
            </c:dLbl>
            <c:dLbl>
              <c:idx val="86"/>
              <c:delete val="1"/>
            </c:dLbl>
            <c:dLbl>
              <c:idx val="87"/>
              <c:delete val="1"/>
            </c:dLbl>
            <c:dLbl>
              <c:idx val="88"/>
              <c:delete val="1"/>
            </c:dLbl>
            <c:dLbl>
              <c:idx val="89"/>
              <c:delete val="1"/>
            </c:dLbl>
            <c:dLbl>
              <c:idx val="90"/>
              <c:delete val="1"/>
            </c:dLbl>
            <c:dLbl>
              <c:idx val="91"/>
              <c:delete val="1"/>
            </c:dLbl>
            <c:dLbl>
              <c:idx val="92"/>
              <c:delete val="1"/>
            </c:dLbl>
            <c:dLbl>
              <c:idx val="93"/>
              <c:delete val="1"/>
            </c:dLbl>
            <c:dLbl>
              <c:idx val="94"/>
              <c:delete val="1"/>
            </c:dLbl>
            <c:dLbl>
              <c:idx val="95"/>
              <c:delete val="1"/>
            </c:dLbl>
            <c:dLbl>
              <c:idx val="96"/>
              <c:delete val="1"/>
            </c:dLbl>
            <c:dLbl>
              <c:idx val="97"/>
              <c:delete val="1"/>
            </c:dLbl>
            <c:dLbl>
              <c:idx val="98"/>
              <c:delete val="1"/>
            </c:dLbl>
            <c:dLbl>
              <c:idx val="99"/>
              <c:delete val="1"/>
            </c:dLbl>
            <c:dLbl>
              <c:idx val="100"/>
              <c:delete val="1"/>
            </c:dLbl>
            <c:dLbl>
              <c:idx val="101"/>
              <c:delete val="1"/>
            </c:dLbl>
            <c:dLbl>
              <c:idx val="102"/>
              <c:delete val="1"/>
            </c:dLbl>
            <c:dLbl>
              <c:idx val="103"/>
              <c:delete val="1"/>
            </c:dLbl>
            <c:dLbl>
              <c:idx val="104"/>
              <c:delete val="1"/>
            </c:dLbl>
            <c:dLbl>
              <c:idx val="105"/>
              <c:delete val="1"/>
            </c:dLbl>
            <c:dLbl>
              <c:idx val="106"/>
              <c:delete val="1"/>
            </c:dLbl>
            <c:dLbl>
              <c:idx val="107"/>
              <c:delete val="1"/>
            </c:dLbl>
            <c:dLbl>
              <c:idx val="108"/>
              <c:delete val="1"/>
            </c:dLbl>
            <c:dLbl>
              <c:idx val="109"/>
              <c:delete val="1"/>
            </c:dLbl>
            <c:dLbl>
              <c:idx val="110"/>
              <c:delete val="1"/>
            </c:dLbl>
            <c:dLbl>
              <c:idx val="111"/>
              <c:delete val="1"/>
            </c:dLbl>
            <c:dLbl>
              <c:idx val="112"/>
              <c:delete val="1"/>
            </c:dLbl>
            <c:dLbl>
              <c:idx val="113"/>
              <c:delete val="1"/>
            </c:dLbl>
            <c:dLbl>
              <c:idx val="114"/>
              <c:delete val="1"/>
            </c:dLbl>
            <c:dLbl>
              <c:idx val="115"/>
              <c:delete val="1"/>
            </c:dLbl>
            <c:dLbl>
              <c:idx val="116"/>
              <c:delete val="1"/>
            </c:dLbl>
            <c:dLbl>
              <c:idx val="117"/>
              <c:delete val="1"/>
            </c:dLbl>
            <c:dLbl>
              <c:idx val="118"/>
              <c:delete val="1"/>
            </c:dLbl>
            <c:dLbl>
              <c:idx val="119"/>
              <c:delete val="1"/>
            </c:dLbl>
            <c:dLbl>
              <c:idx val="120"/>
              <c:delete val="1"/>
            </c:dLbl>
            <c:dLbl>
              <c:idx val="121"/>
              <c:delete val="1"/>
            </c:dLbl>
            <c:dLbl>
              <c:idx val="122"/>
              <c:delete val="1"/>
            </c:dLbl>
            <c:dLbl>
              <c:idx val="123"/>
              <c:delete val="1"/>
            </c:dLbl>
            <c:dLbl>
              <c:idx val="124"/>
              <c:delete val="1"/>
            </c:dLbl>
            <c:dLbl>
              <c:idx val="125"/>
              <c:delete val="1"/>
            </c:dLbl>
            <c:dLbl>
              <c:idx val="126"/>
              <c:delete val="1"/>
            </c:dLbl>
            <c:dLbl>
              <c:idx val="127"/>
              <c:delete val="1"/>
            </c:dLbl>
            <c:dLbl>
              <c:idx val="128"/>
              <c:delete val="1"/>
            </c:dLbl>
            <c:dLbl>
              <c:idx val="129"/>
              <c:delete val="1"/>
            </c:dLbl>
            <c:dLbl>
              <c:idx val="130"/>
              <c:delete val="1"/>
            </c:dLbl>
            <c:dLbl>
              <c:idx val="131"/>
              <c:delete val="1"/>
            </c:dLbl>
            <c:dLbl>
              <c:idx val="132"/>
              <c:delete val="1"/>
            </c:dLbl>
            <c:dLbl>
              <c:idx val="133"/>
              <c:delete val="1"/>
            </c:dLbl>
            <c:dLbl>
              <c:idx val="134"/>
              <c:delete val="1"/>
            </c:dLbl>
            <c:dLbl>
              <c:idx val="135"/>
              <c:delete val="1"/>
            </c:dLbl>
            <c:dLbl>
              <c:idx val="136"/>
              <c:delete val="1"/>
            </c:dLbl>
            <c:dLbl>
              <c:idx val="137"/>
              <c:delete val="1"/>
            </c:dLbl>
            <c:dLbl>
              <c:idx val="138"/>
              <c:delete val="1"/>
            </c:dLbl>
            <c:dLbl>
              <c:idx val="139"/>
              <c:delete val="1"/>
            </c:dLbl>
            <c:dLbl>
              <c:idx val="140"/>
              <c:delete val="1"/>
            </c:dLbl>
            <c:dLbl>
              <c:idx val="141"/>
              <c:delete val="1"/>
            </c:dLbl>
            <c:dLbl>
              <c:idx val="142"/>
              <c:delete val="1"/>
            </c:dLbl>
            <c:dLbl>
              <c:idx val="143"/>
              <c:delete val="1"/>
            </c:dLbl>
            <c:dLbl>
              <c:idx val="144"/>
              <c:delete val="1"/>
            </c:dLbl>
            <c:dLbl>
              <c:idx val="145"/>
              <c:delete val="1"/>
            </c:dLbl>
            <c:dLbl>
              <c:idx val="146"/>
              <c:delete val="1"/>
            </c:dLbl>
            <c:dLbl>
              <c:idx val="147"/>
              <c:delete val="1"/>
            </c:dLbl>
            <c:dLbl>
              <c:idx val="148"/>
              <c:delete val="1"/>
            </c:dLbl>
            <c:dLbl>
              <c:idx val="149"/>
              <c:delete val="1"/>
            </c:dLbl>
            <c:dLbl>
              <c:idx val="150"/>
              <c:delete val="1"/>
            </c:dLbl>
            <c:dLbl>
              <c:idx val="151"/>
              <c:delete val="1"/>
            </c:dLbl>
            <c:dLbl>
              <c:idx val="152"/>
              <c:delete val="1"/>
            </c:dLbl>
            <c:dLbl>
              <c:idx val="153"/>
              <c:delete val="1"/>
            </c:dLbl>
            <c:dLbl>
              <c:idx val="154"/>
              <c:delete val="1"/>
            </c:dLbl>
            <c:dLbl>
              <c:idx val="155"/>
              <c:delete val="1"/>
            </c:dLbl>
            <c:dLbl>
              <c:idx val="156"/>
              <c:delete val="1"/>
            </c:dLbl>
            <c:dLbl>
              <c:idx val="157"/>
              <c:delete val="1"/>
            </c:dLbl>
            <c:dLbl>
              <c:idx val="158"/>
              <c:delete val="1"/>
            </c:dLbl>
            <c:dLbl>
              <c:idx val="159"/>
              <c:delete val="1"/>
            </c:dLbl>
            <c:dLbl>
              <c:idx val="160"/>
              <c:delete val="1"/>
            </c:dLbl>
            <c:dLbl>
              <c:idx val="161"/>
              <c:delete val="1"/>
            </c:dLbl>
            <c:dLbl>
              <c:idx val="162"/>
              <c:delete val="1"/>
            </c:dLbl>
            <c:dLbl>
              <c:idx val="163"/>
              <c:delete val="1"/>
            </c:dLbl>
            <c:dLbl>
              <c:idx val="164"/>
              <c:delete val="1"/>
            </c:dLbl>
            <c:dLbl>
              <c:idx val="165"/>
              <c:delete val="1"/>
            </c:dLbl>
            <c:dLbl>
              <c:idx val="166"/>
              <c:delete val="1"/>
            </c:dLbl>
            <c:dLbl>
              <c:idx val="167"/>
              <c:delete val="1"/>
            </c:dLbl>
            <c:dLbl>
              <c:idx val="168"/>
              <c:delete val="1"/>
            </c:dLbl>
            <c:dLbl>
              <c:idx val="169"/>
              <c:delete val="1"/>
            </c:dLbl>
            <c:dLbl>
              <c:idx val="170"/>
              <c:delete val="1"/>
            </c:dLbl>
            <c:dLbl>
              <c:idx val="171"/>
              <c:delete val="1"/>
            </c:dLbl>
            <c:dLbl>
              <c:idx val="172"/>
              <c:delete val="1"/>
            </c:dLbl>
            <c:dLbl>
              <c:idx val="173"/>
              <c:delete val="1"/>
            </c:dLbl>
            <c:dLbl>
              <c:idx val="174"/>
              <c:delete val="1"/>
            </c:dLbl>
            <c:dLbl>
              <c:idx val="175"/>
              <c:delete val="1"/>
            </c:dLbl>
            <c:dLbl>
              <c:idx val="176"/>
              <c:delete val="1"/>
            </c:dLbl>
            <c:dLbl>
              <c:idx val="177"/>
              <c:delete val="1"/>
            </c:dLbl>
            <c:dLbl>
              <c:idx val="178"/>
              <c:delete val="1"/>
            </c:dLbl>
            <c:dLbl>
              <c:idx val="179"/>
              <c:delete val="1"/>
            </c:dLbl>
            <c:dLbl>
              <c:idx val="180"/>
              <c:delete val="1"/>
            </c:dLbl>
            <c:dLbl>
              <c:idx val="181"/>
              <c:delete val="1"/>
            </c:dLbl>
            <c:dLbl>
              <c:idx val="182"/>
              <c:delete val="1"/>
            </c:dLbl>
            <c:dLbl>
              <c:idx val="183"/>
              <c:delete val="1"/>
            </c:dLbl>
            <c:dLbl>
              <c:idx val="184"/>
              <c:delete val="1"/>
            </c:dLbl>
            <c:dLbl>
              <c:idx val="185"/>
              <c:delete val="1"/>
            </c:dLbl>
            <c:dLbl>
              <c:idx val="186"/>
              <c:delete val="1"/>
            </c:dLbl>
            <c:dLbl>
              <c:idx val="187"/>
              <c:delete val="1"/>
            </c:dLbl>
            <c:dLbl>
              <c:idx val="188"/>
              <c:delete val="1"/>
            </c:dLbl>
            <c:dLbl>
              <c:idx val="189"/>
              <c:delete val="1"/>
            </c:dLbl>
            <c:dLbl>
              <c:idx val="190"/>
              <c:delete val="1"/>
            </c:dLbl>
            <c:dLbl>
              <c:idx val="191"/>
              <c:delete val="1"/>
            </c:dLbl>
            <c:dLbl>
              <c:idx val="192"/>
              <c:delete val="1"/>
            </c:dLbl>
            <c:dLbl>
              <c:idx val="193"/>
              <c:delete val="1"/>
            </c:dLbl>
            <c:dLbl>
              <c:idx val="194"/>
              <c:delete val="1"/>
            </c:dLbl>
            <c:dLbl>
              <c:idx val="195"/>
              <c:delete val="1"/>
            </c:dLbl>
            <c:dLbl>
              <c:idx val="196"/>
              <c:delete val="1"/>
            </c:dLbl>
            <c:dLbl>
              <c:idx val="197"/>
              <c:delete val="1"/>
            </c:dLbl>
            <c:dLbl>
              <c:idx val="198"/>
              <c:delete val="1"/>
            </c:dLbl>
            <c:dLbl>
              <c:idx val="199"/>
              <c:delete val="1"/>
            </c:dLbl>
            <c:dLbl>
              <c:idx val="200"/>
              <c:delete val="1"/>
            </c:dLbl>
            <c:dLbl>
              <c:idx val="201"/>
              <c:delete val="1"/>
            </c:dLbl>
            <c:dLbl>
              <c:idx val="202"/>
              <c:delete val="1"/>
            </c:dLbl>
            <c:dLbl>
              <c:idx val="203"/>
              <c:delete val="1"/>
            </c:dLbl>
            <c:dLbl>
              <c:idx val="204"/>
              <c:delete val="1"/>
            </c:dLbl>
            <c:dLbl>
              <c:idx val="205"/>
              <c:delete val="1"/>
            </c:dLbl>
            <c:dLbl>
              <c:idx val="206"/>
              <c:delete val="1"/>
            </c:dLbl>
            <c:dLbl>
              <c:idx val="207"/>
              <c:delete val="1"/>
            </c:dLbl>
            <c:dLbl>
              <c:idx val="208"/>
              <c:delete val="1"/>
            </c:dLbl>
            <c:dLbl>
              <c:idx val="209"/>
              <c:delete val="1"/>
            </c:dLbl>
            <c:dLbl>
              <c:idx val="210"/>
              <c:delete val="1"/>
            </c:dLbl>
            <c:dLbl>
              <c:idx val="211"/>
              <c:delete val="1"/>
            </c:dLbl>
            <c:dLbl>
              <c:idx val="212"/>
              <c:delete val="1"/>
            </c:dLbl>
            <c:dLbl>
              <c:idx val="213"/>
              <c:delete val="1"/>
            </c:dLbl>
            <c:dLbl>
              <c:idx val="214"/>
              <c:delete val="1"/>
            </c:dLbl>
            <c:dLbl>
              <c:idx val="215"/>
              <c:delete val="1"/>
            </c:dLbl>
            <c:dLbl>
              <c:idx val="216"/>
              <c:delete val="1"/>
            </c:dLbl>
            <c:dLbl>
              <c:idx val="217"/>
              <c:delete val="1"/>
            </c:dLbl>
            <c:dLbl>
              <c:idx val="218"/>
              <c:delete val="1"/>
            </c:dLbl>
            <c:dLbl>
              <c:idx val="219"/>
              <c:delete val="1"/>
            </c:dLbl>
            <c:dLbl>
              <c:idx val="220"/>
              <c:delete val="1"/>
            </c:dLbl>
            <c:dLbl>
              <c:idx val="221"/>
              <c:delete val="1"/>
            </c:dLbl>
            <c:dLbl>
              <c:idx val="222"/>
              <c:delete val="1"/>
            </c:dLbl>
            <c:dLbl>
              <c:idx val="223"/>
              <c:delete val="1"/>
            </c:dLbl>
            <c:dLbl>
              <c:idx val="224"/>
              <c:delete val="1"/>
            </c:dLbl>
            <c:dLbl>
              <c:idx val="225"/>
              <c:delete val="1"/>
            </c:dLbl>
            <c:dLbl>
              <c:idx val="226"/>
              <c:delete val="1"/>
            </c:dLbl>
            <c:dLbl>
              <c:idx val="227"/>
              <c:delete val="1"/>
            </c:dLbl>
            <c:dLbl>
              <c:idx val="228"/>
              <c:delete val="1"/>
            </c:dLbl>
            <c:dLbl>
              <c:idx val="229"/>
              <c:delete val="1"/>
            </c:dLbl>
            <c:dLbl>
              <c:idx val="230"/>
              <c:delete val="1"/>
            </c:dLbl>
            <c:dLbl>
              <c:idx val="231"/>
              <c:delete val="1"/>
            </c:dLbl>
            <c:dLbl>
              <c:idx val="232"/>
              <c:delete val="1"/>
            </c:dLbl>
            <c:dLbl>
              <c:idx val="233"/>
              <c:delete val="1"/>
            </c:dLbl>
            <c:dLbl>
              <c:idx val="234"/>
              <c:delete val="1"/>
            </c:dLbl>
            <c:dLbl>
              <c:idx val="235"/>
              <c:delete val="1"/>
            </c:dLbl>
            <c:dLbl>
              <c:idx val="236"/>
              <c:delete val="1"/>
            </c:dLbl>
            <c:dLbl>
              <c:idx val="237"/>
              <c:delete val="1"/>
            </c:dLbl>
            <c:dLbl>
              <c:idx val="238"/>
              <c:delete val="1"/>
            </c:dLbl>
            <c:dLbl>
              <c:idx val="239"/>
              <c:delete val="1"/>
            </c:dLbl>
            <c:dLbl>
              <c:idx val="240"/>
              <c:delete val="1"/>
            </c:dLbl>
            <c:dLbl>
              <c:idx val="241"/>
              <c:delete val="1"/>
            </c:dLbl>
            <c:dLbl>
              <c:idx val="242"/>
              <c:delete val="1"/>
            </c:dLbl>
            <c:dLbl>
              <c:idx val="243"/>
              <c:delete val="1"/>
            </c:dLbl>
            <c:dLbl>
              <c:idx val="244"/>
              <c:delete val="1"/>
            </c:dLbl>
            <c:dLbl>
              <c:idx val="245"/>
              <c:delete val="1"/>
            </c:dLbl>
            <c:dLbl>
              <c:idx val="246"/>
              <c:delete val="1"/>
            </c:dLbl>
            <c:dLbl>
              <c:idx val="247"/>
              <c:delete val="1"/>
            </c:dLbl>
            <c:dLbl>
              <c:idx val="248"/>
              <c:delete val="1"/>
            </c:dLbl>
            <c:dLbl>
              <c:idx val="249"/>
              <c:delete val="1"/>
            </c:dLbl>
            <c:dLbl>
              <c:idx val="250"/>
              <c:delete val="1"/>
            </c:dLbl>
            <c:dLbl>
              <c:idx val="251"/>
              <c:delete val="1"/>
            </c:dLbl>
            <c:dLbl>
              <c:idx val="252"/>
              <c:delete val="1"/>
            </c:dLbl>
            <c:dLbl>
              <c:idx val="253"/>
              <c:delete val="1"/>
            </c:dLbl>
            <c:dLbl>
              <c:idx val="254"/>
              <c:delete val="1"/>
            </c:dLbl>
            <c:dLbl>
              <c:idx val="255"/>
              <c:delete val="1"/>
            </c:dLbl>
            <c:dLbl>
              <c:idx val="256"/>
              <c:delete val="1"/>
            </c:dLbl>
            <c:dLbl>
              <c:idx val="257"/>
              <c:delete val="1"/>
            </c:dLbl>
            <c:dLbl>
              <c:idx val="258"/>
              <c:delete val="1"/>
            </c:dLbl>
            <c:dLbl>
              <c:idx val="259"/>
              <c:delete val="1"/>
            </c:dLbl>
            <c:dLbl>
              <c:idx val="260"/>
              <c:delete val="1"/>
            </c:dLbl>
            <c:dLbl>
              <c:idx val="261"/>
              <c:delete val="1"/>
            </c:dLbl>
            <c:dLbl>
              <c:idx val="262"/>
              <c:delete val="1"/>
            </c:dLbl>
            <c:dLbl>
              <c:idx val="263"/>
              <c:delete val="1"/>
            </c:dLbl>
            <c:dLbl>
              <c:idx val="264"/>
              <c:delete val="1"/>
            </c:dLbl>
            <c:dLbl>
              <c:idx val="265"/>
              <c:delete val="1"/>
            </c:dLbl>
            <c:dLbl>
              <c:idx val="266"/>
              <c:delete val="1"/>
            </c:dLbl>
            <c:dLbl>
              <c:idx val="267"/>
              <c:delete val="1"/>
            </c:dLbl>
            <c:dLbl>
              <c:idx val="268"/>
              <c:delete val="1"/>
            </c:dLbl>
            <c:dLbl>
              <c:idx val="269"/>
              <c:delete val="1"/>
            </c:dLbl>
            <c:dLbl>
              <c:idx val="270"/>
              <c:delete val="1"/>
            </c:dLbl>
            <c:dLbl>
              <c:idx val="271"/>
              <c:delete val="1"/>
            </c:dLbl>
            <c:dLbl>
              <c:idx val="272"/>
              <c:delete val="1"/>
            </c:dLbl>
            <c:dLbl>
              <c:idx val="273"/>
              <c:delete val="1"/>
            </c:dLbl>
            <c:dLbl>
              <c:idx val="274"/>
              <c:delete val="1"/>
            </c:dLbl>
            <c:dLbl>
              <c:idx val="275"/>
              <c:delete val="1"/>
            </c:dLbl>
            <c:dLbl>
              <c:idx val="276"/>
              <c:delete val="1"/>
            </c:dLbl>
            <c:dLbl>
              <c:idx val="277"/>
              <c:delete val="1"/>
            </c:dLbl>
            <c:dLbl>
              <c:idx val="278"/>
              <c:delete val="1"/>
            </c:dLbl>
            <c:dLbl>
              <c:idx val="279"/>
              <c:delete val="1"/>
            </c:dLbl>
            <c:dLbl>
              <c:idx val="280"/>
              <c:delete val="1"/>
            </c:dLbl>
            <c:dLbl>
              <c:idx val="281"/>
              <c:delete val="1"/>
            </c:dLbl>
            <c:dLbl>
              <c:idx val="282"/>
              <c:delete val="1"/>
            </c:dLbl>
            <c:dLbl>
              <c:idx val="283"/>
              <c:delete val="1"/>
            </c:dLbl>
            <c:dLbl>
              <c:idx val="284"/>
              <c:delete val="1"/>
            </c:dLbl>
            <c:dLbl>
              <c:idx val="285"/>
              <c:delete val="1"/>
            </c:dLbl>
            <c:dLbl>
              <c:idx val="286"/>
              <c:delete val="1"/>
            </c:dLbl>
            <c:dLbl>
              <c:idx val="287"/>
              <c:delete val="1"/>
            </c:dLbl>
            <c:dLbl>
              <c:idx val="288"/>
              <c:delete val="1"/>
            </c:dLbl>
            <c:dLbl>
              <c:idx val="289"/>
              <c:delete val="1"/>
            </c:dLbl>
            <c:dLbl>
              <c:idx val="290"/>
              <c:delete val="1"/>
            </c:dLbl>
            <c:dLbl>
              <c:idx val="291"/>
              <c:delete val="1"/>
            </c:dLbl>
            <c:dLbl>
              <c:idx val="292"/>
              <c:delete val="1"/>
            </c:dLbl>
            <c:dLbl>
              <c:idx val="293"/>
              <c:delete val="1"/>
            </c:dLbl>
            <c:dLbl>
              <c:idx val="294"/>
              <c:delete val="1"/>
            </c:dLbl>
            <c:dLbl>
              <c:idx val="295"/>
              <c:delete val="1"/>
            </c:dLbl>
            <c:dLbl>
              <c:idx val="296"/>
              <c:delete val="1"/>
            </c:dLbl>
            <c:dLbl>
              <c:idx val="297"/>
              <c:delete val="1"/>
            </c:dLbl>
            <c:dLbl>
              <c:idx val="298"/>
              <c:delete val="1"/>
            </c:dLbl>
            <c:dLbl>
              <c:idx val="299"/>
              <c:delete val="1"/>
            </c:dLbl>
            <c:dLbl>
              <c:idx val="300"/>
              <c:delete val="1"/>
            </c:dLbl>
            <c:dLbl>
              <c:idx val="301"/>
              <c:delete val="1"/>
            </c:dLbl>
            <c:dLbl>
              <c:idx val="302"/>
              <c:delete val="1"/>
            </c:dLbl>
            <c:dLbl>
              <c:idx val="303"/>
              <c:delete val="1"/>
            </c:dLbl>
            <c:dLbl>
              <c:idx val="304"/>
              <c:delete val="1"/>
            </c:dLbl>
            <c:dLbl>
              <c:idx val="305"/>
              <c:delete val="1"/>
            </c:dLbl>
            <c:dLbl>
              <c:idx val="306"/>
              <c:delete val="1"/>
            </c:dLbl>
            <c:dLbl>
              <c:idx val="307"/>
              <c:delete val="1"/>
            </c:dLbl>
            <c:dLbl>
              <c:idx val="308"/>
              <c:delete val="1"/>
            </c:dLbl>
            <c:dLbl>
              <c:idx val="309"/>
              <c:delete val="1"/>
            </c:dLbl>
            <c:dLbl>
              <c:idx val="310"/>
              <c:delete val="1"/>
            </c:dLbl>
            <c:dLbl>
              <c:idx val="311"/>
              <c:delete val="1"/>
            </c:dLbl>
            <c:dLbl>
              <c:idx val="312"/>
              <c:delete val="1"/>
            </c:dLbl>
            <c:dLbl>
              <c:idx val="313"/>
              <c:delete val="1"/>
            </c:dLbl>
            <c:dLbl>
              <c:idx val="314"/>
              <c:delete val="1"/>
            </c:dLbl>
            <c:dLbl>
              <c:idx val="315"/>
              <c:delete val="1"/>
            </c:dLbl>
            <c:dLbl>
              <c:idx val="316"/>
              <c:delete val="1"/>
            </c:dLbl>
            <c:dLbl>
              <c:idx val="317"/>
              <c:delete val="1"/>
            </c:dLbl>
            <c:dLbl>
              <c:idx val="318"/>
              <c:delete val="1"/>
            </c:dLbl>
            <c:dLbl>
              <c:idx val="319"/>
              <c:delete val="1"/>
            </c:dLbl>
            <c:dLbl>
              <c:idx val="320"/>
              <c:delete val="1"/>
            </c:dLbl>
            <c:dLbl>
              <c:idx val="321"/>
              <c:delete val="1"/>
            </c:dLbl>
            <c:dLbl>
              <c:idx val="322"/>
              <c:delete val="1"/>
            </c:dLbl>
            <c:dLbl>
              <c:idx val="323"/>
              <c:delete val="1"/>
            </c:dLbl>
            <c:dLbl>
              <c:idx val="324"/>
              <c:delete val="1"/>
            </c:dLbl>
            <c:dLbl>
              <c:idx val="325"/>
              <c:delete val="1"/>
            </c:dLbl>
            <c:dLbl>
              <c:idx val="326"/>
              <c:delete val="1"/>
            </c:dLbl>
            <c:dLbl>
              <c:idx val="327"/>
              <c:layout/>
              <c:numFmt formatCode="0.0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lang="zh-CN" sz="1000" b="0" i="0" u="none" strike="noStrike" kern="1200" baseline="0">
                      <a:solidFill>
                        <a:srgbClr val="B29A73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/>
              </c:ext>
            </c:extLst>
          </c:dLbls>
          <c:cat>
            <c:numRef>
              <c:f>'[20260624-产品一页通.xlsx]交鑫致远6个月102号'!$A$2:$A$329</c:f>
              <c:numCache>
                <c:formatCode>yyyy/mm/dd</c:formatCode>
                <c:ptCount val="328"/>
                <c:pt idx="0" c:formatCode="yyyy/mm/dd">
                  <c:v>45856</c:v>
                </c:pt>
                <c:pt idx="1" c:formatCode="yyyy/mm/dd">
                  <c:v>45859</c:v>
                </c:pt>
                <c:pt idx="2" c:formatCode="yyyy/mm/dd">
                  <c:v>45860</c:v>
                </c:pt>
                <c:pt idx="3" c:formatCode="yyyy/mm/dd">
                  <c:v>45861</c:v>
                </c:pt>
                <c:pt idx="4" c:formatCode="yyyy/mm/dd">
                  <c:v>45862</c:v>
                </c:pt>
                <c:pt idx="5" c:formatCode="yyyy/mm/dd">
                  <c:v>45863</c:v>
                </c:pt>
                <c:pt idx="6" c:formatCode="yyyy/mm/dd">
                  <c:v>45866</c:v>
                </c:pt>
                <c:pt idx="7" c:formatCode="yyyy/mm/dd">
                  <c:v>45867</c:v>
                </c:pt>
                <c:pt idx="8" c:formatCode="yyyy/mm/dd">
                  <c:v>45868</c:v>
                </c:pt>
                <c:pt idx="9" c:formatCode="yyyy/mm/dd">
                  <c:v>45869</c:v>
                </c:pt>
                <c:pt idx="10" c:formatCode="yyyy/mm/dd">
                  <c:v>45870</c:v>
                </c:pt>
                <c:pt idx="11" c:formatCode="yyyy/mm/dd">
                  <c:v>45873</c:v>
                </c:pt>
                <c:pt idx="12" c:formatCode="yyyy/mm/dd">
                  <c:v>45874</c:v>
                </c:pt>
                <c:pt idx="13" c:formatCode="yyyy/mm/dd">
                  <c:v>45875</c:v>
                </c:pt>
                <c:pt idx="14" c:formatCode="yyyy/mm/dd">
                  <c:v>45876</c:v>
                </c:pt>
                <c:pt idx="15" c:formatCode="yyyy/mm/dd">
                  <c:v>45877</c:v>
                </c:pt>
                <c:pt idx="16" c:formatCode="yyyy/mm/dd">
                  <c:v>45880</c:v>
                </c:pt>
                <c:pt idx="17" c:formatCode="yyyy/mm/dd">
                  <c:v>45881</c:v>
                </c:pt>
                <c:pt idx="18" c:formatCode="yyyy/mm/dd">
                  <c:v>45882</c:v>
                </c:pt>
                <c:pt idx="19" c:formatCode="yyyy/mm/dd">
                  <c:v>45883</c:v>
                </c:pt>
                <c:pt idx="20" c:formatCode="yyyy/mm/dd">
                  <c:v>45884</c:v>
                </c:pt>
                <c:pt idx="21" c:formatCode="yyyy/mm/dd">
                  <c:v>45887</c:v>
                </c:pt>
                <c:pt idx="22" c:formatCode="yyyy/mm/dd">
                  <c:v>45888</c:v>
                </c:pt>
                <c:pt idx="23" c:formatCode="yyyy/mm/dd">
                  <c:v>45889</c:v>
                </c:pt>
                <c:pt idx="24" c:formatCode="yyyy/mm/dd">
                  <c:v>45890</c:v>
                </c:pt>
                <c:pt idx="25" c:formatCode="yyyy/mm/dd">
                  <c:v>45891</c:v>
                </c:pt>
                <c:pt idx="26" c:formatCode="yyyy/mm/dd">
                  <c:v>45894</c:v>
                </c:pt>
                <c:pt idx="27" c:formatCode="yyyy/mm/dd">
                  <c:v>45895</c:v>
                </c:pt>
                <c:pt idx="28" c:formatCode="yyyy/mm/dd">
                  <c:v>45896</c:v>
                </c:pt>
                <c:pt idx="29" c:formatCode="yyyy/mm/dd">
                  <c:v>45897</c:v>
                </c:pt>
                <c:pt idx="30" c:formatCode="yyyy/mm/dd">
                  <c:v>45898</c:v>
                </c:pt>
                <c:pt idx="31" c:formatCode="yyyy/mm/dd">
                  <c:v>45901</c:v>
                </c:pt>
                <c:pt idx="32" c:formatCode="yyyy/mm/dd">
                  <c:v>45902</c:v>
                </c:pt>
                <c:pt idx="33" c:formatCode="yyyy/mm/dd">
                  <c:v>45903</c:v>
                </c:pt>
                <c:pt idx="34" c:formatCode="yyyy/mm/dd">
                  <c:v>45904</c:v>
                </c:pt>
                <c:pt idx="35" c:formatCode="yyyy/mm/dd">
                  <c:v>45905</c:v>
                </c:pt>
                <c:pt idx="36" c:formatCode="yyyy/mm/dd">
                  <c:v>45906</c:v>
                </c:pt>
                <c:pt idx="37" c:formatCode="yyyy/mm/dd">
                  <c:v>45907</c:v>
                </c:pt>
                <c:pt idx="38" c:formatCode="yyyy/mm/dd">
                  <c:v>45908</c:v>
                </c:pt>
                <c:pt idx="39" c:formatCode="yyyy/mm/dd">
                  <c:v>45909</c:v>
                </c:pt>
                <c:pt idx="40" c:formatCode="yyyy/mm/dd">
                  <c:v>45910</c:v>
                </c:pt>
                <c:pt idx="41" c:formatCode="yyyy/mm/dd">
                  <c:v>45911</c:v>
                </c:pt>
                <c:pt idx="42" c:formatCode="yyyy/mm/dd">
                  <c:v>45912</c:v>
                </c:pt>
                <c:pt idx="43" c:formatCode="yyyy/mm/dd">
                  <c:v>45913</c:v>
                </c:pt>
                <c:pt idx="44" c:formatCode="yyyy/mm/dd">
                  <c:v>45914</c:v>
                </c:pt>
                <c:pt idx="45" c:formatCode="yyyy/mm/dd">
                  <c:v>45915</c:v>
                </c:pt>
                <c:pt idx="46" c:formatCode="yyyy/mm/dd">
                  <c:v>45916</c:v>
                </c:pt>
                <c:pt idx="47" c:formatCode="yyyy/mm/dd">
                  <c:v>45917</c:v>
                </c:pt>
                <c:pt idx="48" c:formatCode="yyyy/mm/dd">
                  <c:v>45918</c:v>
                </c:pt>
                <c:pt idx="49" c:formatCode="yyyy/mm/dd">
                  <c:v>45919</c:v>
                </c:pt>
                <c:pt idx="50" c:formatCode="yyyy/mm/dd">
                  <c:v>45920</c:v>
                </c:pt>
                <c:pt idx="51" c:formatCode="yyyy/mm/dd">
                  <c:v>45921</c:v>
                </c:pt>
                <c:pt idx="52" c:formatCode="yyyy/mm/dd">
                  <c:v>45922</c:v>
                </c:pt>
                <c:pt idx="53" c:formatCode="yyyy/mm/dd">
                  <c:v>45923</c:v>
                </c:pt>
                <c:pt idx="54" c:formatCode="yyyy/mm/dd">
                  <c:v>45924</c:v>
                </c:pt>
                <c:pt idx="55" c:formatCode="yyyy/mm/dd">
                  <c:v>45925</c:v>
                </c:pt>
                <c:pt idx="56" c:formatCode="yyyy/mm/dd">
                  <c:v>45926</c:v>
                </c:pt>
                <c:pt idx="57" c:formatCode="yyyy/mm/dd">
                  <c:v>45927</c:v>
                </c:pt>
                <c:pt idx="58" c:formatCode="yyyy/mm/dd">
                  <c:v>45928</c:v>
                </c:pt>
                <c:pt idx="59" c:formatCode="yyyy/mm/dd">
                  <c:v>45929</c:v>
                </c:pt>
                <c:pt idx="60" c:formatCode="yyyy/mm/dd">
                  <c:v>45930</c:v>
                </c:pt>
                <c:pt idx="61" c:formatCode="yyyy/mm/dd">
                  <c:v>45931</c:v>
                </c:pt>
                <c:pt idx="62" c:formatCode="yyyy/mm/dd">
                  <c:v>45932</c:v>
                </c:pt>
                <c:pt idx="63" c:formatCode="yyyy/mm/dd">
                  <c:v>45933</c:v>
                </c:pt>
                <c:pt idx="64" c:formatCode="yyyy/mm/dd">
                  <c:v>45934</c:v>
                </c:pt>
                <c:pt idx="65" c:formatCode="yyyy/mm/dd">
                  <c:v>45935</c:v>
                </c:pt>
                <c:pt idx="66" c:formatCode="yyyy/mm/dd">
                  <c:v>45936</c:v>
                </c:pt>
                <c:pt idx="67" c:formatCode="yyyy/mm/dd">
                  <c:v>45937</c:v>
                </c:pt>
                <c:pt idx="68" c:formatCode="yyyy/mm/dd">
                  <c:v>45938</c:v>
                </c:pt>
                <c:pt idx="69" c:formatCode="yyyy/mm/dd">
                  <c:v>45939</c:v>
                </c:pt>
                <c:pt idx="70" c:formatCode="yyyy/mm/dd">
                  <c:v>45940</c:v>
                </c:pt>
                <c:pt idx="71" c:formatCode="yyyy/mm/dd">
                  <c:v>45941</c:v>
                </c:pt>
                <c:pt idx="72" c:formatCode="yyyy/mm/dd">
                  <c:v>45942</c:v>
                </c:pt>
                <c:pt idx="73" c:formatCode="yyyy/mm/dd">
                  <c:v>45943</c:v>
                </c:pt>
                <c:pt idx="74" c:formatCode="yyyy/mm/dd">
                  <c:v>45944</c:v>
                </c:pt>
                <c:pt idx="75" c:formatCode="yyyy/mm/dd">
                  <c:v>45945</c:v>
                </c:pt>
                <c:pt idx="76" c:formatCode="yyyy/mm/dd">
                  <c:v>45946</c:v>
                </c:pt>
                <c:pt idx="77" c:formatCode="yyyy/mm/dd">
                  <c:v>45947</c:v>
                </c:pt>
                <c:pt idx="78" c:formatCode="yyyy/mm/dd">
                  <c:v>45948</c:v>
                </c:pt>
                <c:pt idx="79" c:formatCode="yyyy/mm/dd">
                  <c:v>45949</c:v>
                </c:pt>
                <c:pt idx="80" c:formatCode="yyyy/mm/dd">
                  <c:v>45950</c:v>
                </c:pt>
                <c:pt idx="81" c:formatCode="yyyy/mm/dd">
                  <c:v>45951</c:v>
                </c:pt>
                <c:pt idx="82" c:formatCode="yyyy/mm/dd">
                  <c:v>45952</c:v>
                </c:pt>
                <c:pt idx="83" c:formatCode="yyyy/mm/dd">
                  <c:v>45953</c:v>
                </c:pt>
                <c:pt idx="84" c:formatCode="yyyy/mm/dd">
                  <c:v>45954</c:v>
                </c:pt>
                <c:pt idx="85" c:formatCode="yyyy/mm/dd">
                  <c:v>45955</c:v>
                </c:pt>
                <c:pt idx="86" c:formatCode="yyyy/mm/dd">
                  <c:v>45956</c:v>
                </c:pt>
                <c:pt idx="87" c:formatCode="yyyy/mm/dd">
                  <c:v>45957</c:v>
                </c:pt>
                <c:pt idx="88" c:formatCode="yyyy/mm/dd">
                  <c:v>45958</c:v>
                </c:pt>
                <c:pt idx="89" c:formatCode="yyyy/mm/dd">
                  <c:v>45959</c:v>
                </c:pt>
                <c:pt idx="90" c:formatCode="yyyy/mm/dd">
                  <c:v>45960</c:v>
                </c:pt>
                <c:pt idx="91" c:formatCode="yyyy/mm/dd">
                  <c:v>45961</c:v>
                </c:pt>
                <c:pt idx="92" c:formatCode="yyyy/mm/dd">
                  <c:v>45962</c:v>
                </c:pt>
                <c:pt idx="93" c:formatCode="yyyy/mm/dd">
                  <c:v>45963</c:v>
                </c:pt>
                <c:pt idx="94" c:formatCode="yyyy/mm/dd">
                  <c:v>45964</c:v>
                </c:pt>
                <c:pt idx="95" c:formatCode="yyyy/mm/dd">
                  <c:v>45965</c:v>
                </c:pt>
                <c:pt idx="96" c:formatCode="yyyy/mm/dd">
                  <c:v>45966</c:v>
                </c:pt>
                <c:pt idx="97" c:formatCode="yyyy/mm/dd">
                  <c:v>45967</c:v>
                </c:pt>
                <c:pt idx="98" c:formatCode="yyyy/mm/dd">
                  <c:v>45968</c:v>
                </c:pt>
                <c:pt idx="99" c:formatCode="yyyy/mm/dd">
                  <c:v>45969</c:v>
                </c:pt>
                <c:pt idx="100" c:formatCode="yyyy/mm/dd">
                  <c:v>45970</c:v>
                </c:pt>
                <c:pt idx="101" c:formatCode="yyyy/mm/dd">
                  <c:v>45971</c:v>
                </c:pt>
                <c:pt idx="102" c:formatCode="yyyy/mm/dd">
                  <c:v>45972</c:v>
                </c:pt>
                <c:pt idx="103" c:formatCode="yyyy/mm/dd">
                  <c:v>45973</c:v>
                </c:pt>
                <c:pt idx="104" c:formatCode="yyyy/mm/dd">
                  <c:v>45974</c:v>
                </c:pt>
                <c:pt idx="105" c:formatCode="yyyy/mm/dd">
                  <c:v>45975</c:v>
                </c:pt>
                <c:pt idx="106" c:formatCode="yyyy/mm/dd">
                  <c:v>45976</c:v>
                </c:pt>
                <c:pt idx="107" c:formatCode="yyyy/mm/dd">
                  <c:v>45977</c:v>
                </c:pt>
                <c:pt idx="108" c:formatCode="yyyy/mm/dd">
                  <c:v>45978</c:v>
                </c:pt>
                <c:pt idx="109" c:formatCode="yyyy/mm/dd">
                  <c:v>45979</c:v>
                </c:pt>
                <c:pt idx="110" c:formatCode="yyyy/mm/dd">
                  <c:v>45980</c:v>
                </c:pt>
                <c:pt idx="111" c:formatCode="yyyy/mm/dd">
                  <c:v>45981</c:v>
                </c:pt>
                <c:pt idx="112" c:formatCode="yyyy/mm/dd">
                  <c:v>45982</c:v>
                </c:pt>
                <c:pt idx="113" c:formatCode="yyyy/mm/dd">
                  <c:v>45983</c:v>
                </c:pt>
                <c:pt idx="114" c:formatCode="yyyy/mm/dd">
                  <c:v>45984</c:v>
                </c:pt>
                <c:pt idx="115" c:formatCode="yyyy/mm/dd">
                  <c:v>45985</c:v>
                </c:pt>
                <c:pt idx="116" c:formatCode="yyyy/mm/dd">
                  <c:v>45986</c:v>
                </c:pt>
                <c:pt idx="117" c:formatCode="yyyy/mm/dd">
                  <c:v>45987</c:v>
                </c:pt>
                <c:pt idx="118" c:formatCode="yyyy/mm/dd">
                  <c:v>45988</c:v>
                </c:pt>
                <c:pt idx="119" c:formatCode="yyyy/mm/dd">
                  <c:v>45989</c:v>
                </c:pt>
                <c:pt idx="120" c:formatCode="yyyy/mm/dd">
                  <c:v>45990</c:v>
                </c:pt>
                <c:pt idx="121" c:formatCode="yyyy/mm/dd">
                  <c:v>45991</c:v>
                </c:pt>
                <c:pt idx="122" c:formatCode="yyyy/mm/dd">
                  <c:v>45992</c:v>
                </c:pt>
                <c:pt idx="123" c:formatCode="yyyy/mm/dd">
                  <c:v>45993</c:v>
                </c:pt>
                <c:pt idx="124" c:formatCode="yyyy/mm/dd">
                  <c:v>45994</c:v>
                </c:pt>
                <c:pt idx="125" c:formatCode="yyyy/mm/dd">
                  <c:v>45995</c:v>
                </c:pt>
                <c:pt idx="126" c:formatCode="yyyy/mm/dd">
                  <c:v>45996</c:v>
                </c:pt>
                <c:pt idx="127" c:formatCode="yyyy/mm/dd">
                  <c:v>45997</c:v>
                </c:pt>
                <c:pt idx="128" c:formatCode="yyyy/mm/dd">
                  <c:v>45998</c:v>
                </c:pt>
                <c:pt idx="129" c:formatCode="yyyy/mm/dd">
                  <c:v>45999</c:v>
                </c:pt>
                <c:pt idx="130" c:formatCode="yyyy/mm/dd">
                  <c:v>46000</c:v>
                </c:pt>
                <c:pt idx="131" c:formatCode="yyyy/mm/dd">
                  <c:v>46001</c:v>
                </c:pt>
                <c:pt idx="132" c:formatCode="yyyy/mm/dd">
                  <c:v>46002</c:v>
                </c:pt>
                <c:pt idx="133" c:formatCode="yyyy/mm/dd">
                  <c:v>46003</c:v>
                </c:pt>
                <c:pt idx="134" c:formatCode="yyyy/mm/dd">
                  <c:v>46004</c:v>
                </c:pt>
                <c:pt idx="135" c:formatCode="yyyy/mm/dd">
                  <c:v>46005</c:v>
                </c:pt>
                <c:pt idx="136" c:formatCode="yyyy/mm/dd">
                  <c:v>46006</c:v>
                </c:pt>
                <c:pt idx="137" c:formatCode="yyyy/mm/dd">
                  <c:v>46007</c:v>
                </c:pt>
                <c:pt idx="138" c:formatCode="yyyy/mm/dd">
                  <c:v>46008</c:v>
                </c:pt>
                <c:pt idx="139" c:formatCode="yyyy/mm/dd">
                  <c:v>46009</c:v>
                </c:pt>
                <c:pt idx="140" c:formatCode="yyyy/mm/dd">
                  <c:v>46010</c:v>
                </c:pt>
                <c:pt idx="141" c:formatCode="yyyy/mm/dd">
                  <c:v>46011</c:v>
                </c:pt>
                <c:pt idx="142" c:formatCode="yyyy/mm/dd">
                  <c:v>46012</c:v>
                </c:pt>
                <c:pt idx="143" c:formatCode="yyyy/mm/dd">
                  <c:v>46013</c:v>
                </c:pt>
                <c:pt idx="144" c:formatCode="yyyy/mm/dd">
                  <c:v>46014</c:v>
                </c:pt>
                <c:pt idx="145" c:formatCode="yyyy/mm/dd">
                  <c:v>46015</c:v>
                </c:pt>
                <c:pt idx="146" c:formatCode="yyyy/mm/dd">
                  <c:v>46016</c:v>
                </c:pt>
                <c:pt idx="147" c:formatCode="yyyy/mm/dd">
                  <c:v>46017</c:v>
                </c:pt>
                <c:pt idx="148" c:formatCode="yyyy/mm/dd">
                  <c:v>46018</c:v>
                </c:pt>
                <c:pt idx="149" c:formatCode="yyyy/mm/dd">
                  <c:v>46019</c:v>
                </c:pt>
                <c:pt idx="150" c:formatCode="yyyy/mm/dd">
                  <c:v>46020</c:v>
                </c:pt>
                <c:pt idx="151" c:formatCode="yyyy/mm/dd">
                  <c:v>46021</c:v>
                </c:pt>
                <c:pt idx="152" c:formatCode="yyyy/mm/dd">
                  <c:v>46022</c:v>
                </c:pt>
                <c:pt idx="153" c:formatCode="yyyy/mm/dd">
                  <c:v>46023</c:v>
                </c:pt>
                <c:pt idx="154" c:formatCode="yyyy/mm/dd">
                  <c:v>46024</c:v>
                </c:pt>
                <c:pt idx="155" c:formatCode="yyyy/mm/dd">
                  <c:v>46025</c:v>
                </c:pt>
                <c:pt idx="156" c:formatCode="yyyy/mm/dd">
                  <c:v>46026</c:v>
                </c:pt>
                <c:pt idx="157" c:formatCode="yyyy/mm/dd">
                  <c:v>46027</c:v>
                </c:pt>
                <c:pt idx="158" c:formatCode="yyyy/mm/dd">
                  <c:v>46028</c:v>
                </c:pt>
                <c:pt idx="159" c:formatCode="yyyy/mm/dd">
                  <c:v>46029</c:v>
                </c:pt>
                <c:pt idx="160" c:formatCode="yyyy/mm/dd">
                  <c:v>46030</c:v>
                </c:pt>
                <c:pt idx="161" c:formatCode="yyyy/mm/dd">
                  <c:v>46031</c:v>
                </c:pt>
                <c:pt idx="162" c:formatCode="yyyy/mm/dd">
                  <c:v>46032</c:v>
                </c:pt>
                <c:pt idx="163" c:formatCode="yyyy/mm/dd">
                  <c:v>46033</c:v>
                </c:pt>
                <c:pt idx="164" c:formatCode="yyyy/mm/dd">
                  <c:v>46034</c:v>
                </c:pt>
                <c:pt idx="165" c:formatCode="yyyy/mm/dd">
                  <c:v>46035</c:v>
                </c:pt>
                <c:pt idx="166" c:formatCode="yyyy/mm/dd">
                  <c:v>46036</c:v>
                </c:pt>
                <c:pt idx="167" c:formatCode="yyyy/mm/dd">
                  <c:v>46037</c:v>
                </c:pt>
                <c:pt idx="168" c:formatCode="yyyy/mm/dd">
                  <c:v>46038</c:v>
                </c:pt>
                <c:pt idx="169" c:formatCode="yyyy/mm/dd">
                  <c:v>46039</c:v>
                </c:pt>
                <c:pt idx="170" c:formatCode="yyyy/mm/dd">
                  <c:v>46040</c:v>
                </c:pt>
                <c:pt idx="171" c:formatCode="yyyy/mm/dd">
                  <c:v>46041</c:v>
                </c:pt>
                <c:pt idx="172" c:formatCode="yyyy/mm/dd">
                  <c:v>46042</c:v>
                </c:pt>
                <c:pt idx="173" c:formatCode="yyyy/mm/dd">
                  <c:v>46043</c:v>
                </c:pt>
                <c:pt idx="174" c:formatCode="yyyy/mm/dd">
                  <c:v>46044</c:v>
                </c:pt>
                <c:pt idx="175" c:formatCode="yyyy/mm/dd">
                  <c:v>46045</c:v>
                </c:pt>
                <c:pt idx="176" c:formatCode="yyyy/mm/dd">
                  <c:v>46046</c:v>
                </c:pt>
                <c:pt idx="177" c:formatCode="yyyy/mm/dd">
                  <c:v>46047</c:v>
                </c:pt>
                <c:pt idx="178" c:formatCode="yyyy/mm/dd">
                  <c:v>46048</c:v>
                </c:pt>
                <c:pt idx="179" c:formatCode="yyyy/mm/dd">
                  <c:v>46049</c:v>
                </c:pt>
                <c:pt idx="180" c:formatCode="yyyy/mm/dd">
                  <c:v>46050</c:v>
                </c:pt>
                <c:pt idx="181" c:formatCode="yyyy/mm/dd">
                  <c:v>46051</c:v>
                </c:pt>
                <c:pt idx="182" c:formatCode="yyyy/mm/dd">
                  <c:v>46052</c:v>
                </c:pt>
                <c:pt idx="183" c:formatCode="yyyy/mm/dd">
                  <c:v>46053</c:v>
                </c:pt>
                <c:pt idx="184" c:formatCode="yyyy/mm/dd">
                  <c:v>46054</c:v>
                </c:pt>
                <c:pt idx="185" c:formatCode="yyyy/mm/dd">
                  <c:v>46055</c:v>
                </c:pt>
                <c:pt idx="186" c:formatCode="yyyy/mm/dd">
                  <c:v>46056</c:v>
                </c:pt>
                <c:pt idx="187" c:formatCode="yyyy/mm/dd">
                  <c:v>46057</c:v>
                </c:pt>
                <c:pt idx="188" c:formatCode="yyyy/mm/dd">
                  <c:v>46058</c:v>
                </c:pt>
                <c:pt idx="189" c:formatCode="yyyy/mm/dd">
                  <c:v>46059</c:v>
                </c:pt>
                <c:pt idx="190" c:formatCode="yyyy/mm/dd">
                  <c:v>46060</c:v>
                </c:pt>
                <c:pt idx="191" c:formatCode="yyyy/mm/dd">
                  <c:v>46061</c:v>
                </c:pt>
                <c:pt idx="192" c:formatCode="yyyy/mm/dd">
                  <c:v>46062</c:v>
                </c:pt>
                <c:pt idx="193" c:formatCode="yyyy/mm/dd">
                  <c:v>46063</c:v>
                </c:pt>
                <c:pt idx="194" c:formatCode="yyyy/mm/dd">
                  <c:v>46064</c:v>
                </c:pt>
                <c:pt idx="195" c:formatCode="yyyy/mm/dd">
                  <c:v>46065</c:v>
                </c:pt>
                <c:pt idx="196" c:formatCode="yyyy/mm/dd">
                  <c:v>46066</c:v>
                </c:pt>
                <c:pt idx="197" c:formatCode="yyyy/mm/dd">
                  <c:v>46067</c:v>
                </c:pt>
                <c:pt idx="198" c:formatCode="yyyy/mm/dd">
                  <c:v>46068</c:v>
                </c:pt>
                <c:pt idx="199" c:formatCode="yyyy/mm/dd">
                  <c:v>46069</c:v>
                </c:pt>
                <c:pt idx="200" c:formatCode="yyyy/mm/dd">
                  <c:v>46070</c:v>
                </c:pt>
                <c:pt idx="201" c:formatCode="yyyy/mm/dd">
                  <c:v>46071</c:v>
                </c:pt>
                <c:pt idx="202" c:formatCode="yyyy/mm/dd">
                  <c:v>46072</c:v>
                </c:pt>
                <c:pt idx="203" c:formatCode="yyyy/mm/dd">
                  <c:v>46073</c:v>
                </c:pt>
                <c:pt idx="204" c:formatCode="yyyy/mm/dd">
                  <c:v>46074</c:v>
                </c:pt>
                <c:pt idx="205" c:formatCode="yyyy/mm/dd">
                  <c:v>46075</c:v>
                </c:pt>
                <c:pt idx="206" c:formatCode="yyyy/mm/dd">
                  <c:v>46076</c:v>
                </c:pt>
                <c:pt idx="207" c:formatCode="yyyy/mm/dd">
                  <c:v>46077</c:v>
                </c:pt>
                <c:pt idx="208" c:formatCode="yyyy/mm/dd">
                  <c:v>46078</c:v>
                </c:pt>
                <c:pt idx="209" c:formatCode="yyyy/mm/dd">
                  <c:v>46079</c:v>
                </c:pt>
                <c:pt idx="210" c:formatCode="yyyy/mm/dd">
                  <c:v>46080</c:v>
                </c:pt>
                <c:pt idx="211" c:formatCode="yyyy/mm/dd">
                  <c:v>46081</c:v>
                </c:pt>
                <c:pt idx="212" c:formatCode="yyyy/mm/dd">
                  <c:v>46082</c:v>
                </c:pt>
                <c:pt idx="213" c:formatCode="yyyy/mm/dd">
                  <c:v>46083</c:v>
                </c:pt>
                <c:pt idx="214" c:formatCode="yyyy/mm/dd">
                  <c:v>46084</c:v>
                </c:pt>
                <c:pt idx="215" c:formatCode="yyyy/mm/dd">
                  <c:v>46085</c:v>
                </c:pt>
                <c:pt idx="216" c:formatCode="yyyy/mm/dd">
                  <c:v>46086</c:v>
                </c:pt>
                <c:pt idx="217" c:formatCode="yyyy/mm/dd">
                  <c:v>46087</c:v>
                </c:pt>
                <c:pt idx="218" c:formatCode="yyyy/mm/dd">
                  <c:v>46088</c:v>
                </c:pt>
                <c:pt idx="219" c:formatCode="yyyy/mm/dd">
                  <c:v>46089</c:v>
                </c:pt>
                <c:pt idx="220" c:formatCode="yyyy/mm/dd">
                  <c:v>46090</c:v>
                </c:pt>
                <c:pt idx="221" c:formatCode="yyyy/mm/dd">
                  <c:v>46091</c:v>
                </c:pt>
                <c:pt idx="222" c:formatCode="yyyy/mm/dd">
                  <c:v>46092</c:v>
                </c:pt>
                <c:pt idx="223" c:formatCode="yyyy/mm/dd">
                  <c:v>46093</c:v>
                </c:pt>
                <c:pt idx="224" c:formatCode="yyyy/mm/dd">
                  <c:v>46094</c:v>
                </c:pt>
                <c:pt idx="225" c:formatCode="yyyy/mm/dd">
                  <c:v>46095</c:v>
                </c:pt>
                <c:pt idx="226" c:formatCode="yyyy/mm/dd">
                  <c:v>46096</c:v>
                </c:pt>
                <c:pt idx="227" c:formatCode="yyyy/mm/dd">
                  <c:v>46097</c:v>
                </c:pt>
                <c:pt idx="228" c:formatCode="yyyy/mm/dd">
                  <c:v>46098</c:v>
                </c:pt>
                <c:pt idx="229" c:formatCode="yyyy/mm/dd">
                  <c:v>46099</c:v>
                </c:pt>
                <c:pt idx="230" c:formatCode="yyyy/mm/dd">
                  <c:v>46100</c:v>
                </c:pt>
                <c:pt idx="231" c:formatCode="yyyy/mm/dd">
                  <c:v>46101</c:v>
                </c:pt>
                <c:pt idx="232" c:formatCode="yyyy/mm/dd">
                  <c:v>46102</c:v>
                </c:pt>
                <c:pt idx="233" c:formatCode="yyyy/mm/dd">
                  <c:v>46103</c:v>
                </c:pt>
                <c:pt idx="234" c:formatCode="yyyy/mm/dd">
                  <c:v>46104</c:v>
                </c:pt>
                <c:pt idx="235" c:formatCode="yyyy/mm/dd">
                  <c:v>46105</c:v>
                </c:pt>
                <c:pt idx="236" c:formatCode="yyyy/mm/dd">
                  <c:v>46106</c:v>
                </c:pt>
                <c:pt idx="237" c:formatCode="yyyy/mm/dd">
                  <c:v>46107</c:v>
                </c:pt>
                <c:pt idx="238" c:formatCode="yyyy/mm/dd">
                  <c:v>46108</c:v>
                </c:pt>
                <c:pt idx="239" c:formatCode="yyyy/mm/dd">
                  <c:v>46109</c:v>
                </c:pt>
                <c:pt idx="240" c:formatCode="yyyy/mm/dd">
                  <c:v>46110</c:v>
                </c:pt>
                <c:pt idx="241" c:formatCode="yyyy/mm/dd">
                  <c:v>46111</c:v>
                </c:pt>
                <c:pt idx="242" c:formatCode="yyyy/mm/dd">
                  <c:v>46112</c:v>
                </c:pt>
                <c:pt idx="243" c:formatCode="yyyy/mm/dd">
                  <c:v>46113</c:v>
                </c:pt>
                <c:pt idx="244" c:formatCode="yyyy/mm/dd">
                  <c:v>46114</c:v>
                </c:pt>
                <c:pt idx="245" c:formatCode="yyyy/mm/dd">
                  <c:v>46115</c:v>
                </c:pt>
                <c:pt idx="246" c:formatCode="yyyy/mm/dd">
                  <c:v>46116</c:v>
                </c:pt>
                <c:pt idx="247" c:formatCode="yyyy/mm/dd">
                  <c:v>46117</c:v>
                </c:pt>
                <c:pt idx="248" c:formatCode="yyyy/mm/dd">
                  <c:v>46118</c:v>
                </c:pt>
                <c:pt idx="249" c:formatCode="yyyy/mm/dd">
                  <c:v>46119</c:v>
                </c:pt>
                <c:pt idx="250" c:formatCode="yyyy/mm/dd">
                  <c:v>46120</c:v>
                </c:pt>
                <c:pt idx="251" c:formatCode="yyyy/mm/dd">
                  <c:v>46121</c:v>
                </c:pt>
                <c:pt idx="252" c:formatCode="yyyy/mm/dd">
                  <c:v>46122</c:v>
                </c:pt>
                <c:pt idx="253" c:formatCode="yyyy/mm/dd">
                  <c:v>46123</c:v>
                </c:pt>
                <c:pt idx="254" c:formatCode="yyyy/mm/dd">
                  <c:v>46124</c:v>
                </c:pt>
                <c:pt idx="255" c:formatCode="yyyy/mm/dd">
                  <c:v>46125</c:v>
                </c:pt>
                <c:pt idx="256" c:formatCode="yyyy/mm/dd">
                  <c:v>46126</c:v>
                </c:pt>
                <c:pt idx="257" c:formatCode="yyyy/mm/dd">
                  <c:v>46127</c:v>
                </c:pt>
                <c:pt idx="258" c:formatCode="yyyy/mm/dd">
                  <c:v>46128</c:v>
                </c:pt>
                <c:pt idx="259" c:formatCode="yyyy/mm/dd">
                  <c:v>46129</c:v>
                </c:pt>
                <c:pt idx="260" c:formatCode="yyyy/mm/dd">
                  <c:v>46130</c:v>
                </c:pt>
                <c:pt idx="261" c:formatCode="yyyy/mm/dd">
                  <c:v>46131</c:v>
                </c:pt>
                <c:pt idx="262" c:formatCode="yyyy/mm/dd">
                  <c:v>46132</c:v>
                </c:pt>
                <c:pt idx="263" c:formatCode="yyyy/mm/dd">
                  <c:v>46133</c:v>
                </c:pt>
                <c:pt idx="264" c:formatCode="yyyy/mm/dd">
                  <c:v>46134</c:v>
                </c:pt>
                <c:pt idx="265" c:formatCode="yyyy/mm/dd">
                  <c:v>46135</c:v>
                </c:pt>
                <c:pt idx="266" c:formatCode="yyyy/mm/dd">
                  <c:v>46136</c:v>
                </c:pt>
                <c:pt idx="267" c:formatCode="yyyy/mm/dd">
                  <c:v>46137</c:v>
                </c:pt>
                <c:pt idx="268" c:formatCode="yyyy/mm/dd">
                  <c:v>46138</c:v>
                </c:pt>
                <c:pt idx="269" c:formatCode="yyyy/mm/dd">
                  <c:v>46139</c:v>
                </c:pt>
                <c:pt idx="270" c:formatCode="yyyy/mm/dd">
                  <c:v>46140</c:v>
                </c:pt>
                <c:pt idx="271" c:formatCode="yyyy/mm/dd">
                  <c:v>46141</c:v>
                </c:pt>
                <c:pt idx="272" c:formatCode="yyyy/mm/dd">
                  <c:v>46142</c:v>
                </c:pt>
                <c:pt idx="273" c:formatCode="yyyy/mm/dd">
                  <c:v>46143</c:v>
                </c:pt>
                <c:pt idx="274" c:formatCode="yyyy/mm/dd">
                  <c:v>46144</c:v>
                </c:pt>
                <c:pt idx="275" c:formatCode="yyyy/mm/dd">
                  <c:v>46145</c:v>
                </c:pt>
                <c:pt idx="276" c:formatCode="yyyy/mm/dd">
                  <c:v>46146</c:v>
                </c:pt>
                <c:pt idx="277" c:formatCode="yyyy/mm/dd">
                  <c:v>46147</c:v>
                </c:pt>
                <c:pt idx="278" c:formatCode="yyyy/mm/dd">
                  <c:v>46148</c:v>
                </c:pt>
                <c:pt idx="279" c:formatCode="yyyy/mm/dd">
                  <c:v>46149</c:v>
                </c:pt>
                <c:pt idx="280" c:formatCode="yyyy/mm/dd">
                  <c:v>46150</c:v>
                </c:pt>
                <c:pt idx="281" c:formatCode="yyyy/mm/dd">
                  <c:v>46151</c:v>
                </c:pt>
                <c:pt idx="282" c:formatCode="yyyy/mm/dd">
                  <c:v>46152</c:v>
                </c:pt>
                <c:pt idx="283" c:formatCode="yyyy/mm/dd">
                  <c:v>46153</c:v>
                </c:pt>
                <c:pt idx="284" c:formatCode="yyyy/mm/dd">
                  <c:v>46154</c:v>
                </c:pt>
                <c:pt idx="285" c:formatCode="yyyy/mm/dd">
                  <c:v>46155</c:v>
                </c:pt>
                <c:pt idx="286" c:formatCode="yyyy/mm/dd">
                  <c:v>46156</c:v>
                </c:pt>
                <c:pt idx="287" c:formatCode="yyyy/mm/dd">
                  <c:v>46157</c:v>
                </c:pt>
                <c:pt idx="288" c:formatCode="yyyy/mm/dd">
                  <c:v>46158</c:v>
                </c:pt>
                <c:pt idx="289" c:formatCode="yyyy/mm/dd">
                  <c:v>46159</c:v>
                </c:pt>
                <c:pt idx="290" c:formatCode="yyyy/mm/dd">
                  <c:v>46160</c:v>
                </c:pt>
                <c:pt idx="291" c:formatCode="yyyy/mm/dd">
                  <c:v>46161</c:v>
                </c:pt>
                <c:pt idx="292" c:formatCode="yyyy/mm/dd">
                  <c:v>46162</c:v>
                </c:pt>
                <c:pt idx="293" c:formatCode="yyyy/mm/dd">
                  <c:v>46163</c:v>
                </c:pt>
                <c:pt idx="294" c:formatCode="yyyy/mm/dd">
                  <c:v>46164</c:v>
                </c:pt>
                <c:pt idx="295" c:formatCode="yyyy/mm/dd">
                  <c:v>46165</c:v>
                </c:pt>
                <c:pt idx="296" c:formatCode="yyyy/mm/dd">
                  <c:v>46166</c:v>
                </c:pt>
                <c:pt idx="297" c:formatCode="yyyy/mm/dd">
                  <c:v>46167</c:v>
                </c:pt>
                <c:pt idx="298" c:formatCode="yyyy/mm/dd">
                  <c:v>46168</c:v>
                </c:pt>
                <c:pt idx="299" c:formatCode="yyyy/mm/dd">
                  <c:v>46169</c:v>
                </c:pt>
                <c:pt idx="300" c:formatCode="yyyy/mm/dd">
                  <c:v>46170</c:v>
                </c:pt>
                <c:pt idx="301" c:formatCode="yyyy/mm/dd">
                  <c:v>46171</c:v>
                </c:pt>
                <c:pt idx="302" c:formatCode="yyyy/mm/dd">
                  <c:v>46172</c:v>
                </c:pt>
                <c:pt idx="303" c:formatCode="yyyy/mm/dd">
                  <c:v>46173</c:v>
                </c:pt>
                <c:pt idx="304" c:formatCode="yyyy/mm/dd">
                  <c:v>46174</c:v>
                </c:pt>
                <c:pt idx="305" c:formatCode="yyyy/mm/dd">
                  <c:v>46175</c:v>
                </c:pt>
                <c:pt idx="306" c:formatCode="yyyy/mm/dd">
                  <c:v>46176</c:v>
                </c:pt>
                <c:pt idx="307" c:formatCode="yyyy/mm/dd">
                  <c:v>46177</c:v>
                </c:pt>
                <c:pt idx="308" c:formatCode="yyyy/mm/dd">
                  <c:v>46178</c:v>
                </c:pt>
                <c:pt idx="309" c:formatCode="yyyy/mm/dd">
                  <c:v>46179</c:v>
                </c:pt>
                <c:pt idx="310" c:formatCode="yyyy/mm/dd">
                  <c:v>46180</c:v>
                </c:pt>
                <c:pt idx="311" c:formatCode="yyyy/mm/dd">
                  <c:v>46181</c:v>
                </c:pt>
                <c:pt idx="312" c:formatCode="yyyy/mm/dd">
                  <c:v>46182</c:v>
                </c:pt>
                <c:pt idx="313" c:formatCode="yyyy/mm/dd">
                  <c:v>46183</c:v>
                </c:pt>
                <c:pt idx="314" c:formatCode="yyyy/mm/dd">
                  <c:v>46184</c:v>
                </c:pt>
                <c:pt idx="315" c:formatCode="yyyy/mm/dd">
                  <c:v>46185</c:v>
                </c:pt>
                <c:pt idx="316" c:formatCode="yyyy/mm/dd">
                  <c:v>46186</c:v>
                </c:pt>
                <c:pt idx="317" c:formatCode="yyyy/mm/dd">
                  <c:v>46187</c:v>
                </c:pt>
                <c:pt idx="318" c:formatCode="yyyy/mm/dd">
                  <c:v>46188</c:v>
                </c:pt>
                <c:pt idx="319" c:formatCode="yyyy/mm/dd">
                  <c:v>46189</c:v>
                </c:pt>
                <c:pt idx="320" c:formatCode="yyyy/mm/dd">
                  <c:v>46190</c:v>
                </c:pt>
                <c:pt idx="321" c:formatCode="yyyy/mm/dd">
                  <c:v>46191</c:v>
                </c:pt>
                <c:pt idx="322" c:formatCode="yyyy/mm/dd">
                  <c:v>46192</c:v>
                </c:pt>
                <c:pt idx="323" c:formatCode="yyyy/mm/dd">
                  <c:v>46193</c:v>
                </c:pt>
                <c:pt idx="324" c:formatCode="yyyy/mm/dd">
                  <c:v>46194</c:v>
                </c:pt>
                <c:pt idx="325" c:formatCode="yyyy/mm/dd">
                  <c:v>46195</c:v>
                </c:pt>
                <c:pt idx="326" c:formatCode="yyyy/mm/dd">
                  <c:v>46196</c:v>
                </c:pt>
                <c:pt idx="327" c:formatCode="yyyy/mm/dd">
                  <c:v>46197</c:v>
                </c:pt>
              </c:numCache>
            </c:numRef>
          </c:cat>
          <c:val>
            <c:numRef>
              <c:f>'[20260624-产品一页通.xlsx]交鑫致远6个月102号'!$F$2:$F$329</c:f>
              <c:numCache>
                <c:formatCode>0.00%</c:formatCode>
                <c:ptCount val="328"/>
                <c:pt idx="0">
                  <c:v>0.023560750000019</c:v>
                </c:pt>
                <c:pt idx="1">
                  <c:v>0.0222905500000068</c:v>
                </c:pt>
                <c:pt idx="2">
                  <c:v>0.0239020249999981</c:v>
                </c:pt>
                <c:pt idx="3">
                  <c:v>0.0246260285714339</c:v>
                </c:pt>
                <c:pt idx="4">
                  <c:v>0.0246794749999975</c:v>
                </c:pt>
                <c:pt idx="5">
                  <c:v>0.0246366888888886</c:v>
                </c:pt>
                <c:pt idx="6">
                  <c:v>0.0244282333333347</c:v>
                </c:pt>
                <c:pt idx="7">
                  <c:v>0.0246473269230757</c:v>
                </c:pt>
                <c:pt idx="8">
                  <c:v>0.0256331678571406</c:v>
                </c:pt>
                <c:pt idx="9">
                  <c:v>0.0255468366666642</c:v>
                </c:pt>
                <c:pt idx="10">
                  <c:v>0.0262056312500021</c:v>
                </c:pt>
                <c:pt idx="11">
                  <c:v>0.0258274</c:v>
                </c:pt>
                <c:pt idx="12">
                  <c:v>0.0258983924999992</c:v>
                </c:pt>
                <c:pt idx="13">
                  <c:v>0.0263038119047631</c:v>
                </c:pt>
                <c:pt idx="14">
                  <c:v>0.0263896659090917</c:v>
                </c:pt>
                <c:pt idx="15">
                  <c:v>0.0264682130434777</c:v>
                </c:pt>
                <c:pt idx="16">
                  <c:v>0.0261575846153849</c:v>
                </c:pt>
                <c:pt idx="17">
                  <c:v>0.0263428611111126</c:v>
                </c:pt>
                <c:pt idx="18">
                  <c:v>0.0264877892857137</c:v>
                </c:pt>
                <c:pt idx="19">
                  <c:v>0.0265469534482755</c:v>
                </c:pt>
                <c:pt idx="20">
                  <c:v>0.0266021733333332</c:v>
                </c:pt>
                <c:pt idx="21">
                  <c:v>0.0262285681818181</c:v>
                </c:pt>
                <c:pt idx="22">
                  <c:v>0.0263713573529414</c:v>
                </c:pt>
                <c:pt idx="23">
                  <c:v>0.0264862771428571</c:v>
                </c:pt>
                <c:pt idx="24">
                  <c:v>0.0263226847222232</c:v>
                </c:pt>
                <c:pt idx="25">
                  <c:v>0.0261188081081086</c:v>
                </c:pt>
                <c:pt idx="26">
                  <c:v>0.033877748750001</c:v>
                </c:pt>
                <c:pt idx="27">
                  <c:v>0.0367646695121956</c:v>
                </c:pt>
                <c:pt idx="28">
                  <c:v>0.0379061190476198</c:v>
                </c:pt>
                <c:pt idx="29">
                  <c:v>0.038184772093024</c:v>
                </c:pt>
                <c:pt idx="30">
                  <c:v>0.0360769318181813</c:v>
                </c:pt>
                <c:pt idx="31">
                  <c:v>0.0355217223404247</c:v>
                </c:pt>
                <c:pt idx="32">
                  <c:v>0.0375906656249998</c:v>
                </c:pt>
                <c:pt idx="33">
                  <c:v>0.03713107755102</c:v>
                </c:pt>
                <c:pt idx="34">
                  <c:v>0.0370380100000005</c:v>
                </c:pt>
                <c:pt idx="35">
                  <c:v>0.0369486637254896</c:v>
                </c:pt>
                <c:pt idx="36">
                  <c:v>0.0365481519230764</c:v>
                </c:pt>
                <c:pt idx="37">
                  <c:v>0.0361626849056603</c:v>
                </c:pt>
                <c:pt idx="38">
                  <c:v>0.0351274648148151</c:v>
                </c:pt>
                <c:pt idx="39">
                  <c:v>0.035990659090909</c:v>
                </c:pt>
                <c:pt idx="40">
                  <c:v>0.0353062544642859</c:v>
                </c:pt>
                <c:pt idx="41">
                  <c:v>0.0334242666666663</c:v>
                </c:pt>
                <c:pt idx="42">
                  <c:v>0.0331078913793109</c:v>
                </c:pt>
                <c:pt idx="43">
                  <c:v>0.0328199338983047</c:v>
                </c:pt>
                <c:pt idx="44">
                  <c:v>0.032541635833333</c:v>
                </c:pt>
                <c:pt idx="45">
                  <c:v>0.0322552893442627</c:v>
                </c:pt>
                <c:pt idx="46">
                  <c:v>0.0333481661290317</c:v>
                </c:pt>
                <c:pt idx="47">
                  <c:v>0.0336107063492058</c:v>
                </c:pt>
                <c:pt idx="48">
                  <c:v>0.0338571718750004</c:v>
                </c:pt>
                <c:pt idx="49">
                  <c:v>0.0332926607692308</c:v>
                </c:pt>
                <c:pt idx="50">
                  <c:v>0.0330249234848479</c:v>
                </c:pt>
                <c:pt idx="51">
                  <c:v>0.032765178358209</c:v>
                </c:pt>
                <c:pt idx="52">
                  <c:v>0.0317318117647063</c:v>
                </c:pt>
                <c:pt idx="53">
                  <c:v>0.0322995376811599</c:v>
                </c:pt>
                <c:pt idx="54">
                  <c:v>0.0313002099999999</c:v>
                </c:pt>
                <c:pt idx="55">
                  <c:v>0.0308194176056334</c:v>
                </c:pt>
                <c:pt idx="56">
                  <c:v>0.0308557819444447</c:v>
                </c:pt>
                <c:pt idx="57">
                  <c:v>0.0306470999999997</c:v>
                </c:pt>
                <c:pt idx="58">
                  <c:v>0.031470694594595</c:v>
                </c:pt>
                <c:pt idx="59">
                  <c:v>0.0312593786666666</c:v>
                </c:pt>
                <c:pt idx="60">
                  <c:v>0.0323512947368421</c:v>
                </c:pt>
                <c:pt idx="61">
                  <c:v>0.0321340311688306</c:v>
                </c:pt>
                <c:pt idx="62">
                  <c:v>0.0319223384615385</c:v>
                </c:pt>
                <c:pt idx="63">
                  <c:v>0.0317160050632907</c:v>
                </c:pt>
                <c:pt idx="64">
                  <c:v>0.0315147843750004</c:v>
                </c:pt>
                <c:pt idx="65">
                  <c:v>0.0313185771604938</c:v>
                </c:pt>
                <c:pt idx="66">
                  <c:v>0.0311271554878054</c:v>
                </c:pt>
                <c:pt idx="67">
                  <c:v>0.0309403463855422</c:v>
                </c:pt>
                <c:pt idx="68">
                  <c:v>0.0307579416666665</c:v>
                </c:pt>
                <c:pt idx="69">
                  <c:v>0.0311068888235296</c:v>
                </c:pt>
                <c:pt idx="70">
                  <c:v>0.032074969186047</c:v>
                </c:pt>
                <c:pt idx="71">
                  <c:v>0.0315680948275863</c:v>
                </c:pt>
                <c:pt idx="72">
                  <c:v>0.0313868477272726</c:v>
                </c:pt>
                <c:pt idx="73">
                  <c:v>0.0311979033707868</c:v>
                </c:pt>
                <c:pt idx="74">
                  <c:v>0.0317146066666663</c:v>
                </c:pt>
                <c:pt idx="75">
                  <c:v>0.0316396038461541</c:v>
                </c:pt>
                <c:pt idx="76">
                  <c:v>0.0316433972826091</c:v>
                </c:pt>
                <c:pt idx="77">
                  <c:v>0.0318443268817207</c:v>
                </c:pt>
                <c:pt idx="78">
                  <c:v>0.0316717489361701</c:v>
                </c:pt>
                <c:pt idx="79">
                  <c:v>0.0315027657894734</c:v>
                </c:pt>
                <c:pt idx="80">
                  <c:v>0.0321764229166666</c:v>
                </c:pt>
                <c:pt idx="81">
                  <c:v>0.0319637273195877</c:v>
                </c:pt>
                <c:pt idx="82">
                  <c:v>0.0321417882653059</c:v>
                </c:pt>
                <c:pt idx="83">
                  <c:v>0.0324180833333336</c:v>
                </c:pt>
                <c:pt idx="84">
                  <c:v>0.0324137884999997</c:v>
                </c:pt>
                <c:pt idx="85">
                  <c:v>0.0322475331683169</c:v>
                </c:pt>
                <c:pt idx="86">
                  <c:v>0.0320845019607843</c:v>
                </c:pt>
                <c:pt idx="87">
                  <c:v>0.0312734834951457</c:v>
                </c:pt>
                <c:pt idx="88">
                  <c:v>0.0315951721153848</c:v>
                </c:pt>
                <c:pt idx="89">
                  <c:v>0.0331157199999997</c:v>
                </c:pt>
                <c:pt idx="90">
                  <c:v>0.0335112353773581</c:v>
                </c:pt>
                <c:pt idx="91">
                  <c:v>0.0338917509345798</c:v>
                </c:pt>
                <c:pt idx="92">
                  <c:v>0.0337278587962965</c:v>
                </c:pt>
                <c:pt idx="93">
                  <c:v>0.0335670073394494</c:v>
                </c:pt>
                <c:pt idx="94">
                  <c:v>0.0340331309090908</c:v>
                </c:pt>
                <c:pt idx="95">
                  <c:v>0.0340419716216218</c:v>
                </c:pt>
                <c:pt idx="96">
                  <c:v>0.0338393455357145</c:v>
                </c:pt>
                <c:pt idx="97">
                  <c:v>0.0338835960176989</c:v>
                </c:pt>
                <c:pt idx="98">
                  <c:v>0.0334017583333333</c:v>
                </c:pt>
                <c:pt idx="99">
                  <c:v>0.0332521030434781</c:v>
                </c:pt>
                <c:pt idx="100">
                  <c:v>0.0331050280172411</c:v>
                </c:pt>
                <c:pt idx="101">
                  <c:v>0.0327680465811964</c:v>
                </c:pt>
                <c:pt idx="102">
                  <c:v>0.0330942406779662</c:v>
                </c:pt>
                <c:pt idx="103">
                  <c:v>0.0335980659663863</c:v>
                </c:pt>
                <c:pt idx="104">
                  <c:v>0.0339362400000001</c:v>
                </c:pt>
                <c:pt idx="105">
                  <c:v>0.0339307619834711</c:v>
                </c:pt>
                <c:pt idx="106">
                  <c:v>0.0337853573770491</c:v>
                </c:pt>
                <c:pt idx="107">
                  <c:v>0.0336423170731705</c:v>
                </c:pt>
                <c:pt idx="108">
                  <c:v>0.0337422778225809</c:v>
                </c:pt>
                <c:pt idx="109">
                  <c:v>0.0342160051999998</c:v>
                </c:pt>
                <c:pt idx="110">
                  <c:v>0.0339929714285716</c:v>
                </c:pt>
                <c:pt idx="111">
                  <c:v>0.0340285188976376</c:v>
                </c:pt>
                <c:pt idx="112">
                  <c:v>0.034205832421875</c:v>
                </c:pt>
                <c:pt idx="113">
                  <c:v>0.0340661856589147</c:v>
                </c:pt>
                <c:pt idx="114">
                  <c:v>0.0339286873076921</c:v>
                </c:pt>
                <c:pt idx="115">
                  <c:v>0.0340161053435113</c:v>
                </c:pt>
                <c:pt idx="116">
                  <c:v>0.0340602238636365</c:v>
                </c:pt>
                <c:pt idx="117">
                  <c:v>0.0339196146616538</c:v>
                </c:pt>
                <c:pt idx="118">
                  <c:v>0.0332464880597014</c:v>
                </c:pt>
                <c:pt idx="119">
                  <c:v>0.0332300055555553</c:v>
                </c:pt>
                <c:pt idx="120">
                  <c:v>0.0331047216911767</c:v>
                </c:pt>
                <c:pt idx="121">
                  <c:v>0.0329812667883213</c:v>
                </c:pt>
                <c:pt idx="122">
                  <c:v>0.0329986449275364</c:v>
                </c:pt>
                <c:pt idx="123">
                  <c:v>0.033474281294964</c:v>
                </c:pt>
                <c:pt idx="124">
                  <c:v>0.0332345796428573</c:v>
                </c:pt>
                <c:pt idx="125">
                  <c:v>0.0330699578014183</c:v>
                </c:pt>
                <c:pt idx="126">
                  <c:v>0.0317240264084505</c:v>
                </c:pt>
                <c:pt idx="127">
                  <c:v>0.0316154066433564</c:v>
                </c:pt>
                <c:pt idx="128">
                  <c:v>0.0315082954861113</c:v>
                </c:pt>
                <c:pt idx="129">
                  <c:v>0.0321845924137932</c:v>
                </c:pt>
                <c:pt idx="130">
                  <c:v>0.0321392999999998</c:v>
                </c:pt>
                <c:pt idx="131">
                  <c:v>0.0327303693877551</c:v>
                </c:pt>
                <c:pt idx="132">
                  <c:v>0.0331957141891893</c:v>
                </c:pt>
                <c:pt idx="133">
                  <c:v>0.0339770416107383</c:v>
                </c:pt>
                <c:pt idx="134">
                  <c:v>0.0338550153333332</c:v>
                </c:pt>
                <c:pt idx="135">
                  <c:v>0.0337345811258277</c:v>
                </c:pt>
                <c:pt idx="136">
                  <c:v>0.0332759453947366</c:v>
                </c:pt>
                <c:pt idx="137">
                  <c:v>0.0326794519607843</c:v>
                </c:pt>
                <c:pt idx="138">
                  <c:v>0.0331202185064937</c:v>
                </c:pt>
                <c:pt idx="139">
                  <c:v>0.0337891332258064</c:v>
                </c:pt>
                <c:pt idx="140">
                  <c:v>0.0342009445512819</c:v>
                </c:pt>
                <c:pt idx="141">
                  <c:v>0.03408290955414</c:v>
                </c:pt>
                <c:pt idx="142">
                  <c:v>0.0339663917721521</c:v>
                </c:pt>
                <c:pt idx="143">
                  <c:v>0.0349786157232703</c:v>
                </c:pt>
                <c:pt idx="144">
                  <c:v>0.0346728556250001</c:v>
                </c:pt>
                <c:pt idx="145">
                  <c:v>0.0351486158385095</c:v>
                </c:pt>
                <c:pt idx="146">
                  <c:v>0.0351296052469133</c:v>
                </c:pt>
                <c:pt idx="147">
                  <c:v>0.0350103073619634</c:v>
                </c:pt>
                <c:pt idx="148">
                  <c:v>0.0348923975609757</c:v>
                </c:pt>
                <c:pt idx="149">
                  <c:v>0.0347758948484849</c:v>
                </c:pt>
                <c:pt idx="150">
                  <c:v>0.0349375141566263</c:v>
                </c:pt>
                <c:pt idx="151">
                  <c:v>0.0343043392215568</c:v>
                </c:pt>
                <c:pt idx="152">
                  <c:v>0.0342220523809524</c:v>
                </c:pt>
                <c:pt idx="153">
                  <c:v>0.0341122736686391</c:v>
                </c:pt>
                <c:pt idx="154">
                  <c:v>0.0340038079411764</c:v>
                </c:pt>
                <c:pt idx="155">
                  <c:v>0.0338965894736841</c:v>
                </c:pt>
                <c:pt idx="156">
                  <c:v>0.0335136209302328</c:v>
                </c:pt>
                <c:pt idx="157">
                  <c:v>0.0333866765895954</c:v>
                </c:pt>
                <c:pt idx="158">
                  <c:v>0.0336019419540229</c:v>
                </c:pt>
                <c:pt idx="159">
                  <c:v>0.0328369017142855</c:v>
                </c:pt>
                <c:pt idx="160">
                  <c:v>0.0326986079545456</c:v>
                </c:pt>
                <c:pt idx="161">
                  <c:v>0.0328626822033897</c:v>
                </c:pt>
                <c:pt idx="162">
                  <c:v>0.0328176421348313</c:v>
                </c:pt>
                <c:pt idx="163">
                  <c:v>0.0327731053072628</c:v>
                </c:pt>
                <c:pt idx="164">
                  <c:v>0.0327398105555557</c:v>
                </c:pt>
                <c:pt idx="165">
                  <c:v>0.0329399392265193</c:v>
                </c:pt>
                <c:pt idx="166">
                  <c:v>0.0329599813186814</c:v>
                </c:pt>
                <c:pt idx="167">
                  <c:v>0.0330502314207651</c:v>
                </c:pt>
                <c:pt idx="168">
                  <c:v>0.0331838758152173</c:v>
                </c:pt>
                <c:pt idx="169">
                  <c:v>0.0331388037837837</c:v>
                </c:pt>
                <c:pt idx="170">
                  <c:v>0.0330942163978493</c:v>
                </c:pt>
                <c:pt idx="171">
                  <c:v>0.0332363534759358</c:v>
                </c:pt>
                <c:pt idx="172">
                  <c:v>0.0333842590425534</c:v>
                </c:pt>
                <c:pt idx="173">
                  <c:v>0.0335802510582012</c:v>
                </c:pt>
                <c:pt idx="174">
                  <c:v>0.0336312921052631</c:v>
                </c:pt>
                <c:pt idx="175">
                  <c:v>0.0335667759162304</c:v>
                </c:pt>
                <c:pt idx="176">
                  <c:v>0.0335213528645833</c:v>
                </c:pt>
                <c:pt idx="177">
                  <c:v>0.0334764005181346</c:v>
                </c:pt>
                <c:pt idx="178">
                  <c:v>0.0335480530927836</c:v>
                </c:pt>
                <c:pt idx="179">
                  <c:v>0.0336856253846153</c:v>
                </c:pt>
                <c:pt idx="180">
                  <c:v>0.033711288265306</c:v>
                </c:pt>
                <c:pt idx="181">
                  <c:v>0.0337100845177667</c:v>
                </c:pt>
                <c:pt idx="182">
                  <c:v>0.0337057406565657</c:v>
                </c:pt>
                <c:pt idx="183">
                  <c:v>0.0336422884422112</c:v>
                </c:pt>
                <c:pt idx="184">
                  <c:v>0.0335794889999998</c:v>
                </c:pt>
                <c:pt idx="185">
                  <c:v>0.0335409758706468</c:v>
                </c:pt>
                <c:pt idx="186">
                  <c:v>0.0336798509900991</c:v>
                </c:pt>
                <c:pt idx="187">
                  <c:v>0.0336587177339903</c:v>
                </c:pt>
                <c:pt idx="188">
                  <c:v>0.0336782816176471</c:v>
                </c:pt>
                <c:pt idx="189">
                  <c:v>0.0337578707317074</c:v>
                </c:pt>
                <c:pt idx="190">
                  <c:v>0.0336963216019419</c:v>
                </c:pt>
                <c:pt idx="191">
                  <c:v>0.0336353847826085</c:v>
                </c:pt>
                <c:pt idx="192">
                  <c:v>0.0336920795673077</c:v>
                </c:pt>
                <c:pt idx="193">
                  <c:v>0.0337827409090912</c:v>
                </c:pt>
                <c:pt idx="194">
                  <c:v>0.0338725388095239</c:v>
                </c:pt>
                <c:pt idx="195">
                  <c:v>0.033832974407583</c:v>
                </c:pt>
                <c:pt idx="196">
                  <c:v>0.0338812283018868</c:v>
                </c:pt>
                <c:pt idx="197">
                  <c:v>0.0338793514084509</c:v>
                </c:pt>
                <c:pt idx="198">
                  <c:v>0.0338052254672899</c:v>
                </c:pt>
                <c:pt idx="199">
                  <c:v>0.0337317890697676</c:v>
                </c:pt>
                <c:pt idx="200">
                  <c:v>0.033659032638889</c:v>
                </c:pt>
                <c:pt idx="201">
                  <c:v>0.0335869467741937</c:v>
                </c:pt>
                <c:pt idx="202">
                  <c:v>0.0335155222477066</c:v>
                </c:pt>
                <c:pt idx="203">
                  <c:v>0.0334447500000001</c:v>
                </c:pt>
                <c:pt idx="204">
                  <c:v>0.0333746211363638</c:v>
                </c:pt>
                <c:pt idx="205">
                  <c:v>0.0333051104072397</c:v>
                </c:pt>
                <c:pt idx="206">
                  <c:v>0.0332362423423422</c:v>
                </c:pt>
                <c:pt idx="207">
                  <c:v>0.0331832793721973</c:v>
                </c:pt>
                <c:pt idx="208">
                  <c:v>0.0338341475446428</c:v>
                </c:pt>
                <c:pt idx="209">
                  <c:v>0.0336118604444445</c:v>
                </c:pt>
                <c:pt idx="210">
                  <c:v>0.0335791117256636</c:v>
                </c:pt>
                <c:pt idx="211">
                  <c:v>0.0336772958149781</c:v>
                </c:pt>
                <c:pt idx="212">
                  <c:v>0.0336155234649123</c:v>
                </c:pt>
                <c:pt idx="213">
                  <c:v>0.0335673445414846</c:v>
                </c:pt>
                <c:pt idx="214">
                  <c:v>0.0339437145652175</c:v>
                </c:pt>
                <c:pt idx="215">
                  <c:v>0.0340203385281384</c:v>
                </c:pt>
                <c:pt idx="216">
                  <c:v>0.0340348340517242</c:v>
                </c:pt>
                <c:pt idx="217">
                  <c:v>0.0340951826180257</c:v>
                </c:pt>
                <c:pt idx="218">
                  <c:v>0.0340332083333335</c:v>
                </c:pt>
                <c:pt idx="219">
                  <c:v>0.0339717614893618</c:v>
                </c:pt>
                <c:pt idx="220">
                  <c:v>0.0340254237288136</c:v>
                </c:pt>
                <c:pt idx="221">
                  <c:v>0.0339269810126583</c:v>
                </c:pt>
                <c:pt idx="222">
                  <c:v>0.0339697371848739</c:v>
                </c:pt>
                <c:pt idx="223">
                  <c:v>0.0339730851464434</c:v>
                </c:pt>
                <c:pt idx="224">
                  <c:v>0.0340255889583334</c:v>
                </c:pt>
                <c:pt idx="225">
                  <c:v>0.0339657035269709</c:v>
                </c:pt>
                <c:pt idx="226">
                  <c:v>0.0339063130165288</c:v>
                </c:pt>
                <c:pt idx="227">
                  <c:v>0.033936798765432</c:v>
                </c:pt>
                <c:pt idx="228">
                  <c:v>0.0339032194672132</c:v>
                </c:pt>
                <c:pt idx="229">
                  <c:v>0.0339904834693876</c:v>
                </c:pt>
                <c:pt idx="230">
                  <c:v>0.0342333796747968</c:v>
                </c:pt>
                <c:pt idx="231">
                  <c:v>0.0343097783400809</c:v>
                </c:pt>
                <c:pt idx="232">
                  <c:v>0.034250437298387</c:v>
                </c:pt>
                <c:pt idx="233">
                  <c:v>0.0341915728915664</c:v>
                </c:pt>
                <c:pt idx="234">
                  <c:v>0.0341106224</c:v>
                </c:pt>
                <c:pt idx="235">
                  <c:v>0.0341445139442232</c:v>
                </c:pt>
                <c:pt idx="236">
                  <c:v>0.0344941077380951</c:v>
                </c:pt>
                <c:pt idx="237">
                  <c:v>0.0345523426877471</c:v>
                </c:pt>
                <c:pt idx="238">
                  <c:v>0.034620422440945</c:v>
                </c:pt>
                <c:pt idx="239">
                  <c:v>0.0345581427450981</c:v>
                </c:pt>
                <c:pt idx="240">
                  <c:v>0.0344963353515626</c:v>
                </c:pt>
                <c:pt idx="241">
                  <c:v>0.034502725680934</c:v>
                </c:pt>
                <c:pt idx="242">
                  <c:v>0.0347726587209302</c:v>
                </c:pt>
                <c:pt idx="243">
                  <c:v>0.0346784667953667</c:v>
                </c:pt>
                <c:pt idx="244">
                  <c:v>0.0345569365384614</c:v>
                </c:pt>
                <c:pt idx="245">
                  <c:v>0.0344942480842912</c:v>
                </c:pt>
                <c:pt idx="246">
                  <c:v>0.0344341139312977</c:v>
                </c:pt>
                <c:pt idx="247">
                  <c:v>0.0343744370722433</c:v>
                </c:pt>
                <c:pt idx="248">
                  <c:v>0.0343151984848484</c:v>
                </c:pt>
                <c:pt idx="249">
                  <c:v>0.0356108599999999</c:v>
                </c:pt>
                <c:pt idx="250">
                  <c:v>0.0358470067669173</c:v>
                </c:pt>
                <c:pt idx="251">
                  <c:v>0.0359064580524346</c:v>
                </c:pt>
                <c:pt idx="252">
                  <c:v>0.0359338958955222</c:v>
                </c:pt>
                <c:pt idx="253">
                  <c:v>0.0358676001858737</c:v>
                </c:pt>
                <c:pt idx="254">
                  <c:v>0.0358017955555555</c:v>
                </c:pt>
                <c:pt idx="255">
                  <c:v>0.0358462459409594</c:v>
                </c:pt>
                <c:pt idx="256">
                  <c:v>0.0360287742647059</c:v>
                </c:pt>
                <c:pt idx="257">
                  <c:v>0.0361109206959706</c:v>
                </c:pt>
                <c:pt idx="258">
                  <c:v>0.0361402352189782</c:v>
                </c:pt>
                <c:pt idx="259">
                  <c:v>0.0360884525454546</c:v>
                </c:pt>
                <c:pt idx="260">
                  <c:v>0.0360232782608695</c:v>
                </c:pt>
                <c:pt idx="261">
                  <c:v>0.0359585613718411</c:v>
                </c:pt>
                <c:pt idx="262">
                  <c:v>0.0361607994604318</c:v>
                </c:pt>
                <c:pt idx="263">
                  <c:v>0.0362889933691756</c:v>
                </c:pt>
                <c:pt idx="264">
                  <c:v>0.0363567896428571</c:v>
                </c:pt>
                <c:pt idx="265">
                  <c:v>0.0364267012455515</c:v>
                </c:pt>
                <c:pt idx="266">
                  <c:v>0.0363395941489362</c:v>
                </c:pt>
                <c:pt idx="267">
                  <c:v>0.0362751316254417</c:v>
                </c:pt>
                <c:pt idx="268">
                  <c:v>0.0362111359154929</c:v>
                </c:pt>
                <c:pt idx="269">
                  <c:v>0.0361105514035088</c:v>
                </c:pt>
                <c:pt idx="270">
                  <c:v>0.0359761867132866</c:v>
                </c:pt>
                <c:pt idx="271">
                  <c:v>0.0361119299651567</c:v>
                </c:pt>
                <c:pt idx="272">
                  <c:v>0.0362727748263889</c:v>
                </c:pt>
                <c:pt idx="273">
                  <c:v>0.0361941956747404</c:v>
                </c:pt>
                <c:pt idx="274">
                  <c:v>0.0361161584482758</c:v>
                </c:pt>
                <c:pt idx="275">
                  <c:v>0.0360386575601374</c:v>
                </c:pt>
                <c:pt idx="276">
                  <c:v>0.0359616874999999</c:v>
                </c:pt>
                <c:pt idx="277">
                  <c:v>0.0358852303754266</c:v>
                </c:pt>
                <c:pt idx="278">
                  <c:v>0.0358278661564625</c:v>
                </c:pt>
                <c:pt idx="279">
                  <c:v>0.0359790274576271</c:v>
                </c:pt>
                <c:pt idx="280">
                  <c:v>0.0360591638513514</c:v>
                </c:pt>
                <c:pt idx="281">
                  <c:v>0.0361755555555556</c:v>
                </c:pt>
                <c:pt idx="282">
                  <c:v>0.0360996758389262</c:v>
                </c:pt>
                <c:pt idx="283">
                  <c:v>0.0360499513377926</c:v>
                </c:pt>
                <c:pt idx="284">
                  <c:v>0.0363104433333335</c:v>
                </c:pt>
                <c:pt idx="285">
                  <c:v>0.0364253144518272</c:v>
                </c:pt>
                <c:pt idx="286">
                  <c:v>0.0364802029801325</c:v>
                </c:pt>
                <c:pt idx="287">
                  <c:v>0.0363557466996699</c:v>
                </c:pt>
                <c:pt idx="288">
                  <c:v>0.0362828009868422</c:v>
                </c:pt>
                <c:pt idx="289">
                  <c:v>0.0362103455737704</c:v>
                </c:pt>
                <c:pt idx="290">
                  <c:v>0.0361241573529412</c:v>
                </c:pt>
                <c:pt idx="291">
                  <c:v>0.0363085830618894</c:v>
                </c:pt>
                <c:pt idx="292">
                  <c:v>0.0364445982142858</c:v>
                </c:pt>
                <c:pt idx="293">
                  <c:v>0.0364561291262136</c:v>
                </c:pt>
                <c:pt idx="294">
                  <c:v>0.0364276358064516</c:v>
                </c:pt>
                <c:pt idx="295">
                  <c:v>0.0363544811897107</c:v>
                </c:pt>
                <c:pt idx="296">
                  <c:v>0.0362818072115386</c:v>
                </c:pt>
                <c:pt idx="297">
                  <c:v>0.036268464057508</c:v>
                </c:pt>
                <c:pt idx="298">
                  <c:v>0.0364770189490445</c:v>
                </c:pt>
                <c:pt idx="299">
                  <c:v>0.0365556422222222</c:v>
                </c:pt>
                <c:pt idx="300">
                  <c:v>0.0368008593354431</c:v>
                </c:pt>
                <c:pt idx="301">
                  <c:v>0.0368925880126183</c:v>
                </c:pt>
                <c:pt idx="302">
                  <c:v>0.0368195930817611</c:v>
                </c:pt>
                <c:pt idx="303">
                  <c:v>0.0367470557993731</c:v>
                </c:pt>
                <c:pt idx="304">
                  <c:v>0.0367739553125001</c:v>
                </c:pt>
                <c:pt idx="305">
                  <c:v>0.0369023073208723</c:v>
                </c:pt>
                <c:pt idx="306">
                  <c:v>0.0369321509316771</c:v>
                </c:pt>
                <c:pt idx="307">
                  <c:v>0.0368182167182664</c:v>
                </c:pt>
                <c:pt idx="308">
                  <c:v>0.0368962615740742</c:v>
                </c:pt>
                <c:pt idx="309">
                  <c:v>0.0368248275384614</c:v>
                </c:pt>
                <c:pt idx="310">
                  <c:v>0.0367538317484662</c:v>
                </c:pt>
                <c:pt idx="311">
                  <c:v>0.0366611915902141</c:v>
                </c:pt>
                <c:pt idx="312">
                  <c:v>0.0366079865853658</c:v>
                </c:pt>
                <c:pt idx="313">
                  <c:v>0.0365599088145896</c:v>
                </c:pt>
                <c:pt idx="314">
                  <c:v>0.036463511060606</c:v>
                </c:pt>
                <c:pt idx="315">
                  <c:v>0.0363855708459214</c:v>
                </c:pt>
                <c:pt idx="316">
                  <c:v>0.0363305718373493</c:v>
                </c:pt>
                <c:pt idx="317">
                  <c:v>0.0362758921921921</c:v>
                </c:pt>
                <c:pt idx="318">
                  <c:v>0.0362854149700599</c:v>
                </c:pt>
                <c:pt idx="319">
                  <c:v>0.0363596329850745</c:v>
                </c:pt>
                <c:pt idx="320">
                  <c:v>0.0364554721726191</c:v>
                </c:pt>
                <c:pt idx="321">
                  <c:v>0.0365197013353117</c:v>
                </c:pt>
                <c:pt idx="322">
                  <c:v>0.0364652818047338</c:v>
                </c:pt>
                <c:pt idx="323">
                  <c:v>0.0364111833333333</c:v>
                </c:pt>
                <c:pt idx="324">
                  <c:v>0.0363579505882352</c:v>
                </c:pt>
                <c:pt idx="325">
                  <c:v>0.0364118862170089</c:v>
                </c:pt>
                <c:pt idx="326">
                  <c:v>0.0365014621345028</c:v>
                </c:pt>
                <c:pt idx="327">
                  <c:v>0.036390702186589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0"/>
        <c:smooth val="0"/>
        <c:axId val="482122159"/>
        <c:axId val="576328255"/>
      </c:lineChart>
      <c:dateAx>
        <c:axId val="576336895"/>
        <c:scaling>
          <c:orientation val="minMax"/>
          <c:max val="46197"/>
          <c:min val="45856"/>
        </c:scaling>
        <c:delete val="0"/>
        <c:axPos val="b"/>
        <c:numFmt formatCode="yyyy&quot;年&quot;mm&quot;月&quot;dd&quot;日&quot;" sourceLinked="0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</a:p>
        </c:txPr>
        <c:crossAx val="576337375"/>
        <c:crosses val="autoZero"/>
        <c:auto val="0"/>
        <c:lblOffset val="100"/>
        <c:baseTimeUnit val="days"/>
        <c:majorUnit val="341"/>
        <c:majorTimeUnit val="days"/>
        <c:minorUnit val="341"/>
        <c:minorTimeUnit val="days"/>
      </c:dateAx>
      <c:valAx>
        <c:axId val="576337375"/>
        <c:scaling>
          <c:orientation val="minMax"/>
          <c:max val="1.04"/>
          <c:min val="1"/>
        </c:scaling>
        <c:delete val="0"/>
        <c:axPos val="l"/>
        <c:majorGridlines/>
        <c:numFmt formatCode="0.0000" sourceLinked="0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</a:p>
        </c:txPr>
        <c:crossAx val="576336895"/>
        <c:crosses val="autoZero"/>
        <c:crossBetween val="between"/>
      </c:valAx>
      <c:dateAx>
        <c:axId val="482122159"/>
        <c:scaling>
          <c:orientation val="minMax"/>
        </c:scaling>
        <c:delete val="1"/>
        <c:axPos val="b"/>
        <c:numFmt formatCode="yyyy/mm/dd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</a:p>
        </c:txPr>
        <c:crossAx val="576328255"/>
        <c:crosses val="autoZero"/>
        <c:auto val="1"/>
        <c:lblOffset val="100"/>
        <c:baseTimeUnit val="days"/>
      </c:dateAx>
      <c:valAx>
        <c:axId val="576328255"/>
        <c:scaling>
          <c:orientation val="minMax"/>
          <c:max val="0.05"/>
          <c:min val="0"/>
        </c:scaling>
        <c:delete val="0"/>
        <c:axPos val="r"/>
        <c:numFmt formatCode=";;;" sourceLinked="0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</a:p>
        </c:txPr>
        <c:crossAx val="482122159"/>
        <c:crosses val="max"/>
        <c:crossBetween val="between"/>
      </c:valAx>
      <c:spPr>
        <a:solidFill>
          <a:sysClr val="window" lastClr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1000" b="0" i="0" u="none" strike="noStrike" kern="1200" baseline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5fba26bf-b417-4d2e-b3a3-23678d2fe3ea}"/>
      </c:ext>
    </c:extLst>
  </c:chart>
  <c:spPr>
    <a:solidFill>
      <a:srgbClr val="FFFFFF"/>
    </a:solidFill>
    <a:ln w="12700" cap="flat" cmpd="sng" algn="ctr">
      <a:noFill/>
      <a:prstDash val="solid"/>
      <a:round/>
    </a:ln>
    <a:effectLst/>
  </c:spPr>
  <c:txPr>
    <a:bodyPr/>
    <a:lstStyle/>
    <a:p>
      <a:pPr>
        <a:defRPr lang="zh-CN">
          <a:latin typeface="微软雅黑" panose="020B0503020204020204" charset="-122"/>
          <a:ea typeface="微软雅黑" panose="020B0503020204020204" charset="-122"/>
          <a:cs typeface="微软雅黑" panose="020B0503020204020204" charset="-122"/>
        </a:defRPr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92"/>
          <c:y val="0.16"/>
          <c:w val="0.796"/>
          <c:h val="0.645714285714286"/>
        </c:manualLayout>
      </c:layout>
      <c:lineChart>
        <c:grouping val="standard"/>
        <c:varyColors val="0"/>
        <c:ser>
          <c:idx val="0"/>
          <c:order val="0"/>
          <c:tx>
            <c:strRef>
              <c:f>交鑫致远6个月101号-单位净值</c:f>
              <c:strCache>
                <c:ptCount val="1"/>
                <c:pt idx="0">
                  <c:v>交鑫致远6个月101号-单位净值</c:v>
                </c:pt>
              </c:strCache>
            </c:strRef>
          </c:tx>
          <c:spPr>
            <a:ln w="28575" cap="rnd" cmpd="sng" algn="ctr">
              <a:solidFill>
                <a:srgbClr val="C00000"/>
              </a:solidFill>
              <a:prstDash val="solid"/>
              <a:round/>
            </a:ln>
          </c:spPr>
          <c:marker>
            <c:symbol val="none"/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dLbl>
              <c:idx val="27"/>
              <c:delete val="1"/>
            </c:dLbl>
            <c:dLbl>
              <c:idx val="28"/>
              <c:delete val="1"/>
            </c:dLbl>
            <c:dLbl>
              <c:idx val="29"/>
              <c:delete val="1"/>
            </c:dLbl>
            <c:dLbl>
              <c:idx val="30"/>
              <c:delete val="1"/>
            </c:dLbl>
            <c:dLbl>
              <c:idx val="31"/>
              <c:delete val="1"/>
            </c:dLbl>
            <c:dLbl>
              <c:idx val="32"/>
              <c:delete val="1"/>
            </c:dLbl>
            <c:dLbl>
              <c:idx val="33"/>
              <c:delete val="1"/>
            </c:dLbl>
            <c:dLbl>
              <c:idx val="34"/>
              <c:delete val="1"/>
            </c:dLbl>
            <c:dLbl>
              <c:idx val="35"/>
              <c:delete val="1"/>
            </c:dLbl>
            <c:dLbl>
              <c:idx val="36"/>
              <c:delete val="1"/>
            </c:dLbl>
            <c:dLbl>
              <c:idx val="37"/>
              <c:delete val="1"/>
            </c:dLbl>
            <c:dLbl>
              <c:idx val="38"/>
              <c:delete val="1"/>
            </c:dLbl>
            <c:dLbl>
              <c:idx val="39"/>
              <c:delete val="1"/>
            </c:dLbl>
            <c:dLbl>
              <c:idx val="40"/>
              <c:delete val="1"/>
            </c:dLbl>
            <c:dLbl>
              <c:idx val="41"/>
              <c:delete val="1"/>
            </c:dLbl>
            <c:dLbl>
              <c:idx val="42"/>
              <c:delete val="1"/>
            </c:dLbl>
            <c:dLbl>
              <c:idx val="43"/>
              <c:delete val="1"/>
            </c:dLbl>
            <c:dLbl>
              <c:idx val="44"/>
              <c:delete val="1"/>
            </c:dLbl>
            <c:dLbl>
              <c:idx val="45"/>
              <c:delete val="1"/>
            </c:dLbl>
            <c:dLbl>
              <c:idx val="46"/>
              <c:delete val="1"/>
            </c:dLbl>
            <c:dLbl>
              <c:idx val="47"/>
              <c:delete val="1"/>
            </c:dLbl>
            <c:dLbl>
              <c:idx val="48"/>
              <c:delete val="1"/>
            </c:dLbl>
            <c:dLbl>
              <c:idx val="49"/>
              <c:delete val="1"/>
            </c:dLbl>
            <c:dLbl>
              <c:idx val="50"/>
              <c:delete val="1"/>
            </c:dLbl>
            <c:dLbl>
              <c:idx val="51"/>
              <c:delete val="1"/>
            </c:dLbl>
            <c:dLbl>
              <c:idx val="52"/>
              <c:delete val="1"/>
            </c:dLbl>
            <c:dLbl>
              <c:idx val="53"/>
              <c:delete val="1"/>
            </c:dLbl>
            <c:dLbl>
              <c:idx val="54"/>
              <c:delete val="1"/>
            </c:dLbl>
            <c:dLbl>
              <c:idx val="55"/>
              <c:delete val="1"/>
            </c:dLbl>
            <c:dLbl>
              <c:idx val="56"/>
              <c:delete val="1"/>
            </c:dLbl>
            <c:dLbl>
              <c:idx val="57"/>
              <c:delete val="1"/>
            </c:dLbl>
            <c:dLbl>
              <c:idx val="58"/>
              <c:delete val="1"/>
            </c:dLbl>
            <c:dLbl>
              <c:idx val="59"/>
              <c:delete val="1"/>
            </c:dLbl>
            <c:dLbl>
              <c:idx val="60"/>
              <c:delete val="1"/>
            </c:dLbl>
            <c:dLbl>
              <c:idx val="61"/>
              <c:delete val="1"/>
            </c:dLbl>
            <c:dLbl>
              <c:idx val="62"/>
              <c:delete val="1"/>
            </c:dLbl>
            <c:dLbl>
              <c:idx val="63"/>
              <c:delete val="1"/>
            </c:dLbl>
            <c:dLbl>
              <c:idx val="64"/>
              <c:delete val="1"/>
            </c:dLbl>
            <c:dLbl>
              <c:idx val="65"/>
              <c:delete val="1"/>
            </c:dLbl>
            <c:dLbl>
              <c:idx val="66"/>
              <c:delete val="1"/>
            </c:dLbl>
            <c:dLbl>
              <c:idx val="67"/>
              <c:delete val="1"/>
            </c:dLbl>
            <c:dLbl>
              <c:idx val="68"/>
              <c:delete val="1"/>
            </c:dLbl>
            <c:dLbl>
              <c:idx val="69"/>
              <c:delete val="1"/>
            </c:dLbl>
            <c:dLbl>
              <c:idx val="70"/>
              <c:delete val="1"/>
            </c:dLbl>
            <c:dLbl>
              <c:idx val="71"/>
              <c:delete val="1"/>
            </c:dLbl>
            <c:dLbl>
              <c:idx val="72"/>
              <c:delete val="1"/>
            </c:dLbl>
            <c:dLbl>
              <c:idx val="73"/>
              <c:delete val="1"/>
            </c:dLbl>
            <c:dLbl>
              <c:idx val="74"/>
              <c:delete val="1"/>
            </c:dLbl>
            <c:dLbl>
              <c:idx val="75"/>
              <c:delete val="1"/>
            </c:dLbl>
            <c:dLbl>
              <c:idx val="76"/>
              <c:delete val="1"/>
            </c:dLbl>
            <c:dLbl>
              <c:idx val="77"/>
              <c:delete val="1"/>
            </c:dLbl>
            <c:dLbl>
              <c:idx val="78"/>
              <c:delete val="1"/>
            </c:dLbl>
            <c:dLbl>
              <c:idx val="79"/>
              <c:delete val="1"/>
            </c:dLbl>
            <c:dLbl>
              <c:idx val="80"/>
              <c:delete val="1"/>
            </c:dLbl>
            <c:dLbl>
              <c:idx val="81"/>
              <c:delete val="1"/>
            </c:dLbl>
            <c:dLbl>
              <c:idx val="82"/>
              <c:delete val="1"/>
            </c:dLbl>
            <c:dLbl>
              <c:idx val="83"/>
              <c:delete val="1"/>
            </c:dLbl>
            <c:dLbl>
              <c:idx val="84"/>
              <c:delete val="1"/>
            </c:dLbl>
            <c:dLbl>
              <c:idx val="85"/>
              <c:delete val="1"/>
            </c:dLbl>
            <c:dLbl>
              <c:idx val="86"/>
              <c:delete val="1"/>
            </c:dLbl>
            <c:dLbl>
              <c:idx val="87"/>
              <c:delete val="1"/>
            </c:dLbl>
            <c:dLbl>
              <c:idx val="88"/>
              <c:delete val="1"/>
            </c:dLbl>
            <c:dLbl>
              <c:idx val="89"/>
              <c:delete val="1"/>
            </c:dLbl>
            <c:dLbl>
              <c:idx val="90"/>
              <c:delete val="1"/>
            </c:dLbl>
            <c:dLbl>
              <c:idx val="91"/>
              <c:delete val="1"/>
            </c:dLbl>
            <c:dLbl>
              <c:idx val="92"/>
              <c:delete val="1"/>
            </c:dLbl>
            <c:dLbl>
              <c:idx val="93"/>
              <c:delete val="1"/>
            </c:dLbl>
            <c:dLbl>
              <c:idx val="94"/>
              <c:delete val="1"/>
            </c:dLbl>
            <c:dLbl>
              <c:idx val="95"/>
              <c:delete val="1"/>
            </c:dLbl>
            <c:dLbl>
              <c:idx val="96"/>
              <c:delete val="1"/>
            </c:dLbl>
            <c:dLbl>
              <c:idx val="97"/>
              <c:delete val="1"/>
            </c:dLbl>
            <c:dLbl>
              <c:idx val="98"/>
              <c:delete val="1"/>
            </c:dLbl>
            <c:dLbl>
              <c:idx val="99"/>
              <c:delete val="1"/>
            </c:dLbl>
            <c:dLbl>
              <c:idx val="100"/>
              <c:delete val="1"/>
            </c:dLbl>
            <c:dLbl>
              <c:idx val="101"/>
              <c:delete val="1"/>
            </c:dLbl>
            <c:dLbl>
              <c:idx val="102"/>
              <c:delete val="1"/>
            </c:dLbl>
            <c:dLbl>
              <c:idx val="103"/>
              <c:delete val="1"/>
            </c:dLbl>
            <c:dLbl>
              <c:idx val="104"/>
              <c:delete val="1"/>
            </c:dLbl>
            <c:dLbl>
              <c:idx val="105"/>
              <c:delete val="1"/>
            </c:dLbl>
            <c:dLbl>
              <c:idx val="106"/>
              <c:delete val="1"/>
            </c:dLbl>
            <c:dLbl>
              <c:idx val="107"/>
              <c:delete val="1"/>
            </c:dLbl>
            <c:dLbl>
              <c:idx val="108"/>
              <c:delete val="1"/>
            </c:dLbl>
            <c:dLbl>
              <c:idx val="109"/>
              <c:delete val="1"/>
            </c:dLbl>
            <c:dLbl>
              <c:idx val="110"/>
              <c:delete val="1"/>
            </c:dLbl>
            <c:dLbl>
              <c:idx val="111"/>
              <c:delete val="1"/>
            </c:dLbl>
            <c:dLbl>
              <c:idx val="112"/>
              <c:delete val="1"/>
            </c:dLbl>
            <c:dLbl>
              <c:idx val="113"/>
              <c:delete val="1"/>
            </c:dLbl>
            <c:dLbl>
              <c:idx val="114"/>
              <c:delete val="1"/>
            </c:dLbl>
            <c:dLbl>
              <c:idx val="115"/>
              <c:delete val="1"/>
            </c:dLbl>
            <c:dLbl>
              <c:idx val="116"/>
              <c:delete val="1"/>
            </c:dLbl>
            <c:dLbl>
              <c:idx val="117"/>
              <c:delete val="1"/>
            </c:dLbl>
            <c:dLbl>
              <c:idx val="118"/>
              <c:delete val="1"/>
            </c:dLbl>
            <c:dLbl>
              <c:idx val="119"/>
              <c:delete val="1"/>
            </c:dLbl>
            <c:dLbl>
              <c:idx val="120"/>
              <c:delete val="1"/>
            </c:dLbl>
            <c:dLbl>
              <c:idx val="121"/>
              <c:delete val="1"/>
            </c:dLbl>
            <c:dLbl>
              <c:idx val="122"/>
              <c:delete val="1"/>
            </c:dLbl>
            <c:dLbl>
              <c:idx val="123"/>
              <c:delete val="1"/>
            </c:dLbl>
            <c:dLbl>
              <c:idx val="124"/>
              <c:delete val="1"/>
            </c:dLbl>
            <c:dLbl>
              <c:idx val="125"/>
              <c:delete val="1"/>
            </c:dLbl>
            <c:dLbl>
              <c:idx val="126"/>
              <c:delete val="1"/>
            </c:dLbl>
            <c:dLbl>
              <c:idx val="127"/>
              <c:delete val="1"/>
            </c:dLbl>
            <c:dLbl>
              <c:idx val="128"/>
              <c:delete val="1"/>
            </c:dLbl>
            <c:dLbl>
              <c:idx val="129"/>
              <c:delete val="1"/>
            </c:dLbl>
            <c:dLbl>
              <c:idx val="130"/>
              <c:delete val="1"/>
            </c:dLbl>
            <c:dLbl>
              <c:idx val="131"/>
              <c:delete val="1"/>
            </c:dLbl>
            <c:dLbl>
              <c:idx val="132"/>
              <c:delete val="1"/>
            </c:dLbl>
            <c:dLbl>
              <c:idx val="133"/>
              <c:delete val="1"/>
            </c:dLbl>
            <c:dLbl>
              <c:idx val="134"/>
              <c:delete val="1"/>
            </c:dLbl>
            <c:dLbl>
              <c:idx val="135"/>
              <c:delete val="1"/>
            </c:dLbl>
            <c:dLbl>
              <c:idx val="136"/>
              <c:delete val="1"/>
            </c:dLbl>
            <c:dLbl>
              <c:idx val="137"/>
              <c:delete val="1"/>
            </c:dLbl>
            <c:dLbl>
              <c:idx val="138"/>
              <c:delete val="1"/>
            </c:dLbl>
            <c:dLbl>
              <c:idx val="139"/>
              <c:delete val="1"/>
            </c:dLbl>
            <c:dLbl>
              <c:idx val="140"/>
              <c:delete val="1"/>
            </c:dLbl>
            <c:dLbl>
              <c:idx val="141"/>
              <c:delete val="1"/>
            </c:dLbl>
            <c:dLbl>
              <c:idx val="142"/>
              <c:delete val="1"/>
            </c:dLbl>
            <c:dLbl>
              <c:idx val="143"/>
              <c:delete val="1"/>
            </c:dLbl>
            <c:dLbl>
              <c:idx val="144"/>
              <c:delete val="1"/>
            </c:dLbl>
            <c:dLbl>
              <c:idx val="145"/>
              <c:delete val="1"/>
            </c:dLbl>
            <c:dLbl>
              <c:idx val="146"/>
              <c:delete val="1"/>
            </c:dLbl>
            <c:dLbl>
              <c:idx val="147"/>
              <c:delete val="1"/>
            </c:dLbl>
            <c:dLbl>
              <c:idx val="148"/>
              <c:delete val="1"/>
            </c:dLbl>
            <c:dLbl>
              <c:idx val="149"/>
              <c:delete val="1"/>
            </c:dLbl>
            <c:dLbl>
              <c:idx val="150"/>
              <c:delete val="1"/>
            </c:dLbl>
            <c:dLbl>
              <c:idx val="151"/>
              <c:delete val="1"/>
            </c:dLbl>
            <c:dLbl>
              <c:idx val="152"/>
              <c:delete val="1"/>
            </c:dLbl>
            <c:dLbl>
              <c:idx val="153"/>
              <c:delete val="1"/>
            </c:dLbl>
            <c:dLbl>
              <c:idx val="154"/>
              <c:delete val="1"/>
            </c:dLbl>
            <c:dLbl>
              <c:idx val="155"/>
              <c:delete val="1"/>
            </c:dLbl>
            <c:dLbl>
              <c:idx val="156"/>
              <c:delete val="1"/>
            </c:dLbl>
            <c:dLbl>
              <c:idx val="157"/>
              <c:delete val="1"/>
            </c:dLbl>
            <c:dLbl>
              <c:idx val="158"/>
              <c:delete val="1"/>
            </c:dLbl>
            <c:dLbl>
              <c:idx val="159"/>
              <c:delete val="1"/>
            </c:dLbl>
            <c:dLbl>
              <c:idx val="160"/>
              <c:delete val="1"/>
            </c:dLbl>
            <c:dLbl>
              <c:idx val="161"/>
              <c:delete val="1"/>
            </c:dLbl>
            <c:dLbl>
              <c:idx val="162"/>
              <c:delete val="1"/>
            </c:dLbl>
            <c:dLbl>
              <c:idx val="163"/>
              <c:delete val="1"/>
            </c:dLbl>
            <c:dLbl>
              <c:idx val="164"/>
              <c:delete val="1"/>
            </c:dLbl>
            <c:dLbl>
              <c:idx val="165"/>
              <c:delete val="1"/>
            </c:dLbl>
            <c:dLbl>
              <c:idx val="166"/>
              <c:delete val="1"/>
            </c:dLbl>
            <c:dLbl>
              <c:idx val="167"/>
              <c:delete val="1"/>
            </c:dLbl>
            <c:dLbl>
              <c:idx val="168"/>
              <c:delete val="1"/>
            </c:dLbl>
            <c:dLbl>
              <c:idx val="169"/>
              <c:delete val="1"/>
            </c:dLbl>
            <c:dLbl>
              <c:idx val="170"/>
              <c:delete val="1"/>
            </c:dLbl>
            <c:dLbl>
              <c:idx val="171"/>
              <c:delete val="1"/>
            </c:dLbl>
            <c:dLbl>
              <c:idx val="172"/>
              <c:delete val="1"/>
            </c:dLbl>
            <c:dLbl>
              <c:idx val="173"/>
              <c:delete val="1"/>
            </c:dLbl>
            <c:dLbl>
              <c:idx val="174"/>
              <c:delete val="1"/>
            </c:dLbl>
            <c:dLbl>
              <c:idx val="175"/>
              <c:delete val="1"/>
            </c:dLbl>
            <c:dLbl>
              <c:idx val="176"/>
              <c:delete val="1"/>
            </c:dLbl>
            <c:dLbl>
              <c:idx val="177"/>
              <c:delete val="1"/>
            </c:dLbl>
            <c:dLbl>
              <c:idx val="178"/>
              <c:delete val="1"/>
            </c:dLbl>
            <c:dLbl>
              <c:idx val="179"/>
              <c:delete val="1"/>
            </c:dLbl>
            <c:dLbl>
              <c:idx val="180"/>
              <c:delete val="1"/>
            </c:dLbl>
            <c:dLbl>
              <c:idx val="181"/>
              <c:delete val="1"/>
            </c:dLbl>
            <c:dLbl>
              <c:idx val="182"/>
              <c:delete val="1"/>
            </c:dLbl>
            <c:dLbl>
              <c:idx val="183"/>
              <c:delete val="1"/>
            </c:dLbl>
            <c:dLbl>
              <c:idx val="184"/>
              <c:delete val="1"/>
            </c:dLbl>
            <c:dLbl>
              <c:idx val="185"/>
              <c:delete val="1"/>
            </c:dLbl>
            <c:dLbl>
              <c:idx val="186"/>
              <c:delete val="1"/>
            </c:dLbl>
            <c:dLbl>
              <c:idx val="187"/>
              <c:delete val="1"/>
            </c:dLbl>
            <c:dLbl>
              <c:idx val="188"/>
              <c:delete val="1"/>
            </c:dLbl>
            <c:dLbl>
              <c:idx val="189"/>
              <c:delete val="1"/>
            </c:dLbl>
            <c:dLbl>
              <c:idx val="190"/>
              <c:delete val="1"/>
            </c:dLbl>
            <c:dLbl>
              <c:idx val="191"/>
              <c:delete val="1"/>
            </c:dLbl>
            <c:dLbl>
              <c:idx val="192"/>
              <c:delete val="1"/>
            </c:dLbl>
            <c:dLbl>
              <c:idx val="193"/>
              <c:delete val="1"/>
            </c:dLbl>
            <c:dLbl>
              <c:idx val="194"/>
              <c:delete val="1"/>
            </c:dLbl>
            <c:dLbl>
              <c:idx val="195"/>
              <c:delete val="1"/>
            </c:dLbl>
            <c:dLbl>
              <c:idx val="196"/>
              <c:delete val="1"/>
            </c:dLbl>
            <c:dLbl>
              <c:idx val="197"/>
              <c:delete val="1"/>
            </c:dLbl>
            <c:dLbl>
              <c:idx val="198"/>
              <c:delete val="1"/>
            </c:dLbl>
            <c:dLbl>
              <c:idx val="199"/>
              <c:delete val="1"/>
            </c:dLbl>
            <c:dLbl>
              <c:idx val="200"/>
              <c:delete val="1"/>
            </c:dLbl>
            <c:dLbl>
              <c:idx val="201"/>
              <c:delete val="1"/>
            </c:dLbl>
            <c:dLbl>
              <c:idx val="202"/>
              <c:delete val="1"/>
            </c:dLbl>
            <c:dLbl>
              <c:idx val="203"/>
              <c:delete val="1"/>
            </c:dLbl>
            <c:dLbl>
              <c:idx val="204"/>
              <c:delete val="1"/>
            </c:dLbl>
            <c:dLbl>
              <c:idx val="205"/>
              <c:delete val="1"/>
            </c:dLbl>
            <c:dLbl>
              <c:idx val="206"/>
              <c:delete val="1"/>
            </c:dLbl>
            <c:dLbl>
              <c:idx val="207"/>
              <c:delete val="1"/>
            </c:dLbl>
            <c:dLbl>
              <c:idx val="208"/>
              <c:delete val="1"/>
            </c:dLbl>
            <c:dLbl>
              <c:idx val="209"/>
              <c:delete val="1"/>
            </c:dLbl>
            <c:dLbl>
              <c:idx val="210"/>
              <c:delete val="1"/>
            </c:dLbl>
            <c:dLbl>
              <c:idx val="211"/>
              <c:delete val="1"/>
            </c:dLbl>
            <c:dLbl>
              <c:idx val="212"/>
              <c:delete val="1"/>
            </c:dLbl>
            <c:dLbl>
              <c:idx val="213"/>
              <c:delete val="1"/>
            </c:dLbl>
            <c:dLbl>
              <c:idx val="214"/>
              <c:delete val="1"/>
            </c:dLbl>
            <c:dLbl>
              <c:idx val="215"/>
              <c:delete val="1"/>
            </c:dLbl>
            <c:dLbl>
              <c:idx val="216"/>
              <c:delete val="1"/>
            </c:dLbl>
            <c:dLbl>
              <c:idx val="217"/>
              <c:delete val="1"/>
            </c:dLbl>
            <c:dLbl>
              <c:idx val="218"/>
              <c:delete val="1"/>
            </c:dLbl>
            <c:dLbl>
              <c:idx val="219"/>
              <c:delete val="1"/>
            </c:dLbl>
            <c:dLbl>
              <c:idx val="220"/>
              <c:delete val="1"/>
            </c:dLbl>
            <c:dLbl>
              <c:idx val="221"/>
              <c:delete val="1"/>
            </c:dLbl>
            <c:dLbl>
              <c:idx val="222"/>
              <c:delete val="1"/>
            </c:dLbl>
            <c:dLbl>
              <c:idx val="223"/>
              <c:delete val="1"/>
            </c:dLbl>
            <c:dLbl>
              <c:idx val="224"/>
              <c:delete val="1"/>
            </c:dLbl>
            <c:dLbl>
              <c:idx val="225"/>
              <c:delete val="1"/>
            </c:dLbl>
            <c:dLbl>
              <c:idx val="226"/>
              <c:delete val="1"/>
            </c:dLbl>
            <c:dLbl>
              <c:idx val="227"/>
              <c:delete val="1"/>
            </c:dLbl>
            <c:dLbl>
              <c:idx val="228"/>
              <c:delete val="1"/>
            </c:dLbl>
            <c:dLbl>
              <c:idx val="229"/>
              <c:delete val="1"/>
            </c:dLbl>
            <c:dLbl>
              <c:idx val="230"/>
              <c:delete val="1"/>
            </c:dLbl>
            <c:dLbl>
              <c:idx val="231"/>
              <c:delete val="1"/>
            </c:dLbl>
            <c:dLbl>
              <c:idx val="232"/>
              <c:delete val="1"/>
            </c:dLbl>
            <c:dLbl>
              <c:idx val="233"/>
              <c:delete val="1"/>
            </c:dLbl>
            <c:dLbl>
              <c:idx val="234"/>
              <c:delete val="1"/>
            </c:dLbl>
            <c:dLbl>
              <c:idx val="235"/>
              <c:delete val="1"/>
            </c:dLbl>
            <c:dLbl>
              <c:idx val="236"/>
              <c:delete val="1"/>
            </c:dLbl>
            <c:dLbl>
              <c:idx val="237"/>
              <c:delete val="1"/>
            </c:dLbl>
            <c:dLbl>
              <c:idx val="238"/>
              <c:delete val="1"/>
            </c:dLbl>
            <c:dLbl>
              <c:idx val="239"/>
              <c:delete val="1"/>
            </c:dLbl>
            <c:dLbl>
              <c:idx val="240"/>
              <c:delete val="1"/>
            </c:dLbl>
            <c:dLbl>
              <c:idx val="241"/>
              <c:delete val="1"/>
            </c:dLbl>
            <c:dLbl>
              <c:idx val="242"/>
              <c:delete val="1"/>
            </c:dLbl>
            <c:dLbl>
              <c:idx val="243"/>
              <c:delete val="1"/>
            </c:dLbl>
            <c:dLbl>
              <c:idx val="244"/>
              <c:delete val="1"/>
            </c:dLbl>
            <c:dLbl>
              <c:idx val="245"/>
              <c:delete val="1"/>
            </c:dLbl>
            <c:dLbl>
              <c:idx val="246"/>
              <c:delete val="1"/>
            </c:dLbl>
            <c:dLbl>
              <c:idx val="247"/>
              <c:delete val="1"/>
            </c:dLbl>
            <c:dLbl>
              <c:idx val="248"/>
              <c:delete val="1"/>
            </c:dLbl>
            <c:dLbl>
              <c:idx val="249"/>
              <c:delete val="1"/>
            </c:dLbl>
            <c:dLbl>
              <c:idx val="250"/>
              <c:delete val="1"/>
            </c:dLbl>
            <c:dLbl>
              <c:idx val="251"/>
              <c:delete val="1"/>
            </c:dLbl>
            <c:dLbl>
              <c:idx val="252"/>
              <c:delete val="1"/>
            </c:dLbl>
            <c:dLbl>
              <c:idx val="253"/>
              <c:delete val="1"/>
            </c:dLbl>
            <c:dLbl>
              <c:idx val="254"/>
              <c:delete val="1"/>
            </c:dLbl>
            <c:dLbl>
              <c:idx val="255"/>
              <c:delete val="1"/>
            </c:dLbl>
            <c:dLbl>
              <c:idx val="256"/>
              <c:delete val="1"/>
            </c:dLbl>
            <c:dLbl>
              <c:idx val="257"/>
              <c:delete val="1"/>
            </c:dLbl>
            <c:dLbl>
              <c:idx val="258"/>
              <c:delete val="1"/>
            </c:dLbl>
            <c:dLbl>
              <c:idx val="259"/>
              <c:delete val="1"/>
            </c:dLbl>
            <c:dLbl>
              <c:idx val="260"/>
              <c:delete val="1"/>
            </c:dLbl>
            <c:dLbl>
              <c:idx val="261"/>
              <c:delete val="1"/>
            </c:dLbl>
            <c:dLbl>
              <c:idx val="262"/>
              <c:delete val="1"/>
            </c:dLbl>
            <c:dLbl>
              <c:idx val="263"/>
              <c:delete val="1"/>
            </c:dLbl>
            <c:dLbl>
              <c:idx val="264"/>
              <c:delete val="1"/>
            </c:dLbl>
            <c:dLbl>
              <c:idx val="265"/>
              <c:delete val="1"/>
            </c:dLbl>
            <c:dLbl>
              <c:idx val="266"/>
              <c:delete val="1"/>
            </c:dLbl>
            <c:dLbl>
              <c:idx val="267"/>
              <c:delete val="1"/>
            </c:dLbl>
            <c:dLbl>
              <c:idx val="268"/>
              <c:delete val="1"/>
            </c:dLbl>
            <c:dLbl>
              <c:idx val="269"/>
              <c:delete val="1"/>
            </c:dLbl>
            <c:dLbl>
              <c:idx val="270"/>
              <c:delete val="1"/>
            </c:dLbl>
            <c:dLbl>
              <c:idx val="271"/>
              <c:delete val="1"/>
            </c:dLbl>
            <c:dLbl>
              <c:idx val="272"/>
              <c:delete val="1"/>
            </c:dLbl>
            <c:dLbl>
              <c:idx val="273"/>
              <c:delete val="1"/>
            </c:dLbl>
            <c:dLbl>
              <c:idx val="274"/>
              <c:delete val="1"/>
            </c:dLbl>
            <c:dLbl>
              <c:idx val="275"/>
              <c:delete val="1"/>
            </c:dLbl>
            <c:dLbl>
              <c:idx val="276"/>
              <c:delete val="1"/>
            </c:dLbl>
            <c:dLbl>
              <c:idx val="277"/>
              <c:delete val="1"/>
            </c:dLbl>
            <c:dLbl>
              <c:idx val="278"/>
              <c:delete val="1"/>
            </c:dLbl>
            <c:dLbl>
              <c:idx val="279"/>
              <c:delete val="1"/>
            </c:dLbl>
            <c:dLbl>
              <c:idx val="280"/>
              <c:delete val="1"/>
            </c:dLbl>
            <c:dLbl>
              <c:idx val="281"/>
              <c:delete val="1"/>
            </c:dLbl>
            <c:dLbl>
              <c:idx val="282"/>
              <c:delete val="1"/>
            </c:dLbl>
            <c:dLbl>
              <c:idx val="283"/>
              <c:delete val="1"/>
            </c:dLbl>
            <c:dLbl>
              <c:idx val="284"/>
              <c:delete val="1"/>
            </c:dLbl>
            <c:dLbl>
              <c:idx val="285"/>
              <c:delete val="1"/>
            </c:dLbl>
            <c:dLbl>
              <c:idx val="286"/>
              <c:delete val="1"/>
            </c:dLbl>
            <c:dLbl>
              <c:idx val="287"/>
              <c:delete val="1"/>
            </c:dLbl>
            <c:dLbl>
              <c:idx val="288"/>
              <c:delete val="1"/>
            </c:dLbl>
            <c:dLbl>
              <c:idx val="289"/>
              <c:delete val="1"/>
            </c:dLbl>
            <c:dLbl>
              <c:idx val="290"/>
              <c:delete val="1"/>
            </c:dLbl>
            <c:dLbl>
              <c:idx val="291"/>
              <c:delete val="1"/>
            </c:dLbl>
            <c:dLbl>
              <c:idx val="292"/>
              <c:delete val="1"/>
            </c:dLbl>
            <c:dLbl>
              <c:idx val="293"/>
              <c:delete val="1"/>
            </c:dLbl>
            <c:dLbl>
              <c:idx val="294"/>
              <c:delete val="1"/>
            </c:dLbl>
            <c:dLbl>
              <c:idx val="295"/>
              <c:delete val="1"/>
            </c:dLbl>
            <c:dLbl>
              <c:idx val="296"/>
              <c:delete val="1"/>
            </c:dLbl>
            <c:dLbl>
              <c:idx val="297"/>
              <c:delete val="1"/>
            </c:dLbl>
            <c:dLbl>
              <c:idx val="298"/>
              <c:delete val="1"/>
            </c:dLbl>
            <c:dLbl>
              <c:idx val="299"/>
              <c:delete val="1"/>
            </c:dLbl>
            <c:dLbl>
              <c:idx val="300"/>
              <c:delete val="1"/>
            </c:dLbl>
            <c:dLbl>
              <c:idx val="301"/>
              <c:delete val="1"/>
            </c:dLbl>
            <c:dLbl>
              <c:idx val="302"/>
              <c:delete val="1"/>
            </c:dLbl>
            <c:dLbl>
              <c:idx val="303"/>
              <c:delete val="1"/>
            </c:dLbl>
            <c:dLbl>
              <c:idx val="304"/>
              <c:delete val="1"/>
            </c:dLbl>
            <c:dLbl>
              <c:idx val="305"/>
              <c:delete val="1"/>
            </c:dLbl>
            <c:dLbl>
              <c:idx val="306"/>
              <c:delete val="1"/>
            </c:dLbl>
            <c:dLbl>
              <c:idx val="307"/>
              <c:delete val="1"/>
            </c:dLbl>
            <c:dLbl>
              <c:idx val="308"/>
              <c:delete val="1"/>
            </c:dLbl>
            <c:dLbl>
              <c:idx val="309"/>
              <c:delete val="1"/>
            </c:dLbl>
            <c:dLbl>
              <c:idx val="310"/>
              <c:delete val="1"/>
            </c:dLbl>
            <c:dLbl>
              <c:idx val="311"/>
              <c:delete val="1"/>
            </c:dLbl>
            <c:dLbl>
              <c:idx val="312"/>
              <c:delete val="1"/>
            </c:dLbl>
            <c:dLbl>
              <c:idx val="313"/>
              <c:delete val="1"/>
            </c:dLbl>
            <c:dLbl>
              <c:idx val="314"/>
              <c:delete val="1"/>
            </c:dLbl>
            <c:dLbl>
              <c:idx val="315"/>
              <c:delete val="1"/>
            </c:dLbl>
            <c:dLbl>
              <c:idx val="316"/>
              <c:delete val="1"/>
            </c:dLbl>
            <c:dLbl>
              <c:idx val="317"/>
              <c:delete val="1"/>
            </c:dLbl>
            <c:dLbl>
              <c:idx val="318"/>
              <c:delete val="1"/>
            </c:dLbl>
            <c:dLbl>
              <c:idx val="319"/>
              <c:delete val="1"/>
            </c:dLbl>
            <c:dLbl>
              <c:idx val="320"/>
              <c:delete val="1"/>
            </c:dLbl>
            <c:dLbl>
              <c:idx val="321"/>
              <c:delete val="1"/>
            </c:dLbl>
            <c:dLbl>
              <c:idx val="322"/>
              <c:delete val="1"/>
            </c:dLbl>
            <c:dLbl>
              <c:idx val="323"/>
              <c:delete val="1"/>
            </c:dLbl>
            <c:dLbl>
              <c:idx val="324"/>
              <c:delete val="1"/>
            </c:dLbl>
            <c:dLbl>
              <c:idx val="325"/>
              <c:delete val="1"/>
            </c:dLbl>
            <c:dLbl>
              <c:idx val="326"/>
              <c:delete val="1"/>
            </c:dLbl>
            <c:dLbl>
              <c:idx val="327"/>
              <c:delete val="1"/>
            </c:dLbl>
            <c:dLbl>
              <c:idx val="328"/>
              <c:delete val="1"/>
            </c:dLbl>
            <c:dLbl>
              <c:idx val="329"/>
              <c:layout/>
              <c:numFmt formatCode="0.000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lang="zh-CN" sz="1000" b="0" i="0" u="none" strike="noStrike" kern="1200" baseline="0">
                      <a:solidFill>
                        <a:srgbClr val="C00000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/>
              </c:ext>
            </c:extLst>
          </c:dLbls>
          <c:cat>
            <c:numRef>
              <c:f>'[20260624-产品一页通.xlsx]交鑫致远6个月101号'!$A$2:$A$331</c:f>
              <c:numCache>
                <c:formatCode>yyyy/mm/dd</c:formatCode>
                <c:ptCount val="330"/>
                <c:pt idx="0" c:formatCode="yyyy/mm/dd">
                  <c:v>45855</c:v>
                </c:pt>
                <c:pt idx="1" c:formatCode="yyyy/mm/dd">
                  <c:v>45856</c:v>
                </c:pt>
                <c:pt idx="2" c:formatCode="yyyy/mm/dd">
                  <c:v>45859</c:v>
                </c:pt>
                <c:pt idx="3" c:formatCode="yyyy/mm/dd">
                  <c:v>45860</c:v>
                </c:pt>
                <c:pt idx="4" c:formatCode="yyyy/mm/dd">
                  <c:v>45861</c:v>
                </c:pt>
                <c:pt idx="5" c:formatCode="yyyy/mm/dd">
                  <c:v>45862</c:v>
                </c:pt>
                <c:pt idx="6" c:formatCode="yyyy/mm/dd">
                  <c:v>45863</c:v>
                </c:pt>
                <c:pt idx="7" c:formatCode="yyyy/mm/dd">
                  <c:v>45866</c:v>
                </c:pt>
                <c:pt idx="8" c:formatCode="yyyy/mm/dd">
                  <c:v>45867</c:v>
                </c:pt>
                <c:pt idx="9" c:formatCode="yyyy/mm/dd">
                  <c:v>45868</c:v>
                </c:pt>
                <c:pt idx="10" c:formatCode="yyyy/mm/dd">
                  <c:v>45869</c:v>
                </c:pt>
                <c:pt idx="11" c:formatCode="yyyy/mm/dd">
                  <c:v>45870</c:v>
                </c:pt>
                <c:pt idx="12" c:formatCode="yyyy/mm/dd">
                  <c:v>45873</c:v>
                </c:pt>
                <c:pt idx="13" c:formatCode="yyyy/mm/dd">
                  <c:v>45874</c:v>
                </c:pt>
                <c:pt idx="14" c:formatCode="yyyy/mm/dd">
                  <c:v>45875</c:v>
                </c:pt>
                <c:pt idx="15" c:formatCode="yyyy/mm/dd">
                  <c:v>45876</c:v>
                </c:pt>
                <c:pt idx="16" c:formatCode="yyyy/mm/dd">
                  <c:v>45877</c:v>
                </c:pt>
                <c:pt idx="17" c:formatCode="yyyy/mm/dd">
                  <c:v>45880</c:v>
                </c:pt>
                <c:pt idx="18" c:formatCode="yyyy/mm/dd">
                  <c:v>45881</c:v>
                </c:pt>
                <c:pt idx="19" c:formatCode="yyyy/mm/dd">
                  <c:v>45882</c:v>
                </c:pt>
                <c:pt idx="20" c:formatCode="yyyy/mm/dd">
                  <c:v>45883</c:v>
                </c:pt>
                <c:pt idx="21" c:formatCode="yyyy/mm/dd">
                  <c:v>45884</c:v>
                </c:pt>
                <c:pt idx="22" c:formatCode="yyyy/mm/dd">
                  <c:v>45887</c:v>
                </c:pt>
                <c:pt idx="23" c:formatCode="yyyy/mm/dd">
                  <c:v>45888</c:v>
                </c:pt>
                <c:pt idx="24" c:formatCode="yyyy/mm/dd">
                  <c:v>45889</c:v>
                </c:pt>
                <c:pt idx="25" c:formatCode="yyyy/mm/dd">
                  <c:v>45890</c:v>
                </c:pt>
                <c:pt idx="26" c:formatCode="yyyy/mm/dd">
                  <c:v>45891</c:v>
                </c:pt>
                <c:pt idx="27" c:formatCode="yyyy/mm/dd">
                  <c:v>45894</c:v>
                </c:pt>
                <c:pt idx="28" c:formatCode="yyyy/mm/dd">
                  <c:v>45895</c:v>
                </c:pt>
                <c:pt idx="29" c:formatCode="yyyy/mm/dd">
                  <c:v>45896</c:v>
                </c:pt>
                <c:pt idx="30" c:formatCode="yyyy/mm/dd">
                  <c:v>45897</c:v>
                </c:pt>
                <c:pt idx="31" c:formatCode="yyyy/mm/dd">
                  <c:v>45898</c:v>
                </c:pt>
                <c:pt idx="32" c:formatCode="yyyy/mm/dd">
                  <c:v>45900</c:v>
                </c:pt>
                <c:pt idx="33" c:formatCode="yyyy/mm/dd">
                  <c:v>45901</c:v>
                </c:pt>
                <c:pt idx="34" c:formatCode="yyyy/mm/dd">
                  <c:v>45902</c:v>
                </c:pt>
                <c:pt idx="35" c:formatCode="yyyy/mm/dd">
                  <c:v>45903</c:v>
                </c:pt>
                <c:pt idx="36" c:formatCode="yyyy/mm/dd">
                  <c:v>45904</c:v>
                </c:pt>
                <c:pt idx="37" c:formatCode="yyyy/mm/dd">
                  <c:v>45905</c:v>
                </c:pt>
                <c:pt idx="38" c:formatCode="yyyy/mm/dd">
                  <c:v>45906</c:v>
                </c:pt>
                <c:pt idx="39" c:formatCode="yyyy/mm/dd">
                  <c:v>45907</c:v>
                </c:pt>
                <c:pt idx="40" c:formatCode="yyyy/mm/dd">
                  <c:v>45908</c:v>
                </c:pt>
                <c:pt idx="41" c:formatCode="yyyy/mm/dd">
                  <c:v>45909</c:v>
                </c:pt>
                <c:pt idx="42" c:formatCode="yyyy/mm/dd">
                  <c:v>45910</c:v>
                </c:pt>
                <c:pt idx="43" c:formatCode="yyyy/mm/dd">
                  <c:v>45911</c:v>
                </c:pt>
                <c:pt idx="44" c:formatCode="yyyy/mm/dd">
                  <c:v>45912</c:v>
                </c:pt>
                <c:pt idx="45" c:formatCode="yyyy/mm/dd">
                  <c:v>45913</c:v>
                </c:pt>
                <c:pt idx="46" c:formatCode="yyyy/mm/dd">
                  <c:v>45914</c:v>
                </c:pt>
                <c:pt idx="47" c:formatCode="yyyy/mm/dd">
                  <c:v>45915</c:v>
                </c:pt>
                <c:pt idx="48" c:formatCode="yyyy/mm/dd">
                  <c:v>45916</c:v>
                </c:pt>
                <c:pt idx="49" c:formatCode="yyyy/mm/dd">
                  <c:v>45917</c:v>
                </c:pt>
                <c:pt idx="50" c:formatCode="yyyy/mm/dd">
                  <c:v>45918</c:v>
                </c:pt>
                <c:pt idx="51" c:formatCode="yyyy/mm/dd">
                  <c:v>45919</c:v>
                </c:pt>
                <c:pt idx="52" c:formatCode="yyyy/mm/dd">
                  <c:v>45920</c:v>
                </c:pt>
                <c:pt idx="53" c:formatCode="yyyy/mm/dd">
                  <c:v>45921</c:v>
                </c:pt>
                <c:pt idx="54" c:formatCode="yyyy/mm/dd">
                  <c:v>45922</c:v>
                </c:pt>
                <c:pt idx="55" c:formatCode="yyyy/mm/dd">
                  <c:v>45923</c:v>
                </c:pt>
                <c:pt idx="56" c:formatCode="yyyy/mm/dd">
                  <c:v>45924</c:v>
                </c:pt>
                <c:pt idx="57" c:formatCode="yyyy/mm/dd">
                  <c:v>45925</c:v>
                </c:pt>
                <c:pt idx="58" c:formatCode="yyyy/mm/dd">
                  <c:v>45926</c:v>
                </c:pt>
                <c:pt idx="59" c:formatCode="yyyy/mm/dd">
                  <c:v>45927</c:v>
                </c:pt>
                <c:pt idx="60" c:formatCode="yyyy/mm/dd">
                  <c:v>45928</c:v>
                </c:pt>
                <c:pt idx="61" c:formatCode="yyyy/mm/dd">
                  <c:v>45929</c:v>
                </c:pt>
                <c:pt idx="62" c:formatCode="yyyy/mm/dd">
                  <c:v>45930</c:v>
                </c:pt>
                <c:pt idx="63" c:formatCode="yyyy/mm/dd">
                  <c:v>45931</c:v>
                </c:pt>
                <c:pt idx="64" c:formatCode="yyyy/mm/dd">
                  <c:v>45932</c:v>
                </c:pt>
                <c:pt idx="65" c:formatCode="yyyy/mm/dd">
                  <c:v>45933</c:v>
                </c:pt>
                <c:pt idx="66" c:formatCode="yyyy/mm/dd">
                  <c:v>45934</c:v>
                </c:pt>
                <c:pt idx="67" c:formatCode="yyyy/mm/dd">
                  <c:v>45935</c:v>
                </c:pt>
                <c:pt idx="68" c:formatCode="yyyy/mm/dd">
                  <c:v>45936</c:v>
                </c:pt>
                <c:pt idx="69" c:formatCode="yyyy/mm/dd">
                  <c:v>45937</c:v>
                </c:pt>
                <c:pt idx="70" c:formatCode="yyyy/mm/dd">
                  <c:v>45938</c:v>
                </c:pt>
                <c:pt idx="71" c:formatCode="yyyy/mm/dd">
                  <c:v>45939</c:v>
                </c:pt>
                <c:pt idx="72" c:formatCode="yyyy/mm/dd">
                  <c:v>45940</c:v>
                </c:pt>
                <c:pt idx="73" c:formatCode="yyyy/mm/dd">
                  <c:v>45941</c:v>
                </c:pt>
                <c:pt idx="74" c:formatCode="yyyy/mm/dd">
                  <c:v>45942</c:v>
                </c:pt>
                <c:pt idx="75" c:formatCode="yyyy/mm/dd">
                  <c:v>45943</c:v>
                </c:pt>
                <c:pt idx="76" c:formatCode="yyyy/mm/dd">
                  <c:v>45944</c:v>
                </c:pt>
                <c:pt idx="77" c:formatCode="yyyy/mm/dd">
                  <c:v>45945</c:v>
                </c:pt>
                <c:pt idx="78" c:formatCode="yyyy/mm/dd">
                  <c:v>45946</c:v>
                </c:pt>
                <c:pt idx="79" c:formatCode="yyyy/mm/dd">
                  <c:v>45947</c:v>
                </c:pt>
                <c:pt idx="80" c:formatCode="yyyy/mm/dd">
                  <c:v>45948</c:v>
                </c:pt>
                <c:pt idx="81" c:formatCode="yyyy/mm/dd">
                  <c:v>45949</c:v>
                </c:pt>
                <c:pt idx="82" c:formatCode="yyyy/mm/dd">
                  <c:v>45950</c:v>
                </c:pt>
                <c:pt idx="83" c:formatCode="yyyy/mm/dd">
                  <c:v>45951</c:v>
                </c:pt>
                <c:pt idx="84" c:formatCode="yyyy/mm/dd">
                  <c:v>45952</c:v>
                </c:pt>
                <c:pt idx="85" c:formatCode="yyyy/mm/dd">
                  <c:v>45953</c:v>
                </c:pt>
                <c:pt idx="86" c:formatCode="yyyy/mm/dd">
                  <c:v>45954</c:v>
                </c:pt>
                <c:pt idx="87" c:formatCode="yyyy/mm/dd">
                  <c:v>45955</c:v>
                </c:pt>
                <c:pt idx="88" c:formatCode="yyyy/mm/dd">
                  <c:v>45956</c:v>
                </c:pt>
                <c:pt idx="89" c:formatCode="yyyy/mm/dd">
                  <c:v>45957</c:v>
                </c:pt>
                <c:pt idx="90" c:formatCode="yyyy/mm/dd">
                  <c:v>45958</c:v>
                </c:pt>
                <c:pt idx="91" c:formatCode="yyyy/mm/dd">
                  <c:v>45959</c:v>
                </c:pt>
                <c:pt idx="92" c:formatCode="yyyy/mm/dd">
                  <c:v>45960</c:v>
                </c:pt>
                <c:pt idx="93" c:formatCode="yyyy/mm/dd">
                  <c:v>45961</c:v>
                </c:pt>
                <c:pt idx="94" c:formatCode="yyyy/mm/dd">
                  <c:v>45962</c:v>
                </c:pt>
                <c:pt idx="95" c:formatCode="yyyy/mm/dd">
                  <c:v>45963</c:v>
                </c:pt>
                <c:pt idx="96" c:formatCode="yyyy/mm/dd">
                  <c:v>45964</c:v>
                </c:pt>
                <c:pt idx="97" c:formatCode="yyyy/mm/dd">
                  <c:v>45965</c:v>
                </c:pt>
                <c:pt idx="98" c:formatCode="yyyy/mm/dd">
                  <c:v>45966</c:v>
                </c:pt>
                <c:pt idx="99" c:formatCode="yyyy/mm/dd">
                  <c:v>45967</c:v>
                </c:pt>
                <c:pt idx="100" c:formatCode="yyyy/mm/dd">
                  <c:v>45968</c:v>
                </c:pt>
                <c:pt idx="101" c:formatCode="yyyy/mm/dd">
                  <c:v>45969</c:v>
                </c:pt>
                <c:pt idx="102" c:formatCode="yyyy/mm/dd">
                  <c:v>45970</c:v>
                </c:pt>
                <c:pt idx="103" c:formatCode="yyyy/mm/dd">
                  <c:v>45971</c:v>
                </c:pt>
                <c:pt idx="104" c:formatCode="yyyy/mm/dd">
                  <c:v>45972</c:v>
                </c:pt>
                <c:pt idx="105" c:formatCode="yyyy/mm/dd">
                  <c:v>45973</c:v>
                </c:pt>
                <c:pt idx="106" c:formatCode="yyyy/mm/dd">
                  <c:v>45974</c:v>
                </c:pt>
                <c:pt idx="107" c:formatCode="yyyy/mm/dd">
                  <c:v>45975</c:v>
                </c:pt>
                <c:pt idx="108" c:formatCode="yyyy/mm/dd">
                  <c:v>45976</c:v>
                </c:pt>
                <c:pt idx="109" c:formatCode="yyyy/mm/dd">
                  <c:v>45977</c:v>
                </c:pt>
                <c:pt idx="110" c:formatCode="yyyy/mm/dd">
                  <c:v>45978</c:v>
                </c:pt>
                <c:pt idx="111" c:formatCode="yyyy/mm/dd">
                  <c:v>45979</c:v>
                </c:pt>
                <c:pt idx="112" c:formatCode="yyyy/mm/dd">
                  <c:v>45980</c:v>
                </c:pt>
                <c:pt idx="113" c:formatCode="yyyy/mm/dd">
                  <c:v>45981</c:v>
                </c:pt>
                <c:pt idx="114" c:formatCode="yyyy/mm/dd">
                  <c:v>45982</c:v>
                </c:pt>
                <c:pt idx="115" c:formatCode="yyyy/mm/dd">
                  <c:v>45983</c:v>
                </c:pt>
                <c:pt idx="116" c:formatCode="yyyy/mm/dd">
                  <c:v>45984</c:v>
                </c:pt>
                <c:pt idx="117" c:formatCode="yyyy/mm/dd">
                  <c:v>45985</c:v>
                </c:pt>
                <c:pt idx="118" c:formatCode="yyyy/mm/dd">
                  <c:v>45986</c:v>
                </c:pt>
                <c:pt idx="119" c:formatCode="yyyy/mm/dd">
                  <c:v>45987</c:v>
                </c:pt>
                <c:pt idx="120" c:formatCode="yyyy/mm/dd">
                  <c:v>45988</c:v>
                </c:pt>
                <c:pt idx="121" c:formatCode="yyyy/mm/dd">
                  <c:v>45989</c:v>
                </c:pt>
                <c:pt idx="122" c:formatCode="yyyy/mm/dd">
                  <c:v>45990</c:v>
                </c:pt>
                <c:pt idx="123" c:formatCode="yyyy/mm/dd">
                  <c:v>45991</c:v>
                </c:pt>
                <c:pt idx="124" c:formatCode="yyyy/mm/dd">
                  <c:v>45992</c:v>
                </c:pt>
                <c:pt idx="125" c:formatCode="yyyy/mm/dd">
                  <c:v>45993</c:v>
                </c:pt>
                <c:pt idx="126" c:formatCode="yyyy/mm/dd">
                  <c:v>45994</c:v>
                </c:pt>
                <c:pt idx="127" c:formatCode="yyyy/mm/dd">
                  <c:v>45995</c:v>
                </c:pt>
                <c:pt idx="128" c:formatCode="yyyy/mm/dd">
                  <c:v>45996</c:v>
                </c:pt>
                <c:pt idx="129" c:formatCode="yyyy/mm/dd">
                  <c:v>45997</c:v>
                </c:pt>
                <c:pt idx="130" c:formatCode="yyyy/mm/dd">
                  <c:v>45998</c:v>
                </c:pt>
                <c:pt idx="131" c:formatCode="yyyy/mm/dd">
                  <c:v>45999</c:v>
                </c:pt>
                <c:pt idx="132" c:formatCode="yyyy/mm/dd">
                  <c:v>46000</c:v>
                </c:pt>
                <c:pt idx="133" c:formatCode="yyyy/mm/dd">
                  <c:v>46001</c:v>
                </c:pt>
                <c:pt idx="134" c:formatCode="yyyy/mm/dd">
                  <c:v>46002</c:v>
                </c:pt>
                <c:pt idx="135" c:formatCode="yyyy/mm/dd">
                  <c:v>46003</c:v>
                </c:pt>
                <c:pt idx="136" c:formatCode="yyyy/mm/dd">
                  <c:v>46004</c:v>
                </c:pt>
                <c:pt idx="137" c:formatCode="yyyy/mm/dd">
                  <c:v>46005</c:v>
                </c:pt>
                <c:pt idx="138" c:formatCode="yyyy/mm/dd">
                  <c:v>46006</c:v>
                </c:pt>
                <c:pt idx="139" c:formatCode="yyyy/mm/dd">
                  <c:v>46007</c:v>
                </c:pt>
                <c:pt idx="140" c:formatCode="yyyy/mm/dd">
                  <c:v>46008</c:v>
                </c:pt>
                <c:pt idx="141" c:formatCode="yyyy/mm/dd">
                  <c:v>46009</c:v>
                </c:pt>
                <c:pt idx="142" c:formatCode="yyyy/mm/dd">
                  <c:v>46010</c:v>
                </c:pt>
                <c:pt idx="143" c:formatCode="yyyy/mm/dd">
                  <c:v>46011</c:v>
                </c:pt>
                <c:pt idx="144" c:formatCode="yyyy/mm/dd">
                  <c:v>46012</c:v>
                </c:pt>
                <c:pt idx="145" c:formatCode="yyyy/mm/dd">
                  <c:v>46013</c:v>
                </c:pt>
                <c:pt idx="146" c:formatCode="yyyy/mm/dd">
                  <c:v>46014</c:v>
                </c:pt>
                <c:pt idx="147" c:formatCode="yyyy/mm/dd">
                  <c:v>46015</c:v>
                </c:pt>
                <c:pt idx="148" c:formatCode="yyyy/mm/dd">
                  <c:v>46016</c:v>
                </c:pt>
                <c:pt idx="149" c:formatCode="yyyy/mm/dd">
                  <c:v>46017</c:v>
                </c:pt>
                <c:pt idx="150" c:formatCode="yyyy/mm/dd">
                  <c:v>46018</c:v>
                </c:pt>
                <c:pt idx="151" c:formatCode="yyyy/mm/dd">
                  <c:v>46019</c:v>
                </c:pt>
                <c:pt idx="152" c:formatCode="yyyy/mm/dd">
                  <c:v>46020</c:v>
                </c:pt>
                <c:pt idx="153" c:formatCode="yyyy/mm/dd">
                  <c:v>46021</c:v>
                </c:pt>
                <c:pt idx="154" c:formatCode="yyyy/mm/dd">
                  <c:v>46022</c:v>
                </c:pt>
                <c:pt idx="155" c:formatCode="yyyy/mm/dd">
                  <c:v>46023</c:v>
                </c:pt>
                <c:pt idx="156" c:formatCode="yyyy/mm/dd">
                  <c:v>46024</c:v>
                </c:pt>
                <c:pt idx="157" c:formatCode="yyyy/mm/dd">
                  <c:v>46025</c:v>
                </c:pt>
                <c:pt idx="158" c:formatCode="yyyy/mm/dd">
                  <c:v>46026</c:v>
                </c:pt>
                <c:pt idx="159" c:formatCode="yyyy/mm/dd">
                  <c:v>46027</c:v>
                </c:pt>
                <c:pt idx="160" c:formatCode="yyyy/mm/dd">
                  <c:v>46028</c:v>
                </c:pt>
                <c:pt idx="161" c:formatCode="yyyy/mm/dd">
                  <c:v>46029</c:v>
                </c:pt>
                <c:pt idx="162" c:formatCode="yyyy/mm/dd">
                  <c:v>46030</c:v>
                </c:pt>
                <c:pt idx="163" c:formatCode="yyyy/mm/dd">
                  <c:v>46031</c:v>
                </c:pt>
                <c:pt idx="164" c:formatCode="yyyy/mm/dd">
                  <c:v>46032</c:v>
                </c:pt>
                <c:pt idx="165" c:formatCode="yyyy/mm/dd">
                  <c:v>46033</c:v>
                </c:pt>
                <c:pt idx="166" c:formatCode="yyyy/mm/dd">
                  <c:v>46034</c:v>
                </c:pt>
                <c:pt idx="167" c:formatCode="yyyy/mm/dd">
                  <c:v>46035</c:v>
                </c:pt>
                <c:pt idx="168" c:formatCode="yyyy/mm/dd">
                  <c:v>46036</c:v>
                </c:pt>
                <c:pt idx="169" c:formatCode="yyyy/mm/dd">
                  <c:v>46037</c:v>
                </c:pt>
                <c:pt idx="170" c:formatCode="yyyy/mm/dd">
                  <c:v>46038</c:v>
                </c:pt>
                <c:pt idx="171" c:formatCode="yyyy/mm/dd">
                  <c:v>46039</c:v>
                </c:pt>
                <c:pt idx="172" c:formatCode="yyyy/mm/dd">
                  <c:v>46040</c:v>
                </c:pt>
                <c:pt idx="173" c:formatCode="yyyy/mm/dd">
                  <c:v>46041</c:v>
                </c:pt>
                <c:pt idx="174" c:formatCode="yyyy/mm/dd">
                  <c:v>46042</c:v>
                </c:pt>
                <c:pt idx="175" c:formatCode="yyyy/mm/dd">
                  <c:v>46043</c:v>
                </c:pt>
                <c:pt idx="176" c:formatCode="yyyy/mm/dd">
                  <c:v>46044</c:v>
                </c:pt>
                <c:pt idx="177" c:formatCode="yyyy/mm/dd">
                  <c:v>46045</c:v>
                </c:pt>
                <c:pt idx="178" c:formatCode="yyyy/mm/dd">
                  <c:v>46046</c:v>
                </c:pt>
                <c:pt idx="179" c:formatCode="yyyy/mm/dd">
                  <c:v>46047</c:v>
                </c:pt>
                <c:pt idx="180" c:formatCode="yyyy/mm/dd">
                  <c:v>46048</c:v>
                </c:pt>
                <c:pt idx="181" c:formatCode="yyyy/mm/dd">
                  <c:v>46049</c:v>
                </c:pt>
                <c:pt idx="182" c:formatCode="yyyy/mm/dd">
                  <c:v>46050</c:v>
                </c:pt>
                <c:pt idx="183" c:formatCode="yyyy/mm/dd">
                  <c:v>46051</c:v>
                </c:pt>
                <c:pt idx="184" c:formatCode="yyyy/mm/dd">
                  <c:v>46052</c:v>
                </c:pt>
                <c:pt idx="185" c:formatCode="yyyy/mm/dd">
                  <c:v>46053</c:v>
                </c:pt>
                <c:pt idx="186" c:formatCode="yyyy/mm/dd">
                  <c:v>46054</c:v>
                </c:pt>
                <c:pt idx="187" c:formatCode="yyyy/mm/dd">
                  <c:v>46055</c:v>
                </c:pt>
                <c:pt idx="188" c:formatCode="yyyy/mm/dd">
                  <c:v>46056</c:v>
                </c:pt>
                <c:pt idx="189" c:formatCode="yyyy/mm/dd">
                  <c:v>46057</c:v>
                </c:pt>
                <c:pt idx="190" c:formatCode="yyyy/mm/dd">
                  <c:v>46058</c:v>
                </c:pt>
                <c:pt idx="191" c:formatCode="yyyy/mm/dd">
                  <c:v>46059</c:v>
                </c:pt>
                <c:pt idx="192" c:formatCode="yyyy/mm/dd">
                  <c:v>46060</c:v>
                </c:pt>
                <c:pt idx="193" c:formatCode="yyyy/mm/dd">
                  <c:v>46061</c:v>
                </c:pt>
                <c:pt idx="194" c:formatCode="yyyy/mm/dd">
                  <c:v>46062</c:v>
                </c:pt>
                <c:pt idx="195" c:formatCode="yyyy/mm/dd">
                  <c:v>46063</c:v>
                </c:pt>
                <c:pt idx="196" c:formatCode="yyyy/mm/dd">
                  <c:v>46064</c:v>
                </c:pt>
                <c:pt idx="197" c:formatCode="yyyy/mm/dd">
                  <c:v>46065</c:v>
                </c:pt>
                <c:pt idx="198" c:formatCode="yyyy/mm/dd">
                  <c:v>46066</c:v>
                </c:pt>
                <c:pt idx="199" c:formatCode="yyyy/mm/dd">
                  <c:v>46067</c:v>
                </c:pt>
                <c:pt idx="200" c:formatCode="yyyy/mm/dd">
                  <c:v>46068</c:v>
                </c:pt>
                <c:pt idx="201" c:formatCode="yyyy/mm/dd">
                  <c:v>46069</c:v>
                </c:pt>
                <c:pt idx="202" c:formatCode="yyyy/mm/dd">
                  <c:v>46070</c:v>
                </c:pt>
                <c:pt idx="203" c:formatCode="yyyy/mm/dd">
                  <c:v>46071</c:v>
                </c:pt>
                <c:pt idx="204" c:formatCode="yyyy/mm/dd">
                  <c:v>46072</c:v>
                </c:pt>
                <c:pt idx="205" c:formatCode="yyyy/mm/dd">
                  <c:v>46073</c:v>
                </c:pt>
                <c:pt idx="206" c:formatCode="yyyy/mm/dd">
                  <c:v>46074</c:v>
                </c:pt>
                <c:pt idx="207" c:formatCode="yyyy/mm/dd">
                  <c:v>46075</c:v>
                </c:pt>
                <c:pt idx="208" c:formatCode="yyyy/mm/dd">
                  <c:v>46076</c:v>
                </c:pt>
                <c:pt idx="209" c:formatCode="yyyy/mm/dd">
                  <c:v>46077</c:v>
                </c:pt>
                <c:pt idx="210" c:formatCode="yyyy/mm/dd">
                  <c:v>46078</c:v>
                </c:pt>
                <c:pt idx="211" c:formatCode="yyyy/mm/dd">
                  <c:v>46079</c:v>
                </c:pt>
                <c:pt idx="212" c:formatCode="yyyy/mm/dd">
                  <c:v>46080</c:v>
                </c:pt>
                <c:pt idx="213" c:formatCode="yyyy/mm/dd">
                  <c:v>46081</c:v>
                </c:pt>
                <c:pt idx="214" c:formatCode="yyyy/mm/dd">
                  <c:v>46082</c:v>
                </c:pt>
                <c:pt idx="215" c:formatCode="yyyy/mm/dd">
                  <c:v>46083</c:v>
                </c:pt>
                <c:pt idx="216" c:formatCode="yyyy/mm/dd">
                  <c:v>46084</c:v>
                </c:pt>
                <c:pt idx="217" c:formatCode="yyyy/mm/dd">
                  <c:v>46085</c:v>
                </c:pt>
                <c:pt idx="218" c:formatCode="yyyy/mm/dd">
                  <c:v>46086</c:v>
                </c:pt>
                <c:pt idx="219" c:formatCode="yyyy/mm/dd">
                  <c:v>46087</c:v>
                </c:pt>
                <c:pt idx="220" c:formatCode="yyyy/mm/dd">
                  <c:v>46088</c:v>
                </c:pt>
                <c:pt idx="221" c:formatCode="yyyy/mm/dd">
                  <c:v>46089</c:v>
                </c:pt>
                <c:pt idx="222" c:formatCode="yyyy/mm/dd">
                  <c:v>46090</c:v>
                </c:pt>
                <c:pt idx="223" c:formatCode="yyyy/mm/dd">
                  <c:v>46091</c:v>
                </c:pt>
                <c:pt idx="224" c:formatCode="yyyy/mm/dd">
                  <c:v>46092</c:v>
                </c:pt>
                <c:pt idx="225" c:formatCode="yyyy/mm/dd">
                  <c:v>46093</c:v>
                </c:pt>
                <c:pt idx="226" c:formatCode="yyyy/mm/dd">
                  <c:v>46094</c:v>
                </c:pt>
                <c:pt idx="227" c:formatCode="yyyy/mm/dd">
                  <c:v>46095</c:v>
                </c:pt>
                <c:pt idx="228" c:formatCode="yyyy/mm/dd">
                  <c:v>46096</c:v>
                </c:pt>
                <c:pt idx="229" c:formatCode="yyyy/mm/dd">
                  <c:v>46097</c:v>
                </c:pt>
                <c:pt idx="230" c:formatCode="yyyy/mm/dd">
                  <c:v>46098</c:v>
                </c:pt>
                <c:pt idx="231" c:formatCode="yyyy/mm/dd">
                  <c:v>46099</c:v>
                </c:pt>
                <c:pt idx="232" c:formatCode="yyyy/mm/dd">
                  <c:v>46100</c:v>
                </c:pt>
                <c:pt idx="233" c:formatCode="yyyy/mm/dd">
                  <c:v>46101</c:v>
                </c:pt>
                <c:pt idx="234" c:formatCode="yyyy/mm/dd">
                  <c:v>46102</c:v>
                </c:pt>
                <c:pt idx="235" c:formatCode="yyyy/mm/dd">
                  <c:v>46103</c:v>
                </c:pt>
                <c:pt idx="236" c:formatCode="yyyy/mm/dd">
                  <c:v>46104</c:v>
                </c:pt>
                <c:pt idx="237" c:formatCode="yyyy/mm/dd">
                  <c:v>46105</c:v>
                </c:pt>
                <c:pt idx="238" c:formatCode="yyyy/mm/dd">
                  <c:v>46106</c:v>
                </c:pt>
                <c:pt idx="239" c:formatCode="yyyy/mm/dd">
                  <c:v>46107</c:v>
                </c:pt>
                <c:pt idx="240" c:formatCode="yyyy/mm/dd">
                  <c:v>46108</c:v>
                </c:pt>
                <c:pt idx="241" c:formatCode="yyyy/mm/dd">
                  <c:v>46109</c:v>
                </c:pt>
                <c:pt idx="242" c:formatCode="yyyy/mm/dd">
                  <c:v>46110</c:v>
                </c:pt>
                <c:pt idx="243" c:formatCode="yyyy/mm/dd">
                  <c:v>46111</c:v>
                </c:pt>
                <c:pt idx="244" c:formatCode="yyyy/mm/dd">
                  <c:v>46112</c:v>
                </c:pt>
                <c:pt idx="245" c:formatCode="yyyy/mm/dd">
                  <c:v>46113</c:v>
                </c:pt>
                <c:pt idx="246" c:formatCode="yyyy/mm/dd">
                  <c:v>46114</c:v>
                </c:pt>
                <c:pt idx="247" c:formatCode="yyyy/mm/dd">
                  <c:v>46115</c:v>
                </c:pt>
                <c:pt idx="248" c:formatCode="yyyy/mm/dd">
                  <c:v>46116</c:v>
                </c:pt>
                <c:pt idx="249" c:formatCode="yyyy/mm/dd">
                  <c:v>46117</c:v>
                </c:pt>
                <c:pt idx="250" c:formatCode="yyyy/mm/dd">
                  <c:v>46118</c:v>
                </c:pt>
                <c:pt idx="251" c:formatCode="yyyy/mm/dd">
                  <c:v>46119</c:v>
                </c:pt>
                <c:pt idx="252" c:formatCode="yyyy/mm/dd">
                  <c:v>46120</c:v>
                </c:pt>
                <c:pt idx="253" c:formatCode="yyyy/mm/dd">
                  <c:v>46121</c:v>
                </c:pt>
                <c:pt idx="254" c:formatCode="yyyy/mm/dd">
                  <c:v>46122</c:v>
                </c:pt>
                <c:pt idx="255" c:formatCode="yyyy/mm/dd">
                  <c:v>46123</c:v>
                </c:pt>
                <c:pt idx="256" c:formatCode="yyyy/mm/dd">
                  <c:v>46124</c:v>
                </c:pt>
                <c:pt idx="257" c:formatCode="yyyy/mm/dd">
                  <c:v>46125</c:v>
                </c:pt>
                <c:pt idx="258" c:formatCode="yyyy/mm/dd">
                  <c:v>46126</c:v>
                </c:pt>
                <c:pt idx="259" c:formatCode="yyyy/mm/dd">
                  <c:v>46127</c:v>
                </c:pt>
                <c:pt idx="260" c:formatCode="yyyy/mm/dd">
                  <c:v>46128</c:v>
                </c:pt>
                <c:pt idx="261" c:formatCode="yyyy/mm/dd">
                  <c:v>46129</c:v>
                </c:pt>
                <c:pt idx="262" c:formatCode="yyyy/mm/dd">
                  <c:v>46130</c:v>
                </c:pt>
                <c:pt idx="263" c:formatCode="yyyy/mm/dd">
                  <c:v>46131</c:v>
                </c:pt>
                <c:pt idx="264" c:formatCode="yyyy/mm/dd">
                  <c:v>46132</c:v>
                </c:pt>
                <c:pt idx="265" c:formatCode="yyyy/mm/dd">
                  <c:v>46133</c:v>
                </c:pt>
                <c:pt idx="266" c:formatCode="yyyy/mm/dd">
                  <c:v>46134</c:v>
                </c:pt>
                <c:pt idx="267" c:formatCode="yyyy/mm/dd">
                  <c:v>46135</c:v>
                </c:pt>
                <c:pt idx="268" c:formatCode="yyyy/mm/dd">
                  <c:v>46136</c:v>
                </c:pt>
                <c:pt idx="269" c:formatCode="yyyy/mm/dd">
                  <c:v>46137</c:v>
                </c:pt>
                <c:pt idx="270" c:formatCode="yyyy/mm/dd">
                  <c:v>46138</c:v>
                </c:pt>
                <c:pt idx="271" c:formatCode="yyyy/mm/dd">
                  <c:v>46139</c:v>
                </c:pt>
                <c:pt idx="272" c:formatCode="yyyy/mm/dd">
                  <c:v>46140</c:v>
                </c:pt>
                <c:pt idx="273" c:formatCode="yyyy/mm/dd">
                  <c:v>46141</c:v>
                </c:pt>
                <c:pt idx="274" c:formatCode="yyyy/mm/dd">
                  <c:v>46142</c:v>
                </c:pt>
                <c:pt idx="275" c:formatCode="yyyy/mm/dd">
                  <c:v>46143</c:v>
                </c:pt>
                <c:pt idx="276" c:formatCode="yyyy/mm/dd">
                  <c:v>46144</c:v>
                </c:pt>
                <c:pt idx="277" c:formatCode="yyyy/mm/dd">
                  <c:v>46145</c:v>
                </c:pt>
                <c:pt idx="278" c:formatCode="yyyy/mm/dd">
                  <c:v>46146</c:v>
                </c:pt>
                <c:pt idx="279" c:formatCode="yyyy/mm/dd">
                  <c:v>46147</c:v>
                </c:pt>
                <c:pt idx="280" c:formatCode="yyyy/mm/dd">
                  <c:v>46148</c:v>
                </c:pt>
                <c:pt idx="281" c:formatCode="yyyy/mm/dd">
                  <c:v>46149</c:v>
                </c:pt>
                <c:pt idx="282" c:formatCode="yyyy/mm/dd">
                  <c:v>46150</c:v>
                </c:pt>
                <c:pt idx="283" c:formatCode="yyyy/mm/dd">
                  <c:v>46151</c:v>
                </c:pt>
                <c:pt idx="284" c:formatCode="yyyy/mm/dd">
                  <c:v>46152</c:v>
                </c:pt>
                <c:pt idx="285" c:formatCode="yyyy/mm/dd">
                  <c:v>46153</c:v>
                </c:pt>
                <c:pt idx="286" c:formatCode="yyyy/mm/dd">
                  <c:v>46154</c:v>
                </c:pt>
                <c:pt idx="287" c:formatCode="yyyy/mm/dd">
                  <c:v>46155</c:v>
                </c:pt>
                <c:pt idx="288" c:formatCode="yyyy/mm/dd">
                  <c:v>46156</c:v>
                </c:pt>
                <c:pt idx="289" c:formatCode="yyyy/mm/dd">
                  <c:v>46157</c:v>
                </c:pt>
                <c:pt idx="290" c:formatCode="yyyy/mm/dd">
                  <c:v>46158</c:v>
                </c:pt>
                <c:pt idx="291" c:formatCode="yyyy/mm/dd">
                  <c:v>46159</c:v>
                </c:pt>
                <c:pt idx="292" c:formatCode="yyyy/mm/dd">
                  <c:v>46160</c:v>
                </c:pt>
                <c:pt idx="293" c:formatCode="yyyy/mm/dd">
                  <c:v>46161</c:v>
                </c:pt>
                <c:pt idx="294" c:formatCode="yyyy/mm/dd">
                  <c:v>46162</c:v>
                </c:pt>
                <c:pt idx="295" c:formatCode="yyyy/mm/dd">
                  <c:v>46163</c:v>
                </c:pt>
                <c:pt idx="296" c:formatCode="yyyy/mm/dd">
                  <c:v>46164</c:v>
                </c:pt>
                <c:pt idx="297" c:formatCode="yyyy/mm/dd">
                  <c:v>46165</c:v>
                </c:pt>
                <c:pt idx="298" c:formatCode="yyyy/mm/dd">
                  <c:v>46166</c:v>
                </c:pt>
                <c:pt idx="299" c:formatCode="yyyy/mm/dd">
                  <c:v>46167</c:v>
                </c:pt>
                <c:pt idx="300" c:formatCode="yyyy/mm/dd">
                  <c:v>46168</c:v>
                </c:pt>
                <c:pt idx="301" c:formatCode="yyyy/mm/dd">
                  <c:v>46169</c:v>
                </c:pt>
                <c:pt idx="302" c:formatCode="yyyy/mm/dd">
                  <c:v>46170</c:v>
                </c:pt>
                <c:pt idx="303" c:formatCode="yyyy/mm/dd">
                  <c:v>46171</c:v>
                </c:pt>
                <c:pt idx="304" c:formatCode="yyyy/mm/dd">
                  <c:v>46172</c:v>
                </c:pt>
                <c:pt idx="305" c:formatCode="yyyy/mm/dd">
                  <c:v>46173</c:v>
                </c:pt>
                <c:pt idx="306" c:formatCode="yyyy/mm/dd">
                  <c:v>46174</c:v>
                </c:pt>
                <c:pt idx="307" c:formatCode="yyyy/mm/dd">
                  <c:v>46175</c:v>
                </c:pt>
                <c:pt idx="308" c:formatCode="yyyy/mm/dd">
                  <c:v>46176</c:v>
                </c:pt>
                <c:pt idx="309" c:formatCode="yyyy/mm/dd">
                  <c:v>46177</c:v>
                </c:pt>
                <c:pt idx="310" c:formatCode="yyyy/mm/dd">
                  <c:v>46178</c:v>
                </c:pt>
                <c:pt idx="311" c:formatCode="yyyy/mm/dd">
                  <c:v>46179</c:v>
                </c:pt>
                <c:pt idx="312" c:formatCode="yyyy/mm/dd">
                  <c:v>46180</c:v>
                </c:pt>
                <c:pt idx="313" c:formatCode="yyyy/mm/dd">
                  <c:v>46181</c:v>
                </c:pt>
                <c:pt idx="314" c:formatCode="yyyy/mm/dd">
                  <c:v>46182</c:v>
                </c:pt>
                <c:pt idx="315" c:formatCode="yyyy/mm/dd">
                  <c:v>46183</c:v>
                </c:pt>
                <c:pt idx="316" c:formatCode="yyyy/mm/dd">
                  <c:v>46184</c:v>
                </c:pt>
                <c:pt idx="317" c:formatCode="yyyy/mm/dd">
                  <c:v>46185</c:v>
                </c:pt>
                <c:pt idx="318" c:formatCode="yyyy/mm/dd">
                  <c:v>46186</c:v>
                </c:pt>
                <c:pt idx="319" c:formatCode="yyyy/mm/dd">
                  <c:v>46187</c:v>
                </c:pt>
                <c:pt idx="320" c:formatCode="yyyy/mm/dd">
                  <c:v>46188</c:v>
                </c:pt>
                <c:pt idx="321" c:formatCode="yyyy/mm/dd">
                  <c:v>46189</c:v>
                </c:pt>
                <c:pt idx="322" c:formatCode="yyyy/mm/dd">
                  <c:v>46190</c:v>
                </c:pt>
                <c:pt idx="323" c:formatCode="yyyy/mm/dd">
                  <c:v>46191</c:v>
                </c:pt>
                <c:pt idx="324" c:formatCode="yyyy/mm/dd">
                  <c:v>46192</c:v>
                </c:pt>
                <c:pt idx="325" c:formatCode="yyyy/mm/dd">
                  <c:v>46193</c:v>
                </c:pt>
                <c:pt idx="326" c:formatCode="yyyy/mm/dd">
                  <c:v>46194</c:v>
                </c:pt>
                <c:pt idx="327" c:formatCode="yyyy/mm/dd">
                  <c:v>46195</c:v>
                </c:pt>
                <c:pt idx="328" c:formatCode="yyyy/mm/dd">
                  <c:v>46196</c:v>
                </c:pt>
                <c:pt idx="329" c:formatCode="yyyy/mm/dd">
                  <c:v>46197</c:v>
                </c:pt>
              </c:numCache>
            </c:numRef>
          </c:cat>
          <c:val>
            <c:numRef>
              <c:f>'[20260624-产品一页通.xlsx]交鑫致远6个月101号'!$D$2:$D$331</c:f>
              <c:numCache>
                <c:formatCode>0.0000</c:formatCode>
                <c:ptCount val="330"/>
                <c:pt idx="0">
                  <c:v>1.00005426</c:v>
                </c:pt>
                <c:pt idx="1">
                  <c:v>1.00012627</c:v>
                </c:pt>
                <c:pt idx="2">
                  <c:v>1.00028787</c:v>
                </c:pt>
                <c:pt idx="3">
                  <c:v>1.00039186</c:v>
                </c:pt>
                <c:pt idx="4">
                  <c:v>1.00048044</c:v>
                </c:pt>
                <c:pt idx="5">
                  <c:v>1.00055127</c:v>
                </c:pt>
                <c:pt idx="6">
                  <c:v>1.00061231</c:v>
                </c:pt>
                <c:pt idx="7">
                  <c:v>1.0007996</c:v>
                </c:pt>
                <c:pt idx="8">
                  <c:v>1.00087603</c:v>
                </c:pt>
                <c:pt idx="9">
                  <c:v>1.00098846</c:v>
                </c:pt>
                <c:pt idx="10">
                  <c:v>1.0010496</c:v>
                </c:pt>
                <c:pt idx="11">
                  <c:v>1.00116399</c:v>
                </c:pt>
                <c:pt idx="12">
                  <c:v>1.00135132</c:v>
                </c:pt>
                <c:pt idx="13">
                  <c:v>1.00142768</c:v>
                </c:pt>
                <c:pt idx="14">
                  <c:v>1.00152207</c:v>
                </c:pt>
                <c:pt idx="15">
                  <c:v>1.0016008</c:v>
                </c:pt>
                <c:pt idx="16">
                  <c:v>1.00167954</c:v>
                </c:pt>
                <c:pt idx="17">
                  <c:v>1.00186664</c:v>
                </c:pt>
                <c:pt idx="18">
                  <c:v>1.00196072</c:v>
                </c:pt>
                <c:pt idx="19">
                  <c:v>1.00203713</c:v>
                </c:pt>
                <c:pt idx="20">
                  <c:v>1.00211589</c:v>
                </c:pt>
                <c:pt idx="21">
                  <c:v>1.00219466</c:v>
                </c:pt>
                <c:pt idx="22">
                  <c:v>1.00236416</c:v>
                </c:pt>
                <c:pt idx="23">
                  <c:v>1.00245806</c:v>
                </c:pt>
                <c:pt idx="24">
                  <c:v>1.00253444</c:v>
                </c:pt>
                <c:pt idx="25">
                  <c:v>1.00260192</c:v>
                </c:pt>
                <c:pt idx="26">
                  <c:v>1.00265477</c:v>
                </c:pt>
                <c:pt idx="27">
                  <c:v>1.00368017</c:v>
                </c:pt>
                <c:pt idx="28">
                  <c:v>1.00408104</c:v>
                </c:pt>
                <c:pt idx="29">
                  <c:v>1.00430592</c:v>
                </c:pt>
                <c:pt idx="30">
                  <c:v>1.00444008</c:v>
                </c:pt>
                <c:pt idx="31">
                  <c:v>1.00430205</c:v>
                </c:pt>
                <c:pt idx="32">
                  <c:v>1.00439438</c:v>
                </c:pt>
                <c:pt idx="33">
                  <c:v>1.00452853</c:v>
                </c:pt>
                <c:pt idx="34">
                  <c:v>1.00488404</c:v>
                </c:pt>
                <c:pt idx="35">
                  <c:v>1.00492746</c:v>
                </c:pt>
                <c:pt idx="36">
                  <c:v>1.00501624</c:v>
                </c:pt>
                <c:pt idx="37">
                  <c:v>1.00510503</c:v>
                </c:pt>
                <c:pt idx="38">
                  <c:v>1.0051512</c:v>
                </c:pt>
                <c:pt idx="39">
                  <c:v>1.00519736</c:v>
                </c:pt>
                <c:pt idx="40">
                  <c:v>1.00515006</c:v>
                </c:pt>
                <c:pt idx="41">
                  <c:v>1.00536947</c:v>
                </c:pt>
                <c:pt idx="42">
                  <c:v>1.00536753</c:v>
                </c:pt>
                <c:pt idx="43">
                  <c:v>1.00518414</c:v>
                </c:pt>
                <c:pt idx="44">
                  <c:v>1.00522757</c:v>
                </c:pt>
                <c:pt idx="45">
                  <c:v>1.00527373</c:v>
                </c:pt>
                <c:pt idx="46">
                  <c:v>1.00531989</c:v>
                </c:pt>
                <c:pt idx="47">
                  <c:v>1.00536332</c:v>
                </c:pt>
                <c:pt idx="48">
                  <c:v>1.00562809</c:v>
                </c:pt>
                <c:pt idx="49">
                  <c:v>1.00576224</c:v>
                </c:pt>
                <c:pt idx="50">
                  <c:v>1.00589496</c:v>
                </c:pt>
                <c:pt idx="51">
                  <c:v>1.00589159</c:v>
                </c:pt>
                <c:pt idx="52">
                  <c:v>1.00593632</c:v>
                </c:pt>
                <c:pt idx="53">
                  <c:v>1.00598104</c:v>
                </c:pt>
                <c:pt idx="54">
                  <c:v>1.00588754</c:v>
                </c:pt>
                <c:pt idx="55">
                  <c:v>1.00607634</c:v>
                </c:pt>
                <c:pt idx="56">
                  <c:v>1.00613075</c:v>
                </c:pt>
                <c:pt idx="57">
                  <c:v>1.00616958</c:v>
                </c:pt>
                <c:pt idx="58">
                  <c:v>1.00626046</c:v>
                </c:pt>
                <c:pt idx="59">
                  <c:v>1.00631163</c:v>
                </c:pt>
                <c:pt idx="60">
                  <c:v>1.00653216</c:v>
                </c:pt>
                <c:pt idx="61">
                  <c:v>1.00658333</c:v>
                </c:pt>
                <c:pt idx="62">
                  <c:v>1.00685436</c:v>
                </c:pt>
                <c:pt idx="63">
                  <c:v>1.00690553</c:v>
                </c:pt>
                <c:pt idx="64">
                  <c:v>1.00695669</c:v>
                </c:pt>
                <c:pt idx="65">
                  <c:v>1.00700786</c:v>
                </c:pt>
                <c:pt idx="66">
                  <c:v>1.00705902</c:v>
                </c:pt>
                <c:pt idx="67">
                  <c:v>1.00711019</c:v>
                </c:pt>
                <c:pt idx="68">
                  <c:v>1.00716136</c:v>
                </c:pt>
                <c:pt idx="69">
                  <c:v>1.00721252</c:v>
                </c:pt>
                <c:pt idx="70">
                  <c:v>1.00726369</c:v>
                </c:pt>
                <c:pt idx="71">
                  <c:v>1.00741472</c:v>
                </c:pt>
                <c:pt idx="72">
                  <c:v>1.007686</c:v>
                </c:pt>
                <c:pt idx="73">
                  <c:v>1.00767555</c:v>
                </c:pt>
                <c:pt idx="74">
                  <c:v>1.00772671</c:v>
                </c:pt>
                <c:pt idx="75">
                  <c:v>1.00777553</c:v>
                </c:pt>
                <c:pt idx="76">
                  <c:v>1.0079651</c:v>
                </c:pt>
                <c:pt idx="77">
                  <c:v>1.00803692</c:v>
                </c:pt>
                <c:pt idx="78">
                  <c:v>1.00812458</c:v>
                </c:pt>
                <c:pt idx="79">
                  <c:v>1.00825312</c:v>
                </c:pt>
                <c:pt idx="80">
                  <c:v>1.00830429</c:v>
                </c:pt>
                <c:pt idx="81">
                  <c:v>1.00835545</c:v>
                </c:pt>
                <c:pt idx="82">
                  <c:v>1.00858619</c:v>
                </c:pt>
                <c:pt idx="83">
                  <c:v>1.00862827</c:v>
                </c:pt>
                <c:pt idx="84">
                  <c:v>1.00875477</c:v>
                </c:pt>
                <c:pt idx="85">
                  <c:v>1.00890374</c:v>
                </c:pt>
                <c:pt idx="86">
                  <c:v>1.0089914</c:v>
                </c:pt>
                <c:pt idx="87">
                  <c:v>1.00904256</c:v>
                </c:pt>
                <c:pt idx="88">
                  <c:v>1.00909373</c:v>
                </c:pt>
                <c:pt idx="89">
                  <c:v>1.00899537</c:v>
                </c:pt>
                <c:pt idx="90">
                  <c:v>1.00915601</c:v>
                </c:pt>
                <c:pt idx="91">
                  <c:v>1.00956652</c:v>
                </c:pt>
                <c:pt idx="92">
                  <c:v>1.00978806</c:v>
                </c:pt>
                <c:pt idx="93">
                  <c:v>1.01001199</c:v>
                </c:pt>
                <c:pt idx="94">
                  <c:v>1.01005521</c:v>
                </c:pt>
                <c:pt idx="95">
                  <c:v>1.01009843</c:v>
                </c:pt>
                <c:pt idx="96">
                  <c:v>1.01035541</c:v>
                </c:pt>
                <c:pt idx="97">
                  <c:v>1.01045162</c:v>
                </c:pt>
                <c:pt idx="98">
                  <c:v>1.01048121</c:v>
                </c:pt>
                <c:pt idx="99">
                  <c:v>1.01058819</c:v>
                </c:pt>
                <c:pt idx="100">
                  <c:v>1.01052656</c:v>
                </c:pt>
                <c:pt idx="101">
                  <c:v>1.01056977</c:v>
                </c:pt>
                <c:pt idx="102">
                  <c:v>1.01061299</c:v>
                </c:pt>
                <c:pt idx="103">
                  <c:v>1.01059281</c:v>
                </c:pt>
                <c:pt idx="104">
                  <c:v>1.01079109</c:v>
                </c:pt>
                <c:pt idx="105">
                  <c:v>1.01105071</c:v>
                </c:pt>
                <c:pt idx="106">
                  <c:v>1.0112572</c:v>
                </c:pt>
                <c:pt idx="107">
                  <c:v>1.01134851</c:v>
                </c:pt>
                <c:pt idx="108">
                  <c:v>1.01139173</c:v>
                </c:pt>
                <c:pt idx="109">
                  <c:v>1.01143494</c:v>
                </c:pt>
                <c:pt idx="110">
                  <c:v>1.01156219</c:v>
                </c:pt>
                <c:pt idx="111">
                  <c:v>1.01182157</c:v>
                </c:pt>
                <c:pt idx="112">
                  <c:v>1.01183641</c:v>
                </c:pt>
                <c:pt idx="113">
                  <c:v>1.01194246</c:v>
                </c:pt>
                <c:pt idx="114">
                  <c:v>1.01209981</c:v>
                </c:pt>
                <c:pt idx="115">
                  <c:v>1.01214302</c:v>
                </c:pt>
                <c:pt idx="116">
                  <c:v>1.01218624</c:v>
                </c:pt>
                <c:pt idx="117">
                  <c:v>1.01229666</c:v>
                </c:pt>
                <c:pt idx="118">
                  <c:v>1.01239148</c:v>
                </c:pt>
                <c:pt idx="119">
                  <c:v>1.01245012</c:v>
                </c:pt>
                <c:pt idx="120">
                  <c:v>1.01229678</c:v>
                </c:pt>
                <c:pt idx="121">
                  <c:v>1.0123819</c:v>
                </c:pt>
                <c:pt idx="122">
                  <c:v>1.01242647</c:v>
                </c:pt>
                <c:pt idx="123">
                  <c:v>1.01247104</c:v>
                </c:pt>
                <c:pt idx="124">
                  <c:v>1.01256807</c:v>
                </c:pt>
                <c:pt idx="125">
                  <c:v>1.01283933</c:v>
                </c:pt>
                <c:pt idx="126">
                  <c:v>1.0128394</c:v>
                </c:pt>
                <c:pt idx="127">
                  <c:v>1.01286711</c:v>
                </c:pt>
                <c:pt idx="128">
                  <c:v>1.01243533</c:v>
                </c:pt>
                <c:pt idx="129">
                  <c:v>1.01247989</c:v>
                </c:pt>
                <c:pt idx="130">
                  <c:v>1.01252446</c:v>
                </c:pt>
                <c:pt idx="131">
                  <c:v>1.01287899</c:v>
                </c:pt>
                <c:pt idx="132">
                  <c:v>1.01294921</c:v>
                </c:pt>
                <c:pt idx="133">
                  <c:v>1.01327491</c:v>
                </c:pt>
                <c:pt idx="134">
                  <c:v>1.01355298</c:v>
                </c:pt>
                <c:pt idx="135">
                  <c:v>1.01396229</c:v>
                </c:pt>
                <c:pt idx="136">
                  <c:v>1.01400543</c:v>
                </c:pt>
                <c:pt idx="137">
                  <c:v>1.01404857</c:v>
                </c:pt>
                <c:pt idx="138">
                  <c:v>1.0139505</c:v>
                </c:pt>
                <c:pt idx="139">
                  <c:v>1.01379227</c:v>
                </c:pt>
                <c:pt idx="140">
                  <c:v>1.01406747</c:v>
                </c:pt>
                <c:pt idx="141">
                  <c:v>1.01444176</c:v>
                </c:pt>
                <c:pt idx="142">
                  <c:v>1.01471006</c:v>
                </c:pt>
                <c:pt idx="143">
                  <c:v>1.0147532</c:v>
                </c:pt>
                <c:pt idx="144">
                  <c:v>1.01479634</c:v>
                </c:pt>
                <c:pt idx="145">
                  <c:v>1.01532981</c:v>
                </c:pt>
                <c:pt idx="146">
                  <c:v>1.01529198</c:v>
                </c:pt>
                <c:pt idx="147">
                  <c:v>1.01559647</c:v>
                </c:pt>
                <c:pt idx="148">
                  <c:v>1.01568444</c:v>
                </c:pt>
                <c:pt idx="149">
                  <c:v>1.01572762</c:v>
                </c:pt>
                <c:pt idx="150">
                  <c:v>1.01577076</c:v>
                </c:pt>
                <c:pt idx="151">
                  <c:v>1.01581389</c:v>
                </c:pt>
                <c:pt idx="152">
                  <c:v>1.01598261</c:v>
                </c:pt>
                <c:pt idx="153">
                  <c:v>1.01578934</c:v>
                </c:pt>
                <c:pt idx="154">
                  <c:v>1.01584562</c:v>
                </c:pt>
                <c:pt idx="155">
                  <c:v>1.01588876</c:v>
                </c:pt>
                <c:pt idx="156">
                  <c:v>1.0159319</c:v>
                </c:pt>
                <c:pt idx="157">
                  <c:v>1.01597504</c:v>
                </c:pt>
                <c:pt idx="158">
                  <c:v>1.01588792</c:v>
                </c:pt>
                <c:pt idx="159">
                  <c:v>1.0159198</c:v>
                </c:pt>
                <c:pt idx="160">
                  <c:v>1.01611345</c:v>
                </c:pt>
                <c:pt idx="161">
                  <c:v>1.01572999</c:v>
                </c:pt>
                <c:pt idx="162">
                  <c:v>1.01568631</c:v>
                </c:pt>
                <c:pt idx="163">
                  <c:v>1.01594544</c:v>
                </c:pt>
                <c:pt idx="164">
                  <c:v>1.01599535</c:v>
                </c:pt>
                <c:pt idx="165">
                  <c:v>1.01604526</c:v>
                </c:pt>
                <c:pt idx="166">
                  <c:v>1.01610612</c:v>
                </c:pt>
                <c:pt idx="167">
                  <c:v>1.01640622</c:v>
                </c:pt>
                <c:pt idx="168">
                  <c:v>1.0165227</c:v>
                </c:pt>
                <c:pt idx="169">
                  <c:v>1.01671229</c:v>
                </c:pt>
                <c:pt idx="170">
                  <c:v>1.01694818</c:v>
                </c:pt>
                <c:pt idx="171">
                  <c:v>1.01699809</c:v>
                </c:pt>
                <c:pt idx="172">
                  <c:v>1.017048</c:v>
                </c:pt>
                <c:pt idx="173">
                  <c:v>1.0172954</c:v>
                </c:pt>
                <c:pt idx="174">
                  <c:v>1.01755058</c:v>
                </c:pt>
                <c:pt idx="175">
                  <c:v>1.01785897</c:v>
                </c:pt>
                <c:pt idx="176">
                  <c:v>1.01801339</c:v>
                </c:pt>
                <c:pt idx="177">
                  <c:v>1.01804325</c:v>
                </c:pt>
                <c:pt idx="178">
                  <c:v>1.01809316</c:v>
                </c:pt>
                <c:pt idx="179">
                  <c:v>1.01814307</c:v>
                </c:pt>
                <c:pt idx="180">
                  <c:v>1.01832073</c:v>
                </c:pt>
                <c:pt idx="181">
                  <c:v>1.01857213</c:v>
                </c:pt>
                <c:pt idx="182">
                  <c:v>1.01860039</c:v>
                </c:pt>
                <c:pt idx="183">
                  <c:v>1.0187133</c:v>
                </c:pt>
                <c:pt idx="184">
                  <c:v>1.01882245</c:v>
                </c:pt>
                <c:pt idx="185">
                  <c:v>1.0188727</c:v>
                </c:pt>
                <c:pt idx="186">
                  <c:v>1.01892296</c:v>
                </c:pt>
                <c:pt idx="187">
                  <c:v>1.01896895</c:v>
                </c:pt>
                <c:pt idx="188">
                  <c:v>1.01915383</c:v>
                </c:pt>
                <c:pt idx="189">
                  <c:v>1.01923564</c:v>
                </c:pt>
                <c:pt idx="190">
                  <c:v>1.01938379</c:v>
                </c:pt>
                <c:pt idx="191">
                  <c:v>1.01963258</c:v>
                </c:pt>
                <c:pt idx="192">
                  <c:v>1.01968284</c:v>
                </c:pt>
                <c:pt idx="193">
                  <c:v>1.01973309</c:v>
                </c:pt>
                <c:pt idx="194">
                  <c:v>1.0199435</c:v>
                </c:pt>
                <c:pt idx="195">
                  <c:v>1.020164255</c:v>
                </c:pt>
                <c:pt idx="196">
                  <c:v>1.02038501</c:v>
                </c:pt>
                <c:pt idx="197">
                  <c:v>1.02046947</c:v>
                </c:pt>
                <c:pt idx="198">
                  <c:v>1.02060138</c:v>
                </c:pt>
                <c:pt idx="199">
                  <c:v>1.02069636</c:v>
                </c:pt>
                <c:pt idx="200">
                  <c:v>1.02074108</c:v>
                </c:pt>
                <c:pt idx="201">
                  <c:v>1.0207858</c:v>
                </c:pt>
                <c:pt idx="202">
                  <c:v>1.02083052</c:v>
                </c:pt>
                <c:pt idx="203">
                  <c:v>1.02087524</c:v>
                </c:pt>
                <c:pt idx="204">
                  <c:v>1.02091997</c:v>
                </c:pt>
                <c:pt idx="205">
                  <c:v>1.02096469</c:v>
                </c:pt>
                <c:pt idx="206">
                  <c:v>1.02100941</c:v>
                </c:pt>
                <c:pt idx="207">
                  <c:v>1.02105413</c:v>
                </c:pt>
                <c:pt idx="208">
                  <c:v>1.02109885</c:v>
                </c:pt>
                <c:pt idx="209">
                  <c:v>1.02115192</c:v>
                </c:pt>
                <c:pt idx="210">
                  <c:v>1.02169562</c:v>
                </c:pt>
                <c:pt idx="211">
                  <c:v>1.02160223</c:v>
                </c:pt>
                <c:pt idx="212">
                  <c:v>1.02167057</c:v>
                </c:pt>
                <c:pt idx="213">
                  <c:v>1.02185194</c:v>
                </c:pt>
                <c:pt idx="214">
                  <c:v>1.02189837</c:v>
                </c:pt>
                <c:pt idx="215">
                  <c:v>1.02195282</c:v>
                </c:pt>
                <c:pt idx="216">
                  <c:v>1.02237584</c:v>
                </c:pt>
                <c:pt idx="217">
                  <c:v>1.02253247</c:v>
                </c:pt>
                <c:pt idx="218">
                  <c:v>1.02264344</c:v>
                </c:pt>
                <c:pt idx="219">
                  <c:v>1.02279516</c:v>
                </c:pt>
                <c:pt idx="220">
                  <c:v>1.02284159</c:v>
                </c:pt>
                <c:pt idx="221">
                  <c:v>1.02288801</c:v>
                </c:pt>
                <c:pt idx="222">
                  <c:v>1.02303416</c:v>
                </c:pt>
                <c:pt idx="223">
                  <c:v>1.02303662</c:v>
                </c:pt>
                <c:pt idx="224">
                  <c:v>1.02317309</c:v>
                </c:pt>
                <c:pt idx="225">
                  <c:v>1.0232686</c:v>
                </c:pt>
                <c:pt idx="226">
                  <c:v>1.02341463</c:v>
                </c:pt>
                <c:pt idx="227">
                  <c:v>1.02346105</c:v>
                </c:pt>
                <c:pt idx="228">
                  <c:v>1.02350748</c:v>
                </c:pt>
                <c:pt idx="229">
                  <c:v>1.02363331</c:v>
                </c:pt>
                <c:pt idx="230">
                  <c:v>1.02369286</c:v>
                </c:pt>
                <c:pt idx="231">
                  <c:v>1.02387197</c:v>
                </c:pt>
                <c:pt idx="232">
                  <c:v>1.02419776</c:v>
                </c:pt>
                <c:pt idx="233">
                  <c:v>1.02436852</c:v>
                </c:pt>
                <c:pt idx="234">
                  <c:v>1.02441495</c:v>
                </c:pt>
                <c:pt idx="235">
                  <c:v>1.02446137</c:v>
                </c:pt>
                <c:pt idx="236">
                  <c:v>1.02448267</c:v>
                </c:pt>
                <c:pt idx="237">
                  <c:v>1.02460579</c:v>
                </c:pt>
                <c:pt idx="238">
                  <c:v>1.02502472</c:v>
                </c:pt>
                <c:pt idx="239">
                  <c:v>1.02516795</c:v>
                </c:pt>
                <c:pt idx="240">
                  <c:v>1.02533577</c:v>
                </c:pt>
                <c:pt idx="241">
                  <c:v>1.0253835</c:v>
                </c:pt>
                <c:pt idx="242">
                  <c:v>1.02543123</c:v>
                </c:pt>
                <c:pt idx="243">
                  <c:v>1.0255386</c:v>
                </c:pt>
                <c:pt idx="244">
                  <c:v>1.02589271</c:v>
                </c:pt>
                <c:pt idx="245">
                  <c:v>1.0259004</c:v>
                </c:pt>
                <c:pt idx="246">
                  <c:v>1.02588005</c:v>
                </c:pt>
                <c:pt idx="247">
                  <c:v>1.02591967</c:v>
                </c:pt>
                <c:pt idx="248">
                  <c:v>1.0259674</c:v>
                </c:pt>
                <c:pt idx="249">
                  <c:v>1.02601514</c:v>
                </c:pt>
                <c:pt idx="250">
                  <c:v>1.02606287</c:v>
                </c:pt>
                <c:pt idx="251">
                  <c:v>1.02718632</c:v>
                </c:pt>
                <c:pt idx="252">
                  <c:v>1.02747472</c:v>
                </c:pt>
                <c:pt idx="253">
                  <c:v>1.02762267</c:v>
                </c:pt>
                <c:pt idx="254">
                  <c:v>1.0277446</c:v>
                </c:pt>
                <c:pt idx="255">
                  <c:v>1.0277907</c:v>
                </c:pt>
                <c:pt idx="256">
                  <c:v>1.0278368</c:v>
                </c:pt>
                <c:pt idx="257">
                  <c:v>1.02797246</c:v>
                </c:pt>
                <c:pt idx="258">
                  <c:v>1.02822187</c:v>
                </c:pt>
                <c:pt idx="259">
                  <c:v>1.02838932</c:v>
                </c:pt>
                <c:pt idx="260">
                  <c:v>1.02851391</c:v>
                </c:pt>
                <c:pt idx="261">
                  <c:v>1.02857188</c:v>
                </c:pt>
                <c:pt idx="262">
                  <c:v>1.02861798</c:v>
                </c:pt>
                <c:pt idx="263">
                  <c:v>1.02866408</c:v>
                </c:pt>
                <c:pt idx="264">
                  <c:v>1.02893429</c:v>
                </c:pt>
                <c:pt idx="265">
                  <c:v>1.02914286</c:v>
                </c:pt>
                <c:pt idx="266">
                  <c:v>1.02930079</c:v>
                </c:pt>
                <c:pt idx="267">
                  <c:v>1.0294609</c:v>
                </c:pt>
                <c:pt idx="268">
                  <c:v>1.02948885</c:v>
                </c:pt>
                <c:pt idx="269">
                  <c:v>1.02953495</c:v>
                </c:pt>
                <c:pt idx="270">
                  <c:v>1.02958105</c:v>
                </c:pt>
                <c:pt idx="271">
                  <c:v>1.02960058</c:v>
                </c:pt>
                <c:pt idx="272">
                  <c:v>1.02960184</c:v>
                </c:pt>
                <c:pt idx="273">
                  <c:v>1.02980515</c:v>
                </c:pt>
                <c:pt idx="274">
                  <c:v>1.03001762</c:v>
                </c:pt>
                <c:pt idx="275">
                  <c:v>1.03005313</c:v>
                </c:pt>
                <c:pt idx="276">
                  <c:v>1.03008864</c:v>
                </c:pt>
                <c:pt idx="277">
                  <c:v>1.03012416</c:v>
                </c:pt>
                <c:pt idx="278">
                  <c:v>1.03015967</c:v>
                </c:pt>
                <c:pt idx="279">
                  <c:v>1.03019518</c:v>
                </c:pt>
                <c:pt idx="280">
                  <c:v>1.03024878</c:v>
                </c:pt>
                <c:pt idx="281">
                  <c:v>1.03047209</c:v>
                </c:pt>
                <c:pt idx="282">
                  <c:v>1.03063011</c:v>
                </c:pt>
                <c:pt idx="283">
                  <c:v>1.03081686</c:v>
                </c:pt>
                <c:pt idx="284">
                  <c:v>1.03085237</c:v>
                </c:pt>
                <c:pt idx="285">
                  <c:v>1.03091244</c:v>
                </c:pt>
                <c:pt idx="286">
                  <c:v>1.03121273</c:v>
                </c:pt>
                <c:pt idx="287">
                  <c:v>1.0313916</c:v>
                </c:pt>
                <c:pt idx="288">
                  <c:v>1.03154197</c:v>
                </c:pt>
                <c:pt idx="289">
                  <c:v>1.03153454</c:v>
                </c:pt>
                <c:pt idx="290">
                  <c:v>1.03157005</c:v>
                </c:pt>
                <c:pt idx="291">
                  <c:v>1.03160556</c:v>
                </c:pt>
                <c:pt idx="292">
                  <c:v>1.03162908</c:v>
                </c:pt>
                <c:pt idx="293">
                  <c:v>1.03189514</c:v>
                </c:pt>
                <c:pt idx="294">
                  <c:v>1.0321167</c:v>
                </c:pt>
                <c:pt idx="295">
                  <c:v>1.03222657</c:v>
                </c:pt>
                <c:pt idx="296">
                  <c:v>1.03230172</c:v>
                </c:pt>
                <c:pt idx="297">
                  <c:v>1.03233597</c:v>
                </c:pt>
                <c:pt idx="298">
                  <c:v>1.03237022</c:v>
                </c:pt>
                <c:pt idx="299">
                  <c:v>1.03245942</c:v>
                </c:pt>
                <c:pt idx="300">
                  <c:v>1.03275309</c:v>
                </c:pt>
                <c:pt idx="301">
                  <c:v>1.03293904</c:v>
                </c:pt>
                <c:pt idx="302">
                  <c:v>1.03322008</c:v>
                </c:pt>
                <c:pt idx="303">
                  <c:v>1.03338712</c:v>
                </c:pt>
                <c:pt idx="304">
                  <c:v>1.03342543</c:v>
                </c:pt>
                <c:pt idx="305">
                  <c:v>1.03346375</c:v>
                </c:pt>
                <c:pt idx="306">
                  <c:v>1.03358386</c:v>
                </c:pt>
                <c:pt idx="307">
                  <c:v>1.03378597</c:v>
                </c:pt>
                <c:pt idx="308">
                  <c:v>1.03390321</c:v>
                </c:pt>
                <c:pt idx="309">
                  <c:v>1.03391478</c:v>
                </c:pt>
                <c:pt idx="310">
                  <c:v>1.03407232</c:v>
                </c:pt>
                <c:pt idx="311">
                  <c:v>1.03411064</c:v>
                </c:pt>
                <c:pt idx="312">
                  <c:v>1.03414895</c:v>
                </c:pt>
                <c:pt idx="313">
                  <c:v>1.03417548</c:v>
                </c:pt>
                <c:pt idx="314">
                  <c:v>1.03423479</c:v>
                </c:pt>
                <c:pt idx="315">
                  <c:v>1.03426595</c:v>
                </c:pt>
                <c:pt idx="316">
                  <c:v>1.03426013</c:v>
                </c:pt>
                <c:pt idx="317">
                  <c:v>1.03427853</c:v>
                </c:pt>
                <c:pt idx="318">
                  <c:v>1.03431685</c:v>
                </c:pt>
                <c:pt idx="319">
                  <c:v>1.03435516</c:v>
                </c:pt>
                <c:pt idx="320">
                  <c:v>1.0344667</c:v>
                </c:pt>
                <c:pt idx="321">
                  <c:v>1.03466206</c:v>
                </c:pt>
                <c:pt idx="322">
                  <c:v>1.03487584</c:v>
                </c:pt>
                <c:pt idx="323">
                  <c:v>1.03505434</c:v>
                </c:pt>
                <c:pt idx="324">
                  <c:v>1.03509265</c:v>
                </c:pt>
                <c:pt idx="325">
                  <c:v>1.03513096</c:v>
                </c:pt>
                <c:pt idx="326">
                  <c:v>1.03517032</c:v>
                </c:pt>
                <c:pt idx="327">
                  <c:v>1.03533753</c:v>
                </c:pt>
                <c:pt idx="328">
                  <c:v>1.03555853</c:v>
                </c:pt>
                <c:pt idx="329">
                  <c:v>1.03553661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0"/>
        <c:smooth val="0"/>
        <c:axId val="576339295"/>
        <c:axId val="576342175"/>
      </c:lineChart>
      <c:lineChart>
        <c:grouping val="standard"/>
        <c:varyColors val="0"/>
        <c:ser>
          <c:idx val="1"/>
          <c:order val="1"/>
          <c:tx>
            <c:strRef>
              <c:f>交鑫致远6个月101号-成立以来年化收益率</c:f>
              <c:strCache>
                <c:ptCount val="1"/>
                <c:pt idx="0">
                  <c:v>交鑫致远6个月101号-成立以来年化收益率</c:v>
                </c:pt>
              </c:strCache>
            </c:strRef>
          </c:tx>
          <c:spPr>
            <a:ln w="28575" cap="rnd" cmpd="sng" algn="ctr">
              <a:solidFill>
                <a:srgbClr val="B29A73"/>
              </a:solidFill>
              <a:prstDash val="solid"/>
              <a:round/>
            </a:ln>
          </c:spPr>
          <c:marker>
            <c:symbol val="none"/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dLbl>
              <c:idx val="27"/>
              <c:delete val="1"/>
            </c:dLbl>
            <c:dLbl>
              <c:idx val="28"/>
              <c:delete val="1"/>
            </c:dLbl>
            <c:dLbl>
              <c:idx val="29"/>
              <c:delete val="1"/>
            </c:dLbl>
            <c:dLbl>
              <c:idx val="30"/>
              <c:delete val="1"/>
            </c:dLbl>
            <c:dLbl>
              <c:idx val="31"/>
              <c:delete val="1"/>
            </c:dLbl>
            <c:dLbl>
              <c:idx val="32"/>
              <c:delete val="1"/>
            </c:dLbl>
            <c:dLbl>
              <c:idx val="33"/>
              <c:delete val="1"/>
            </c:dLbl>
            <c:dLbl>
              <c:idx val="34"/>
              <c:delete val="1"/>
            </c:dLbl>
            <c:dLbl>
              <c:idx val="35"/>
              <c:delete val="1"/>
            </c:dLbl>
            <c:dLbl>
              <c:idx val="36"/>
              <c:delete val="1"/>
            </c:dLbl>
            <c:dLbl>
              <c:idx val="37"/>
              <c:delete val="1"/>
            </c:dLbl>
            <c:dLbl>
              <c:idx val="38"/>
              <c:delete val="1"/>
            </c:dLbl>
            <c:dLbl>
              <c:idx val="39"/>
              <c:delete val="1"/>
            </c:dLbl>
            <c:dLbl>
              <c:idx val="40"/>
              <c:delete val="1"/>
            </c:dLbl>
            <c:dLbl>
              <c:idx val="41"/>
              <c:delete val="1"/>
            </c:dLbl>
            <c:dLbl>
              <c:idx val="42"/>
              <c:delete val="1"/>
            </c:dLbl>
            <c:dLbl>
              <c:idx val="43"/>
              <c:delete val="1"/>
            </c:dLbl>
            <c:dLbl>
              <c:idx val="44"/>
              <c:delete val="1"/>
            </c:dLbl>
            <c:dLbl>
              <c:idx val="45"/>
              <c:delete val="1"/>
            </c:dLbl>
            <c:dLbl>
              <c:idx val="46"/>
              <c:delete val="1"/>
            </c:dLbl>
            <c:dLbl>
              <c:idx val="47"/>
              <c:delete val="1"/>
            </c:dLbl>
            <c:dLbl>
              <c:idx val="48"/>
              <c:delete val="1"/>
            </c:dLbl>
            <c:dLbl>
              <c:idx val="49"/>
              <c:delete val="1"/>
            </c:dLbl>
            <c:dLbl>
              <c:idx val="50"/>
              <c:delete val="1"/>
            </c:dLbl>
            <c:dLbl>
              <c:idx val="51"/>
              <c:delete val="1"/>
            </c:dLbl>
            <c:dLbl>
              <c:idx val="52"/>
              <c:delete val="1"/>
            </c:dLbl>
            <c:dLbl>
              <c:idx val="53"/>
              <c:delete val="1"/>
            </c:dLbl>
            <c:dLbl>
              <c:idx val="54"/>
              <c:delete val="1"/>
            </c:dLbl>
            <c:dLbl>
              <c:idx val="55"/>
              <c:delete val="1"/>
            </c:dLbl>
            <c:dLbl>
              <c:idx val="56"/>
              <c:delete val="1"/>
            </c:dLbl>
            <c:dLbl>
              <c:idx val="57"/>
              <c:delete val="1"/>
            </c:dLbl>
            <c:dLbl>
              <c:idx val="58"/>
              <c:delete val="1"/>
            </c:dLbl>
            <c:dLbl>
              <c:idx val="59"/>
              <c:delete val="1"/>
            </c:dLbl>
            <c:dLbl>
              <c:idx val="60"/>
              <c:delete val="1"/>
            </c:dLbl>
            <c:dLbl>
              <c:idx val="61"/>
              <c:delete val="1"/>
            </c:dLbl>
            <c:dLbl>
              <c:idx val="62"/>
              <c:delete val="1"/>
            </c:dLbl>
            <c:dLbl>
              <c:idx val="63"/>
              <c:delete val="1"/>
            </c:dLbl>
            <c:dLbl>
              <c:idx val="64"/>
              <c:delete val="1"/>
            </c:dLbl>
            <c:dLbl>
              <c:idx val="65"/>
              <c:delete val="1"/>
            </c:dLbl>
            <c:dLbl>
              <c:idx val="66"/>
              <c:delete val="1"/>
            </c:dLbl>
            <c:dLbl>
              <c:idx val="67"/>
              <c:delete val="1"/>
            </c:dLbl>
            <c:dLbl>
              <c:idx val="68"/>
              <c:delete val="1"/>
            </c:dLbl>
            <c:dLbl>
              <c:idx val="69"/>
              <c:delete val="1"/>
            </c:dLbl>
            <c:dLbl>
              <c:idx val="70"/>
              <c:delete val="1"/>
            </c:dLbl>
            <c:dLbl>
              <c:idx val="71"/>
              <c:delete val="1"/>
            </c:dLbl>
            <c:dLbl>
              <c:idx val="72"/>
              <c:delete val="1"/>
            </c:dLbl>
            <c:dLbl>
              <c:idx val="73"/>
              <c:delete val="1"/>
            </c:dLbl>
            <c:dLbl>
              <c:idx val="74"/>
              <c:delete val="1"/>
            </c:dLbl>
            <c:dLbl>
              <c:idx val="75"/>
              <c:delete val="1"/>
            </c:dLbl>
            <c:dLbl>
              <c:idx val="76"/>
              <c:delete val="1"/>
            </c:dLbl>
            <c:dLbl>
              <c:idx val="77"/>
              <c:delete val="1"/>
            </c:dLbl>
            <c:dLbl>
              <c:idx val="78"/>
              <c:delete val="1"/>
            </c:dLbl>
            <c:dLbl>
              <c:idx val="79"/>
              <c:delete val="1"/>
            </c:dLbl>
            <c:dLbl>
              <c:idx val="80"/>
              <c:delete val="1"/>
            </c:dLbl>
            <c:dLbl>
              <c:idx val="81"/>
              <c:delete val="1"/>
            </c:dLbl>
            <c:dLbl>
              <c:idx val="82"/>
              <c:delete val="1"/>
            </c:dLbl>
            <c:dLbl>
              <c:idx val="83"/>
              <c:delete val="1"/>
            </c:dLbl>
            <c:dLbl>
              <c:idx val="84"/>
              <c:delete val="1"/>
            </c:dLbl>
            <c:dLbl>
              <c:idx val="85"/>
              <c:delete val="1"/>
            </c:dLbl>
            <c:dLbl>
              <c:idx val="86"/>
              <c:delete val="1"/>
            </c:dLbl>
            <c:dLbl>
              <c:idx val="87"/>
              <c:delete val="1"/>
            </c:dLbl>
            <c:dLbl>
              <c:idx val="88"/>
              <c:delete val="1"/>
            </c:dLbl>
            <c:dLbl>
              <c:idx val="89"/>
              <c:delete val="1"/>
            </c:dLbl>
            <c:dLbl>
              <c:idx val="90"/>
              <c:delete val="1"/>
            </c:dLbl>
            <c:dLbl>
              <c:idx val="91"/>
              <c:delete val="1"/>
            </c:dLbl>
            <c:dLbl>
              <c:idx val="92"/>
              <c:delete val="1"/>
            </c:dLbl>
            <c:dLbl>
              <c:idx val="93"/>
              <c:delete val="1"/>
            </c:dLbl>
            <c:dLbl>
              <c:idx val="94"/>
              <c:delete val="1"/>
            </c:dLbl>
            <c:dLbl>
              <c:idx val="95"/>
              <c:delete val="1"/>
            </c:dLbl>
            <c:dLbl>
              <c:idx val="96"/>
              <c:delete val="1"/>
            </c:dLbl>
            <c:dLbl>
              <c:idx val="97"/>
              <c:delete val="1"/>
            </c:dLbl>
            <c:dLbl>
              <c:idx val="98"/>
              <c:delete val="1"/>
            </c:dLbl>
            <c:dLbl>
              <c:idx val="99"/>
              <c:delete val="1"/>
            </c:dLbl>
            <c:dLbl>
              <c:idx val="100"/>
              <c:delete val="1"/>
            </c:dLbl>
            <c:dLbl>
              <c:idx val="101"/>
              <c:delete val="1"/>
            </c:dLbl>
            <c:dLbl>
              <c:idx val="102"/>
              <c:delete val="1"/>
            </c:dLbl>
            <c:dLbl>
              <c:idx val="103"/>
              <c:delete val="1"/>
            </c:dLbl>
            <c:dLbl>
              <c:idx val="104"/>
              <c:delete val="1"/>
            </c:dLbl>
            <c:dLbl>
              <c:idx val="105"/>
              <c:delete val="1"/>
            </c:dLbl>
            <c:dLbl>
              <c:idx val="106"/>
              <c:delete val="1"/>
            </c:dLbl>
            <c:dLbl>
              <c:idx val="107"/>
              <c:delete val="1"/>
            </c:dLbl>
            <c:dLbl>
              <c:idx val="108"/>
              <c:delete val="1"/>
            </c:dLbl>
            <c:dLbl>
              <c:idx val="109"/>
              <c:delete val="1"/>
            </c:dLbl>
            <c:dLbl>
              <c:idx val="110"/>
              <c:delete val="1"/>
            </c:dLbl>
            <c:dLbl>
              <c:idx val="111"/>
              <c:delete val="1"/>
            </c:dLbl>
            <c:dLbl>
              <c:idx val="112"/>
              <c:delete val="1"/>
            </c:dLbl>
            <c:dLbl>
              <c:idx val="113"/>
              <c:delete val="1"/>
            </c:dLbl>
            <c:dLbl>
              <c:idx val="114"/>
              <c:delete val="1"/>
            </c:dLbl>
            <c:dLbl>
              <c:idx val="115"/>
              <c:delete val="1"/>
            </c:dLbl>
            <c:dLbl>
              <c:idx val="116"/>
              <c:delete val="1"/>
            </c:dLbl>
            <c:dLbl>
              <c:idx val="117"/>
              <c:delete val="1"/>
            </c:dLbl>
            <c:dLbl>
              <c:idx val="118"/>
              <c:delete val="1"/>
            </c:dLbl>
            <c:dLbl>
              <c:idx val="119"/>
              <c:delete val="1"/>
            </c:dLbl>
            <c:dLbl>
              <c:idx val="120"/>
              <c:delete val="1"/>
            </c:dLbl>
            <c:dLbl>
              <c:idx val="121"/>
              <c:delete val="1"/>
            </c:dLbl>
            <c:dLbl>
              <c:idx val="122"/>
              <c:delete val="1"/>
            </c:dLbl>
            <c:dLbl>
              <c:idx val="123"/>
              <c:delete val="1"/>
            </c:dLbl>
            <c:dLbl>
              <c:idx val="124"/>
              <c:delete val="1"/>
            </c:dLbl>
            <c:dLbl>
              <c:idx val="125"/>
              <c:delete val="1"/>
            </c:dLbl>
            <c:dLbl>
              <c:idx val="126"/>
              <c:delete val="1"/>
            </c:dLbl>
            <c:dLbl>
              <c:idx val="127"/>
              <c:delete val="1"/>
            </c:dLbl>
            <c:dLbl>
              <c:idx val="128"/>
              <c:delete val="1"/>
            </c:dLbl>
            <c:dLbl>
              <c:idx val="129"/>
              <c:delete val="1"/>
            </c:dLbl>
            <c:dLbl>
              <c:idx val="130"/>
              <c:delete val="1"/>
            </c:dLbl>
            <c:dLbl>
              <c:idx val="131"/>
              <c:delete val="1"/>
            </c:dLbl>
            <c:dLbl>
              <c:idx val="132"/>
              <c:delete val="1"/>
            </c:dLbl>
            <c:dLbl>
              <c:idx val="133"/>
              <c:delete val="1"/>
            </c:dLbl>
            <c:dLbl>
              <c:idx val="134"/>
              <c:delete val="1"/>
            </c:dLbl>
            <c:dLbl>
              <c:idx val="135"/>
              <c:delete val="1"/>
            </c:dLbl>
            <c:dLbl>
              <c:idx val="136"/>
              <c:delete val="1"/>
            </c:dLbl>
            <c:dLbl>
              <c:idx val="137"/>
              <c:delete val="1"/>
            </c:dLbl>
            <c:dLbl>
              <c:idx val="138"/>
              <c:delete val="1"/>
            </c:dLbl>
            <c:dLbl>
              <c:idx val="139"/>
              <c:delete val="1"/>
            </c:dLbl>
            <c:dLbl>
              <c:idx val="140"/>
              <c:delete val="1"/>
            </c:dLbl>
            <c:dLbl>
              <c:idx val="141"/>
              <c:delete val="1"/>
            </c:dLbl>
            <c:dLbl>
              <c:idx val="142"/>
              <c:delete val="1"/>
            </c:dLbl>
            <c:dLbl>
              <c:idx val="143"/>
              <c:delete val="1"/>
            </c:dLbl>
            <c:dLbl>
              <c:idx val="144"/>
              <c:delete val="1"/>
            </c:dLbl>
            <c:dLbl>
              <c:idx val="145"/>
              <c:delete val="1"/>
            </c:dLbl>
            <c:dLbl>
              <c:idx val="146"/>
              <c:delete val="1"/>
            </c:dLbl>
            <c:dLbl>
              <c:idx val="147"/>
              <c:delete val="1"/>
            </c:dLbl>
            <c:dLbl>
              <c:idx val="148"/>
              <c:delete val="1"/>
            </c:dLbl>
            <c:dLbl>
              <c:idx val="149"/>
              <c:delete val="1"/>
            </c:dLbl>
            <c:dLbl>
              <c:idx val="150"/>
              <c:delete val="1"/>
            </c:dLbl>
            <c:dLbl>
              <c:idx val="151"/>
              <c:delete val="1"/>
            </c:dLbl>
            <c:dLbl>
              <c:idx val="152"/>
              <c:delete val="1"/>
            </c:dLbl>
            <c:dLbl>
              <c:idx val="153"/>
              <c:delete val="1"/>
            </c:dLbl>
            <c:dLbl>
              <c:idx val="154"/>
              <c:delete val="1"/>
            </c:dLbl>
            <c:dLbl>
              <c:idx val="155"/>
              <c:delete val="1"/>
            </c:dLbl>
            <c:dLbl>
              <c:idx val="156"/>
              <c:delete val="1"/>
            </c:dLbl>
            <c:dLbl>
              <c:idx val="157"/>
              <c:delete val="1"/>
            </c:dLbl>
            <c:dLbl>
              <c:idx val="158"/>
              <c:delete val="1"/>
            </c:dLbl>
            <c:dLbl>
              <c:idx val="159"/>
              <c:delete val="1"/>
            </c:dLbl>
            <c:dLbl>
              <c:idx val="160"/>
              <c:delete val="1"/>
            </c:dLbl>
            <c:dLbl>
              <c:idx val="161"/>
              <c:delete val="1"/>
            </c:dLbl>
            <c:dLbl>
              <c:idx val="162"/>
              <c:delete val="1"/>
            </c:dLbl>
            <c:dLbl>
              <c:idx val="163"/>
              <c:delete val="1"/>
            </c:dLbl>
            <c:dLbl>
              <c:idx val="164"/>
              <c:delete val="1"/>
            </c:dLbl>
            <c:dLbl>
              <c:idx val="165"/>
              <c:delete val="1"/>
            </c:dLbl>
            <c:dLbl>
              <c:idx val="166"/>
              <c:delete val="1"/>
            </c:dLbl>
            <c:dLbl>
              <c:idx val="167"/>
              <c:delete val="1"/>
            </c:dLbl>
            <c:dLbl>
              <c:idx val="168"/>
              <c:delete val="1"/>
            </c:dLbl>
            <c:dLbl>
              <c:idx val="169"/>
              <c:delete val="1"/>
            </c:dLbl>
            <c:dLbl>
              <c:idx val="170"/>
              <c:delete val="1"/>
            </c:dLbl>
            <c:dLbl>
              <c:idx val="171"/>
              <c:delete val="1"/>
            </c:dLbl>
            <c:dLbl>
              <c:idx val="172"/>
              <c:delete val="1"/>
            </c:dLbl>
            <c:dLbl>
              <c:idx val="173"/>
              <c:delete val="1"/>
            </c:dLbl>
            <c:dLbl>
              <c:idx val="174"/>
              <c:delete val="1"/>
            </c:dLbl>
            <c:dLbl>
              <c:idx val="175"/>
              <c:delete val="1"/>
            </c:dLbl>
            <c:dLbl>
              <c:idx val="176"/>
              <c:delete val="1"/>
            </c:dLbl>
            <c:dLbl>
              <c:idx val="177"/>
              <c:delete val="1"/>
            </c:dLbl>
            <c:dLbl>
              <c:idx val="178"/>
              <c:delete val="1"/>
            </c:dLbl>
            <c:dLbl>
              <c:idx val="179"/>
              <c:delete val="1"/>
            </c:dLbl>
            <c:dLbl>
              <c:idx val="180"/>
              <c:delete val="1"/>
            </c:dLbl>
            <c:dLbl>
              <c:idx val="181"/>
              <c:delete val="1"/>
            </c:dLbl>
            <c:dLbl>
              <c:idx val="182"/>
              <c:delete val="1"/>
            </c:dLbl>
            <c:dLbl>
              <c:idx val="183"/>
              <c:delete val="1"/>
            </c:dLbl>
            <c:dLbl>
              <c:idx val="184"/>
              <c:delete val="1"/>
            </c:dLbl>
            <c:dLbl>
              <c:idx val="185"/>
              <c:delete val="1"/>
            </c:dLbl>
            <c:dLbl>
              <c:idx val="186"/>
              <c:delete val="1"/>
            </c:dLbl>
            <c:dLbl>
              <c:idx val="187"/>
              <c:delete val="1"/>
            </c:dLbl>
            <c:dLbl>
              <c:idx val="188"/>
              <c:delete val="1"/>
            </c:dLbl>
            <c:dLbl>
              <c:idx val="189"/>
              <c:delete val="1"/>
            </c:dLbl>
            <c:dLbl>
              <c:idx val="190"/>
              <c:delete val="1"/>
            </c:dLbl>
            <c:dLbl>
              <c:idx val="191"/>
              <c:delete val="1"/>
            </c:dLbl>
            <c:dLbl>
              <c:idx val="192"/>
              <c:delete val="1"/>
            </c:dLbl>
            <c:dLbl>
              <c:idx val="193"/>
              <c:delete val="1"/>
            </c:dLbl>
            <c:dLbl>
              <c:idx val="194"/>
              <c:delete val="1"/>
            </c:dLbl>
            <c:dLbl>
              <c:idx val="195"/>
              <c:delete val="1"/>
            </c:dLbl>
            <c:dLbl>
              <c:idx val="196"/>
              <c:delete val="1"/>
            </c:dLbl>
            <c:dLbl>
              <c:idx val="197"/>
              <c:delete val="1"/>
            </c:dLbl>
            <c:dLbl>
              <c:idx val="198"/>
              <c:delete val="1"/>
            </c:dLbl>
            <c:dLbl>
              <c:idx val="199"/>
              <c:delete val="1"/>
            </c:dLbl>
            <c:dLbl>
              <c:idx val="200"/>
              <c:delete val="1"/>
            </c:dLbl>
            <c:dLbl>
              <c:idx val="201"/>
              <c:delete val="1"/>
            </c:dLbl>
            <c:dLbl>
              <c:idx val="202"/>
              <c:delete val="1"/>
            </c:dLbl>
            <c:dLbl>
              <c:idx val="203"/>
              <c:delete val="1"/>
            </c:dLbl>
            <c:dLbl>
              <c:idx val="204"/>
              <c:delete val="1"/>
            </c:dLbl>
            <c:dLbl>
              <c:idx val="205"/>
              <c:delete val="1"/>
            </c:dLbl>
            <c:dLbl>
              <c:idx val="206"/>
              <c:delete val="1"/>
            </c:dLbl>
            <c:dLbl>
              <c:idx val="207"/>
              <c:delete val="1"/>
            </c:dLbl>
            <c:dLbl>
              <c:idx val="208"/>
              <c:delete val="1"/>
            </c:dLbl>
            <c:dLbl>
              <c:idx val="209"/>
              <c:delete val="1"/>
            </c:dLbl>
            <c:dLbl>
              <c:idx val="210"/>
              <c:delete val="1"/>
            </c:dLbl>
            <c:dLbl>
              <c:idx val="211"/>
              <c:delete val="1"/>
            </c:dLbl>
            <c:dLbl>
              <c:idx val="212"/>
              <c:delete val="1"/>
            </c:dLbl>
            <c:dLbl>
              <c:idx val="213"/>
              <c:delete val="1"/>
            </c:dLbl>
            <c:dLbl>
              <c:idx val="214"/>
              <c:delete val="1"/>
            </c:dLbl>
            <c:dLbl>
              <c:idx val="215"/>
              <c:delete val="1"/>
            </c:dLbl>
            <c:dLbl>
              <c:idx val="216"/>
              <c:delete val="1"/>
            </c:dLbl>
            <c:dLbl>
              <c:idx val="217"/>
              <c:delete val="1"/>
            </c:dLbl>
            <c:dLbl>
              <c:idx val="218"/>
              <c:delete val="1"/>
            </c:dLbl>
            <c:dLbl>
              <c:idx val="219"/>
              <c:delete val="1"/>
            </c:dLbl>
            <c:dLbl>
              <c:idx val="220"/>
              <c:delete val="1"/>
            </c:dLbl>
            <c:dLbl>
              <c:idx val="221"/>
              <c:delete val="1"/>
            </c:dLbl>
            <c:dLbl>
              <c:idx val="222"/>
              <c:delete val="1"/>
            </c:dLbl>
            <c:dLbl>
              <c:idx val="223"/>
              <c:delete val="1"/>
            </c:dLbl>
            <c:dLbl>
              <c:idx val="224"/>
              <c:delete val="1"/>
            </c:dLbl>
            <c:dLbl>
              <c:idx val="225"/>
              <c:delete val="1"/>
            </c:dLbl>
            <c:dLbl>
              <c:idx val="226"/>
              <c:delete val="1"/>
            </c:dLbl>
            <c:dLbl>
              <c:idx val="227"/>
              <c:delete val="1"/>
            </c:dLbl>
            <c:dLbl>
              <c:idx val="228"/>
              <c:delete val="1"/>
            </c:dLbl>
            <c:dLbl>
              <c:idx val="229"/>
              <c:delete val="1"/>
            </c:dLbl>
            <c:dLbl>
              <c:idx val="230"/>
              <c:delete val="1"/>
            </c:dLbl>
            <c:dLbl>
              <c:idx val="231"/>
              <c:delete val="1"/>
            </c:dLbl>
            <c:dLbl>
              <c:idx val="232"/>
              <c:delete val="1"/>
            </c:dLbl>
            <c:dLbl>
              <c:idx val="233"/>
              <c:delete val="1"/>
            </c:dLbl>
            <c:dLbl>
              <c:idx val="234"/>
              <c:delete val="1"/>
            </c:dLbl>
            <c:dLbl>
              <c:idx val="235"/>
              <c:delete val="1"/>
            </c:dLbl>
            <c:dLbl>
              <c:idx val="236"/>
              <c:delete val="1"/>
            </c:dLbl>
            <c:dLbl>
              <c:idx val="237"/>
              <c:delete val="1"/>
            </c:dLbl>
            <c:dLbl>
              <c:idx val="238"/>
              <c:delete val="1"/>
            </c:dLbl>
            <c:dLbl>
              <c:idx val="239"/>
              <c:delete val="1"/>
            </c:dLbl>
            <c:dLbl>
              <c:idx val="240"/>
              <c:delete val="1"/>
            </c:dLbl>
            <c:dLbl>
              <c:idx val="241"/>
              <c:delete val="1"/>
            </c:dLbl>
            <c:dLbl>
              <c:idx val="242"/>
              <c:delete val="1"/>
            </c:dLbl>
            <c:dLbl>
              <c:idx val="243"/>
              <c:delete val="1"/>
            </c:dLbl>
            <c:dLbl>
              <c:idx val="244"/>
              <c:delete val="1"/>
            </c:dLbl>
            <c:dLbl>
              <c:idx val="245"/>
              <c:delete val="1"/>
            </c:dLbl>
            <c:dLbl>
              <c:idx val="246"/>
              <c:delete val="1"/>
            </c:dLbl>
            <c:dLbl>
              <c:idx val="247"/>
              <c:delete val="1"/>
            </c:dLbl>
            <c:dLbl>
              <c:idx val="248"/>
              <c:delete val="1"/>
            </c:dLbl>
            <c:dLbl>
              <c:idx val="249"/>
              <c:delete val="1"/>
            </c:dLbl>
            <c:dLbl>
              <c:idx val="250"/>
              <c:delete val="1"/>
            </c:dLbl>
            <c:dLbl>
              <c:idx val="251"/>
              <c:delete val="1"/>
            </c:dLbl>
            <c:dLbl>
              <c:idx val="252"/>
              <c:delete val="1"/>
            </c:dLbl>
            <c:dLbl>
              <c:idx val="253"/>
              <c:delete val="1"/>
            </c:dLbl>
            <c:dLbl>
              <c:idx val="254"/>
              <c:delete val="1"/>
            </c:dLbl>
            <c:dLbl>
              <c:idx val="255"/>
              <c:delete val="1"/>
            </c:dLbl>
            <c:dLbl>
              <c:idx val="256"/>
              <c:delete val="1"/>
            </c:dLbl>
            <c:dLbl>
              <c:idx val="257"/>
              <c:delete val="1"/>
            </c:dLbl>
            <c:dLbl>
              <c:idx val="258"/>
              <c:delete val="1"/>
            </c:dLbl>
            <c:dLbl>
              <c:idx val="259"/>
              <c:delete val="1"/>
            </c:dLbl>
            <c:dLbl>
              <c:idx val="260"/>
              <c:delete val="1"/>
            </c:dLbl>
            <c:dLbl>
              <c:idx val="261"/>
              <c:delete val="1"/>
            </c:dLbl>
            <c:dLbl>
              <c:idx val="262"/>
              <c:delete val="1"/>
            </c:dLbl>
            <c:dLbl>
              <c:idx val="263"/>
              <c:delete val="1"/>
            </c:dLbl>
            <c:dLbl>
              <c:idx val="264"/>
              <c:delete val="1"/>
            </c:dLbl>
            <c:dLbl>
              <c:idx val="265"/>
              <c:delete val="1"/>
            </c:dLbl>
            <c:dLbl>
              <c:idx val="266"/>
              <c:delete val="1"/>
            </c:dLbl>
            <c:dLbl>
              <c:idx val="267"/>
              <c:delete val="1"/>
            </c:dLbl>
            <c:dLbl>
              <c:idx val="268"/>
              <c:delete val="1"/>
            </c:dLbl>
            <c:dLbl>
              <c:idx val="269"/>
              <c:delete val="1"/>
            </c:dLbl>
            <c:dLbl>
              <c:idx val="270"/>
              <c:delete val="1"/>
            </c:dLbl>
            <c:dLbl>
              <c:idx val="271"/>
              <c:delete val="1"/>
            </c:dLbl>
            <c:dLbl>
              <c:idx val="272"/>
              <c:delete val="1"/>
            </c:dLbl>
            <c:dLbl>
              <c:idx val="273"/>
              <c:delete val="1"/>
            </c:dLbl>
            <c:dLbl>
              <c:idx val="274"/>
              <c:delete val="1"/>
            </c:dLbl>
            <c:dLbl>
              <c:idx val="275"/>
              <c:delete val="1"/>
            </c:dLbl>
            <c:dLbl>
              <c:idx val="276"/>
              <c:delete val="1"/>
            </c:dLbl>
            <c:dLbl>
              <c:idx val="277"/>
              <c:delete val="1"/>
            </c:dLbl>
            <c:dLbl>
              <c:idx val="278"/>
              <c:delete val="1"/>
            </c:dLbl>
            <c:dLbl>
              <c:idx val="279"/>
              <c:delete val="1"/>
            </c:dLbl>
            <c:dLbl>
              <c:idx val="280"/>
              <c:delete val="1"/>
            </c:dLbl>
            <c:dLbl>
              <c:idx val="281"/>
              <c:delete val="1"/>
            </c:dLbl>
            <c:dLbl>
              <c:idx val="282"/>
              <c:delete val="1"/>
            </c:dLbl>
            <c:dLbl>
              <c:idx val="283"/>
              <c:delete val="1"/>
            </c:dLbl>
            <c:dLbl>
              <c:idx val="284"/>
              <c:delete val="1"/>
            </c:dLbl>
            <c:dLbl>
              <c:idx val="285"/>
              <c:delete val="1"/>
            </c:dLbl>
            <c:dLbl>
              <c:idx val="286"/>
              <c:delete val="1"/>
            </c:dLbl>
            <c:dLbl>
              <c:idx val="287"/>
              <c:delete val="1"/>
            </c:dLbl>
            <c:dLbl>
              <c:idx val="288"/>
              <c:delete val="1"/>
            </c:dLbl>
            <c:dLbl>
              <c:idx val="289"/>
              <c:delete val="1"/>
            </c:dLbl>
            <c:dLbl>
              <c:idx val="290"/>
              <c:delete val="1"/>
            </c:dLbl>
            <c:dLbl>
              <c:idx val="291"/>
              <c:delete val="1"/>
            </c:dLbl>
            <c:dLbl>
              <c:idx val="292"/>
              <c:delete val="1"/>
            </c:dLbl>
            <c:dLbl>
              <c:idx val="293"/>
              <c:delete val="1"/>
            </c:dLbl>
            <c:dLbl>
              <c:idx val="294"/>
              <c:delete val="1"/>
            </c:dLbl>
            <c:dLbl>
              <c:idx val="295"/>
              <c:delete val="1"/>
            </c:dLbl>
            <c:dLbl>
              <c:idx val="296"/>
              <c:delete val="1"/>
            </c:dLbl>
            <c:dLbl>
              <c:idx val="297"/>
              <c:delete val="1"/>
            </c:dLbl>
            <c:dLbl>
              <c:idx val="298"/>
              <c:delete val="1"/>
            </c:dLbl>
            <c:dLbl>
              <c:idx val="299"/>
              <c:delete val="1"/>
            </c:dLbl>
            <c:dLbl>
              <c:idx val="300"/>
              <c:delete val="1"/>
            </c:dLbl>
            <c:dLbl>
              <c:idx val="301"/>
              <c:delete val="1"/>
            </c:dLbl>
            <c:dLbl>
              <c:idx val="302"/>
              <c:delete val="1"/>
            </c:dLbl>
            <c:dLbl>
              <c:idx val="303"/>
              <c:delete val="1"/>
            </c:dLbl>
            <c:dLbl>
              <c:idx val="304"/>
              <c:delete val="1"/>
            </c:dLbl>
            <c:dLbl>
              <c:idx val="305"/>
              <c:delete val="1"/>
            </c:dLbl>
            <c:dLbl>
              <c:idx val="306"/>
              <c:delete val="1"/>
            </c:dLbl>
            <c:dLbl>
              <c:idx val="307"/>
              <c:delete val="1"/>
            </c:dLbl>
            <c:dLbl>
              <c:idx val="308"/>
              <c:delete val="1"/>
            </c:dLbl>
            <c:dLbl>
              <c:idx val="309"/>
              <c:delete val="1"/>
            </c:dLbl>
            <c:dLbl>
              <c:idx val="310"/>
              <c:delete val="1"/>
            </c:dLbl>
            <c:dLbl>
              <c:idx val="311"/>
              <c:delete val="1"/>
            </c:dLbl>
            <c:dLbl>
              <c:idx val="312"/>
              <c:delete val="1"/>
            </c:dLbl>
            <c:dLbl>
              <c:idx val="313"/>
              <c:delete val="1"/>
            </c:dLbl>
            <c:dLbl>
              <c:idx val="314"/>
              <c:delete val="1"/>
            </c:dLbl>
            <c:dLbl>
              <c:idx val="315"/>
              <c:delete val="1"/>
            </c:dLbl>
            <c:dLbl>
              <c:idx val="316"/>
              <c:delete val="1"/>
            </c:dLbl>
            <c:dLbl>
              <c:idx val="317"/>
              <c:delete val="1"/>
            </c:dLbl>
            <c:dLbl>
              <c:idx val="318"/>
              <c:delete val="1"/>
            </c:dLbl>
            <c:dLbl>
              <c:idx val="319"/>
              <c:delete val="1"/>
            </c:dLbl>
            <c:dLbl>
              <c:idx val="320"/>
              <c:delete val="1"/>
            </c:dLbl>
            <c:dLbl>
              <c:idx val="321"/>
              <c:delete val="1"/>
            </c:dLbl>
            <c:dLbl>
              <c:idx val="322"/>
              <c:delete val="1"/>
            </c:dLbl>
            <c:dLbl>
              <c:idx val="323"/>
              <c:delete val="1"/>
            </c:dLbl>
            <c:dLbl>
              <c:idx val="324"/>
              <c:delete val="1"/>
            </c:dLbl>
            <c:dLbl>
              <c:idx val="325"/>
              <c:delete val="1"/>
            </c:dLbl>
            <c:dLbl>
              <c:idx val="326"/>
              <c:delete val="1"/>
            </c:dLbl>
            <c:dLbl>
              <c:idx val="327"/>
              <c:delete val="1"/>
            </c:dLbl>
            <c:dLbl>
              <c:idx val="328"/>
              <c:delete val="1"/>
            </c:dLbl>
            <c:dLbl>
              <c:idx val="329"/>
              <c:layout/>
              <c:numFmt formatCode="0.0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lang="zh-CN" sz="1000" b="0" i="0" u="none" strike="noStrike" kern="1200" baseline="0">
                      <a:solidFill>
                        <a:srgbClr val="B29A73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/>
              </c:ext>
            </c:extLst>
          </c:dLbls>
          <c:cat>
            <c:numRef>
              <c:f>'[20260624-产品一页通.xlsx]交鑫致远6个月101号'!$A$2:$A$331</c:f>
              <c:numCache>
                <c:formatCode>yyyy/mm/dd</c:formatCode>
                <c:ptCount val="330"/>
                <c:pt idx="0" c:formatCode="yyyy/mm/dd">
                  <c:v>45855</c:v>
                </c:pt>
                <c:pt idx="1" c:formatCode="yyyy/mm/dd">
                  <c:v>45856</c:v>
                </c:pt>
                <c:pt idx="2" c:formatCode="yyyy/mm/dd">
                  <c:v>45859</c:v>
                </c:pt>
                <c:pt idx="3" c:formatCode="yyyy/mm/dd">
                  <c:v>45860</c:v>
                </c:pt>
                <c:pt idx="4" c:formatCode="yyyy/mm/dd">
                  <c:v>45861</c:v>
                </c:pt>
                <c:pt idx="5" c:formatCode="yyyy/mm/dd">
                  <c:v>45862</c:v>
                </c:pt>
                <c:pt idx="6" c:formatCode="yyyy/mm/dd">
                  <c:v>45863</c:v>
                </c:pt>
                <c:pt idx="7" c:formatCode="yyyy/mm/dd">
                  <c:v>45866</c:v>
                </c:pt>
                <c:pt idx="8" c:formatCode="yyyy/mm/dd">
                  <c:v>45867</c:v>
                </c:pt>
                <c:pt idx="9" c:formatCode="yyyy/mm/dd">
                  <c:v>45868</c:v>
                </c:pt>
                <c:pt idx="10" c:formatCode="yyyy/mm/dd">
                  <c:v>45869</c:v>
                </c:pt>
                <c:pt idx="11" c:formatCode="yyyy/mm/dd">
                  <c:v>45870</c:v>
                </c:pt>
                <c:pt idx="12" c:formatCode="yyyy/mm/dd">
                  <c:v>45873</c:v>
                </c:pt>
                <c:pt idx="13" c:formatCode="yyyy/mm/dd">
                  <c:v>45874</c:v>
                </c:pt>
                <c:pt idx="14" c:formatCode="yyyy/mm/dd">
                  <c:v>45875</c:v>
                </c:pt>
                <c:pt idx="15" c:formatCode="yyyy/mm/dd">
                  <c:v>45876</c:v>
                </c:pt>
                <c:pt idx="16" c:formatCode="yyyy/mm/dd">
                  <c:v>45877</c:v>
                </c:pt>
                <c:pt idx="17" c:formatCode="yyyy/mm/dd">
                  <c:v>45880</c:v>
                </c:pt>
                <c:pt idx="18" c:formatCode="yyyy/mm/dd">
                  <c:v>45881</c:v>
                </c:pt>
                <c:pt idx="19" c:formatCode="yyyy/mm/dd">
                  <c:v>45882</c:v>
                </c:pt>
                <c:pt idx="20" c:formatCode="yyyy/mm/dd">
                  <c:v>45883</c:v>
                </c:pt>
                <c:pt idx="21" c:formatCode="yyyy/mm/dd">
                  <c:v>45884</c:v>
                </c:pt>
                <c:pt idx="22" c:formatCode="yyyy/mm/dd">
                  <c:v>45887</c:v>
                </c:pt>
                <c:pt idx="23" c:formatCode="yyyy/mm/dd">
                  <c:v>45888</c:v>
                </c:pt>
                <c:pt idx="24" c:formatCode="yyyy/mm/dd">
                  <c:v>45889</c:v>
                </c:pt>
                <c:pt idx="25" c:formatCode="yyyy/mm/dd">
                  <c:v>45890</c:v>
                </c:pt>
                <c:pt idx="26" c:formatCode="yyyy/mm/dd">
                  <c:v>45891</c:v>
                </c:pt>
                <c:pt idx="27" c:formatCode="yyyy/mm/dd">
                  <c:v>45894</c:v>
                </c:pt>
                <c:pt idx="28" c:formatCode="yyyy/mm/dd">
                  <c:v>45895</c:v>
                </c:pt>
                <c:pt idx="29" c:formatCode="yyyy/mm/dd">
                  <c:v>45896</c:v>
                </c:pt>
                <c:pt idx="30" c:formatCode="yyyy/mm/dd">
                  <c:v>45897</c:v>
                </c:pt>
                <c:pt idx="31" c:formatCode="yyyy/mm/dd">
                  <c:v>45898</c:v>
                </c:pt>
                <c:pt idx="32" c:formatCode="yyyy/mm/dd">
                  <c:v>45900</c:v>
                </c:pt>
                <c:pt idx="33" c:formatCode="yyyy/mm/dd">
                  <c:v>45901</c:v>
                </c:pt>
                <c:pt idx="34" c:formatCode="yyyy/mm/dd">
                  <c:v>45902</c:v>
                </c:pt>
                <c:pt idx="35" c:formatCode="yyyy/mm/dd">
                  <c:v>45903</c:v>
                </c:pt>
                <c:pt idx="36" c:formatCode="yyyy/mm/dd">
                  <c:v>45904</c:v>
                </c:pt>
                <c:pt idx="37" c:formatCode="yyyy/mm/dd">
                  <c:v>45905</c:v>
                </c:pt>
                <c:pt idx="38" c:formatCode="yyyy/mm/dd">
                  <c:v>45906</c:v>
                </c:pt>
                <c:pt idx="39" c:formatCode="yyyy/mm/dd">
                  <c:v>45907</c:v>
                </c:pt>
                <c:pt idx="40" c:formatCode="yyyy/mm/dd">
                  <c:v>45908</c:v>
                </c:pt>
                <c:pt idx="41" c:formatCode="yyyy/mm/dd">
                  <c:v>45909</c:v>
                </c:pt>
                <c:pt idx="42" c:formatCode="yyyy/mm/dd">
                  <c:v>45910</c:v>
                </c:pt>
                <c:pt idx="43" c:formatCode="yyyy/mm/dd">
                  <c:v>45911</c:v>
                </c:pt>
                <c:pt idx="44" c:formatCode="yyyy/mm/dd">
                  <c:v>45912</c:v>
                </c:pt>
                <c:pt idx="45" c:formatCode="yyyy/mm/dd">
                  <c:v>45913</c:v>
                </c:pt>
                <c:pt idx="46" c:formatCode="yyyy/mm/dd">
                  <c:v>45914</c:v>
                </c:pt>
                <c:pt idx="47" c:formatCode="yyyy/mm/dd">
                  <c:v>45915</c:v>
                </c:pt>
                <c:pt idx="48" c:formatCode="yyyy/mm/dd">
                  <c:v>45916</c:v>
                </c:pt>
                <c:pt idx="49" c:formatCode="yyyy/mm/dd">
                  <c:v>45917</c:v>
                </c:pt>
                <c:pt idx="50" c:formatCode="yyyy/mm/dd">
                  <c:v>45918</c:v>
                </c:pt>
                <c:pt idx="51" c:formatCode="yyyy/mm/dd">
                  <c:v>45919</c:v>
                </c:pt>
                <c:pt idx="52" c:formatCode="yyyy/mm/dd">
                  <c:v>45920</c:v>
                </c:pt>
                <c:pt idx="53" c:formatCode="yyyy/mm/dd">
                  <c:v>45921</c:v>
                </c:pt>
                <c:pt idx="54" c:formatCode="yyyy/mm/dd">
                  <c:v>45922</c:v>
                </c:pt>
                <c:pt idx="55" c:formatCode="yyyy/mm/dd">
                  <c:v>45923</c:v>
                </c:pt>
                <c:pt idx="56" c:formatCode="yyyy/mm/dd">
                  <c:v>45924</c:v>
                </c:pt>
                <c:pt idx="57" c:formatCode="yyyy/mm/dd">
                  <c:v>45925</c:v>
                </c:pt>
                <c:pt idx="58" c:formatCode="yyyy/mm/dd">
                  <c:v>45926</c:v>
                </c:pt>
                <c:pt idx="59" c:formatCode="yyyy/mm/dd">
                  <c:v>45927</c:v>
                </c:pt>
                <c:pt idx="60" c:formatCode="yyyy/mm/dd">
                  <c:v>45928</c:v>
                </c:pt>
                <c:pt idx="61" c:formatCode="yyyy/mm/dd">
                  <c:v>45929</c:v>
                </c:pt>
                <c:pt idx="62" c:formatCode="yyyy/mm/dd">
                  <c:v>45930</c:v>
                </c:pt>
                <c:pt idx="63" c:formatCode="yyyy/mm/dd">
                  <c:v>45931</c:v>
                </c:pt>
                <c:pt idx="64" c:formatCode="yyyy/mm/dd">
                  <c:v>45932</c:v>
                </c:pt>
                <c:pt idx="65" c:formatCode="yyyy/mm/dd">
                  <c:v>45933</c:v>
                </c:pt>
                <c:pt idx="66" c:formatCode="yyyy/mm/dd">
                  <c:v>45934</c:v>
                </c:pt>
                <c:pt idx="67" c:formatCode="yyyy/mm/dd">
                  <c:v>45935</c:v>
                </c:pt>
                <c:pt idx="68" c:formatCode="yyyy/mm/dd">
                  <c:v>45936</c:v>
                </c:pt>
                <c:pt idx="69" c:formatCode="yyyy/mm/dd">
                  <c:v>45937</c:v>
                </c:pt>
                <c:pt idx="70" c:formatCode="yyyy/mm/dd">
                  <c:v>45938</c:v>
                </c:pt>
                <c:pt idx="71" c:formatCode="yyyy/mm/dd">
                  <c:v>45939</c:v>
                </c:pt>
                <c:pt idx="72" c:formatCode="yyyy/mm/dd">
                  <c:v>45940</c:v>
                </c:pt>
                <c:pt idx="73" c:formatCode="yyyy/mm/dd">
                  <c:v>45941</c:v>
                </c:pt>
                <c:pt idx="74" c:formatCode="yyyy/mm/dd">
                  <c:v>45942</c:v>
                </c:pt>
                <c:pt idx="75" c:formatCode="yyyy/mm/dd">
                  <c:v>45943</c:v>
                </c:pt>
                <c:pt idx="76" c:formatCode="yyyy/mm/dd">
                  <c:v>45944</c:v>
                </c:pt>
                <c:pt idx="77" c:formatCode="yyyy/mm/dd">
                  <c:v>45945</c:v>
                </c:pt>
                <c:pt idx="78" c:formatCode="yyyy/mm/dd">
                  <c:v>45946</c:v>
                </c:pt>
                <c:pt idx="79" c:formatCode="yyyy/mm/dd">
                  <c:v>45947</c:v>
                </c:pt>
                <c:pt idx="80" c:formatCode="yyyy/mm/dd">
                  <c:v>45948</c:v>
                </c:pt>
                <c:pt idx="81" c:formatCode="yyyy/mm/dd">
                  <c:v>45949</c:v>
                </c:pt>
                <c:pt idx="82" c:formatCode="yyyy/mm/dd">
                  <c:v>45950</c:v>
                </c:pt>
                <c:pt idx="83" c:formatCode="yyyy/mm/dd">
                  <c:v>45951</c:v>
                </c:pt>
                <c:pt idx="84" c:formatCode="yyyy/mm/dd">
                  <c:v>45952</c:v>
                </c:pt>
                <c:pt idx="85" c:formatCode="yyyy/mm/dd">
                  <c:v>45953</c:v>
                </c:pt>
                <c:pt idx="86" c:formatCode="yyyy/mm/dd">
                  <c:v>45954</c:v>
                </c:pt>
                <c:pt idx="87" c:formatCode="yyyy/mm/dd">
                  <c:v>45955</c:v>
                </c:pt>
                <c:pt idx="88" c:formatCode="yyyy/mm/dd">
                  <c:v>45956</c:v>
                </c:pt>
                <c:pt idx="89" c:formatCode="yyyy/mm/dd">
                  <c:v>45957</c:v>
                </c:pt>
                <c:pt idx="90" c:formatCode="yyyy/mm/dd">
                  <c:v>45958</c:v>
                </c:pt>
                <c:pt idx="91" c:formatCode="yyyy/mm/dd">
                  <c:v>45959</c:v>
                </c:pt>
                <c:pt idx="92" c:formatCode="yyyy/mm/dd">
                  <c:v>45960</c:v>
                </c:pt>
                <c:pt idx="93" c:formatCode="yyyy/mm/dd">
                  <c:v>45961</c:v>
                </c:pt>
                <c:pt idx="94" c:formatCode="yyyy/mm/dd">
                  <c:v>45962</c:v>
                </c:pt>
                <c:pt idx="95" c:formatCode="yyyy/mm/dd">
                  <c:v>45963</c:v>
                </c:pt>
                <c:pt idx="96" c:formatCode="yyyy/mm/dd">
                  <c:v>45964</c:v>
                </c:pt>
                <c:pt idx="97" c:formatCode="yyyy/mm/dd">
                  <c:v>45965</c:v>
                </c:pt>
                <c:pt idx="98" c:formatCode="yyyy/mm/dd">
                  <c:v>45966</c:v>
                </c:pt>
                <c:pt idx="99" c:formatCode="yyyy/mm/dd">
                  <c:v>45967</c:v>
                </c:pt>
                <c:pt idx="100" c:formatCode="yyyy/mm/dd">
                  <c:v>45968</c:v>
                </c:pt>
                <c:pt idx="101" c:formatCode="yyyy/mm/dd">
                  <c:v>45969</c:v>
                </c:pt>
                <c:pt idx="102" c:formatCode="yyyy/mm/dd">
                  <c:v>45970</c:v>
                </c:pt>
                <c:pt idx="103" c:formatCode="yyyy/mm/dd">
                  <c:v>45971</c:v>
                </c:pt>
                <c:pt idx="104" c:formatCode="yyyy/mm/dd">
                  <c:v>45972</c:v>
                </c:pt>
                <c:pt idx="105" c:formatCode="yyyy/mm/dd">
                  <c:v>45973</c:v>
                </c:pt>
                <c:pt idx="106" c:formatCode="yyyy/mm/dd">
                  <c:v>45974</c:v>
                </c:pt>
                <c:pt idx="107" c:formatCode="yyyy/mm/dd">
                  <c:v>45975</c:v>
                </c:pt>
                <c:pt idx="108" c:formatCode="yyyy/mm/dd">
                  <c:v>45976</c:v>
                </c:pt>
                <c:pt idx="109" c:formatCode="yyyy/mm/dd">
                  <c:v>45977</c:v>
                </c:pt>
                <c:pt idx="110" c:formatCode="yyyy/mm/dd">
                  <c:v>45978</c:v>
                </c:pt>
                <c:pt idx="111" c:formatCode="yyyy/mm/dd">
                  <c:v>45979</c:v>
                </c:pt>
                <c:pt idx="112" c:formatCode="yyyy/mm/dd">
                  <c:v>45980</c:v>
                </c:pt>
                <c:pt idx="113" c:formatCode="yyyy/mm/dd">
                  <c:v>45981</c:v>
                </c:pt>
                <c:pt idx="114" c:formatCode="yyyy/mm/dd">
                  <c:v>45982</c:v>
                </c:pt>
                <c:pt idx="115" c:formatCode="yyyy/mm/dd">
                  <c:v>45983</c:v>
                </c:pt>
                <c:pt idx="116" c:formatCode="yyyy/mm/dd">
                  <c:v>45984</c:v>
                </c:pt>
                <c:pt idx="117" c:formatCode="yyyy/mm/dd">
                  <c:v>45985</c:v>
                </c:pt>
                <c:pt idx="118" c:formatCode="yyyy/mm/dd">
                  <c:v>45986</c:v>
                </c:pt>
                <c:pt idx="119" c:formatCode="yyyy/mm/dd">
                  <c:v>45987</c:v>
                </c:pt>
                <c:pt idx="120" c:formatCode="yyyy/mm/dd">
                  <c:v>45988</c:v>
                </c:pt>
                <c:pt idx="121" c:formatCode="yyyy/mm/dd">
                  <c:v>45989</c:v>
                </c:pt>
                <c:pt idx="122" c:formatCode="yyyy/mm/dd">
                  <c:v>45990</c:v>
                </c:pt>
                <c:pt idx="123" c:formatCode="yyyy/mm/dd">
                  <c:v>45991</c:v>
                </c:pt>
                <c:pt idx="124" c:formatCode="yyyy/mm/dd">
                  <c:v>45992</c:v>
                </c:pt>
                <c:pt idx="125" c:formatCode="yyyy/mm/dd">
                  <c:v>45993</c:v>
                </c:pt>
                <c:pt idx="126" c:formatCode="yyyy/mm/dd">
                  <c:v>45994</c:v>
                </c:pt>
                <c:pt idx="127" c:formatCode="yyyy/mm/dd">
                  <c:v>45995</c:v>
                </c:pt>
                <c:pt idx="128" c:formatCode="yyyy/mm/dd">
                  <c:v>45996</c:v>
                </c:pt>
                <c:pt idx="129" c:formatCode="yyyy/mm/dd">
                  <c:v>45997</c:v>
                </c:pt>
                <c:pt idx="130" c:formatCode="yyyy/mm/dd">
                  <c:v>45998</c:v>
                </c:pt>
                <c:pt idx="131" c:formatCode="yyyy/mm/dd">
                  <c:v>45999</c:v>
                </c:pt>
                <c:pt idx="132" c:formatCode="yyyy/mm/dd">
                  <c:v>46000</c:v>
                </c:pt>
                <c:pt idx="133" c:formatCode="yyyy/mm/dd">
                  <c:v>46001</c:v>
                </c:pt>
                <c:pt idx="134" c:formatCode="yyyy/mm/dd">
                  <c:v>46002</c:v>
                </c:pt>
                <c:pt idx="135" c:formatCode="yyyy/mm/dd">
                  <c:v>46003</c:v>
                </c:pt>
                <c:pt idx="136" c:formatCode="yyyy/mm/dd">
                  <c:v>46004</c:v>
                </c:pt>
                <c:pt idx="137" c:formatCode="yyyy/mm/dd">
                  <c:v>46005</c:v>
                </c:pt>
                <c:pt idx="138" c:formatCode="yyyy/mm/dd">
                  <c:v>46006</c:v>
                </c:pt>
                <c:pt idx="139" c:formatCode="yyyy/mm/dd">
                  <c:v>46007</c:v>
                </c:pt>
                <c:pt idx="140" c:formatCode="yyyy/mm/dd">
                  <c:v>46008</c:v>
                </c:pt>
                <c:pt idx="141" c:formatCode="yyyy/mm/dd">
                  <c:v>46009</c:v>
                </c:pt>
                <c:pt idx="142" c:formatCode="yyyy/mm/dd">
                  <c:v>46010</c:v>
                </c:pt>
                <c:pt idx="143" c:formatCode="yyyy/mm/dd">
                  <c:v>46011</c:v>
                </c:pt>
                <c:pt idx="144" c:formatCode="yyyy/mm/dd">
                  <c:v>46012</c:v>
                </c:pt>
                <c:pt idx="145" c:formatCode="yyyy/mm/dd">
                  <c:v>46013</c:v>
                </c:pt>
                <c:pt idx="146" c:formatCode="yyyy/mm/dd">
                  <c:v>46014</c:v>
                </c:pt>
                <c:pt idx="147" c:formatCode="yyyy/mm/dd">
                  <c:v>46015</c:v>
                </c:pt>
                <c:pt idx="148" c:formatCode="yyyy/mm/dd">
                  <c:v>46016</c:v>
                </c:pt>
                <c:pt idx="149" c:formatCode="yyyy/mm/dd">
                  <c:v>46017</c:v>
                </c:pt>
                <c:pt idx="150" c:formatCode="yyyy/mm/dd">
                  <c:v>46018</c:v>
                </c:pt>
                <c:pt idx="151" c:formatCode="yyyy/mm/dd">
                  <c:v>46019</c:v>
                </c:pt>
                <c:pt idx="152" c:formatCode="yyyy/mm/dd">
                  <c:v>46020</c:v>
                </c:pt>
                <c:pt idx="153" c:formatCode="yyyy/mm/dd">
                  <c:v>46021</c:v>
                </c:pt>
                <c:pt idx="154" c:formatCode="yyyy/mm/dd">
                  <c:v>46022</c:v>
                </c:pt>
                <c:pt idx="155" c:formatCode="yyyy/mm/dd">
                  <c:v>46023</c:v>
                </c:pt>
                <c:pt idx="156" c:formatCode="yyyy/mm/dd">
                  <c:v>46024</c:v>
                </c:pt>
                <c:pt idx="157" c:formatCode="yyyy/mm/dd">
                  <c:v>46025</c:v>
                </c:pt>
                <c:pt idx="158" c:formatCode="yyyy/mm/dd">
                  <c:v>46026</c:v>
                </c:pt>
                <c:pt idx="159" c:formatCode="yyyy/mm/dd">
                  <c:v>46027</c:v>
                </c:pt>
                <c:pt idx="160" c:formatCode="yyyy/mm/dd">
                  <c:v>46028</c:v>
                </c:pt>
                <c:pt idx="161" c:formatCode="yyyy/mm/dd">
                  <c:v>46029</c:v>
                </c:pt>
                <c:pt idx="162" c:formatCode="yyyy/mm/dd">
                  <c:v>46030</c:v>
                </c:pt>
                <c:pt idx="163" c:formatCode="yyyy/mm/dd">
                  <c:v>46031</c:v>
                </c:pt>
                <c:pt idx="164" c:formatCode="yyyy/mm/dd">
                  <c:v>46032</c:v>
                </c:pt>
                <c:pt idx="165" c:formatCode="yyyy/mm/dd">
                  <c:v>46033</c:v>
                </c:pt>
                <c:pt idx="166" c:formatCode="yyyy/mm/dd">
                  <c:v>46034</c:v>
                </c:pt>
                <c:pt idx="167" c:formatCode="yyyy/mm/dd">
                  <c:v>46035</c:v>
                </c:pt>
                <c:pt idx="168" c:formatCode="yyyy/mm/dd">
                  <c:v>46036</c:v>
                </c:pt>
                <c:pt idx="169" c:formatCode="yyyy/mm/dd">
                  <c:v>46037</c:v>
                </c:pt>
                <c:pt idx="170" c:formatCode="yyyy/mm/dd">
                  <c:v>46038</c:v>
                </c:pt>
                <c:pt idx="171" c:formatCode="yyyy/mm/dd">
                  <c:v>46039</c:v>
                </c:pt>
                <c:pt idx="172" c:formatCode="yyyy/mm/dd">
                  <c:v>46040</c:v>
                </c:pt>
                <c:pt idx="173" c:formatCode="yyyy/mm/dd">
                  <c:v>46041</c:v>
                </c:pt>
                <c:pt idx="174" c:formatCode="yyyy/mm/dd">
                  <c:v>46042</c:v>
                </c:pt>
                <c:pt idx="175" c:formatCode="yyyy/mm/dd">
                  <c:v>46043</c:v>
                </c:pt>
                <c:pt idx="176" c:formatCode="yyyy/mm/dd">
                  <c:v>46044</c:v>
                </c:pt>
                <c:pt idx="177" c:formatCode="yyyy/mm/dd">
                  <c:v>46045</c:v>
                </c:pt>
                <c:pt idx="178" c:formatCode="yyyy/mm/dd">
                  <c:v>46046</c:v>
                </c:pt>
                <c:pt idx="179" c:formatCode="yyyy/mm/dd">
                  <c:v>46047</c:v>
                </c:pt>
                <c:pt idx="180" c:formatCode="yyyy/mm/dd">
                  <c:v>46048</c:v>
                </c:pt>
                <c:pt idx="181" c:formatCode="yyyy/mm/dd">
                  <c:v>46049</c:v>
                </c:pt>
                <c:pt idx="182" c:formatCode="yyyy/mm/dd">
                  <c:v>46050</c:v>
                </c:pt>
                <c:pt idx="183" c:formatCode="yyyy/mm/dd">
                  <c:v>46051</c:v>
                </c:pt>
                <c:pt idx="184" c:formatCode="yyyy/mm/dd">
                  <c:v>46052</c:v>
                </c:pt>
                <c:pt idx="185" c:formatCode="yyyy/mm/dd">
                  <c:v>46053</c:v>
                </c:pt>
                <c:pt idx="186" c:formatCode="yyyy/mm/dd">
                  <c:v>46054</c:v>
                </c:pt>
                <c:pt idx="187" c:formatCode="yyyy/mm/dd">
                  <c:v>46055</c:v>
                </c:pt>
                <c:pt idx="188" c:formatCode="yyyy/mm/dd">
                  <c:v>46056</c:v>
                </c:pt>
                <c:pt idx="189" c:formatCode="yyyy/mm/dd">
                  <c:v>46057</c:v>
                </c:pt>
                <c:pt idx="190" c:formatCode="yyyy/mm/dd">
                  <c:v>46058</c:v>
                </c:pt>
                <c:pt idx="191" c:formatCode="yyyy/mm/dd">
                  <c:v>46059</c:v>
                </c:pt>
                <c:pt idx="192" c:formatCode="yyyy/mm/dd">
                  <c:v>46060</c:v>
                </c:pt>
                <c:pt idx="193" c:formatCode="yyyy/mm/dd">
                  <c:v>46061</c:v>
                </c:pt>
                <c:pt idx="194" c:formatCode="yyyy/mm/dd">
                  <c:v>46062</c:v>
                </c:pt>
                <c:pt idx="195" c:formatCode="yyyy/mm/dd">
                  <c:v>46063</c:v>
                </c:pt>
                <c:pt idx="196" c:formatCode="yyyy/mm/dd">
                  <c:v>46064</c:v>
                </c:pt>
                <c:pt idx="197" c:formatCode="yyyy/mm/dd">
                  <c:v>46065</c:v>
                </c:pt>
                <c:pt idx="198" c:formatCode="yyyy/mm/dd">
                  <c:v>46066</c:v>
                </c:pt>
                <c:pt idx="199" c:formatCode="yyyy/mm/dd">
                  <c:v>46067</c:v>
                </c:pt>
                <c:pt idx="200" c:formatCode="yyyy/mm/dd">
                  <c:v>46068</c:v>
                </c:pt>
                <c:pt idx="201" c:formatCode="yyyy/mm/dd">
                  <c:v>46069</c:v>
                </c:pt>
                <c:pt idx="202" c:formatCode="yyyy/mm/dd">
                  <c:v>46070</c:v>
                </c:pt>
                <c:pt idx="203" c:formatCode="yyyy/mm/dd">
                  <c:v>46071</c:v>
                </c:pt>
                <c:pt idx="204" c:formatCode="yyyy/mm/dd">
                  <c:v>46072</c:v>
                </c:pt>
                <c:pt idx="205" c:formatCode="yyyy/mm/dd">
                  <c:v>46073</c:v>
                </c:pt>
                <c:pt idx="206" c:formatCode="yyyy/mm/dd">
                  <c:v>46074</c:v>
                </c:pt>
                <c:pt idx="207" c:formatCode="yyyy/mm/dd">
                  <c:v>46075</c:v>
                </c:pt>
                <c:pt idx="208" c:formatCode="yyyy/mm/dd">
                  <c:v>46076</c:v>
                </c:pt>
                <c:pt idx="209" c:formatCode="yyyy/mm/dd">
                  <c:v>46077</c:v>
                </c:pt>
                <c:pt idx="210" c:formatCode="yyyy/mm/dd">
                  <c:v>46078</c:v>
                </c:pt>
                <c:pt idx="211" c:formatCode="yyyy/mm/dd">
                  <c:v>46079</c:v>
                </c:pt>
                <c:pt idx="212" c:formatCode="yyyy/mm/dd">
                  <c:v>46080</c:v>
                </c:pt>
                <c:pt idx="213" c:formatCode="yyyy/mm/dd">
                  <c:v>46081</c:v>
                </c:pt>
                <c:pt idx="214" c:formatCode="yyyy/mm/dd">
                  <c:v>46082</c:v>
                </c:pt>
                <c:pt idx="215" c:formatCode="yyyy/mm/dd">
                  <c:v>46083</c:v>
                </c:pt>
                <c:pt idx="216" c:formatCode="yyyy/mm/dd">
                  <c:v>46084</c:v>
                </c:pt>
                <c:pt idx="217" c:formatCode="yyyy/mm/dd">
                  <c:v>46085</c:v>
                </c:pt>
                <c:pt idx="218" c:formatCode="yyyy/mm/dd">
                  <c:v>46086</c:v>
                </c:pt>
                <c:pt idx="219" c:formatCode="yyyy/mm/dd">
                  <c:v>46087</c:v>
                </c:pt>
                <c:pt idx="220" c:formatCode="yyyy/mm/dd">
                  <c:v>46088</c:v>
                </c:pt>
                <c:pt idx="221" c:formatCode="yyyy/mm/dd">
                  <c:v>46089</c:v>
                </c:pt>
                <c:pt idx="222" c:formatCode="yyyy/mm/dd">
                  <c:v>46090</c:v>
                </c:pt>
                <c:pt idx="223" c:formatCode="yyyy/mm/dd">
                  <c:v>46091</c:v>
                </c:pt>
                <c:pt idx="224" c:formatCode="yyyy/mm/dd">
                  <c:v>46092</c:v>
                </c:pt>
                <c:pt idx="225" c:formatCode="yyyy/mm/dd">
                  <c:v>46093</c:v>
                </c:pt>
                <c:pt idx="226" c:formatCode="yyyy/mm/dd">
                  <c:v>46094</c:v>
                </c:pt>
                <c:pt idx="227" c:formatCode="yyyy/mm/dd">
                  <c:v>46095</c:v>
                </c:pt>
                <c:pt idx="228" c:formatCode="yyyy/mm/dd">
                  <c:v>46096</c:v>
                </c:pt>
                <c:pt idx="229" c:formatCode="yyyy/mm/dd">
                  <c:v>46097</c:v>
                </c:pt>
                <c:pt idx="230" c:formatCode="yyyy/mm/dd">
                  <c:v>46098</c:v>
                </c:pt>
                <c:pt idx="231" c:formatCode="yyyy/mm/dd">
                  <c:v>46099</c:v>
                </c:pt>
                <c:pt idx="232" c:formatCode="yyyy/mm/dd">
                  <c:v>46100</c:v>
                </c:pt>
                <c:pt idx="233" c:formatCode="yyyy/mm/dd">
                  <c:v>46101</c:v>
                </c:pt>
                <c:pt idx="234" c:formatCode="yyyy/mm/dd">
                  <c:v>46102</c:v>
                </c:pt>
                <c:pt idx="235" c:formatCode="yyyy/mm/dd">
                  <c:v>46103</c:v>
                </c:pt>
                <c:pt idx="236" c:formatCode="yyyy/mm/dd">
                  <c:v>46104</c:v>
                </c:pt>
                <c:pt idx="237" c:formatCode="yyyy/mm/dd">
                  <c:v>46105</c:v>
                </c:pt>
                <c:pt idx="238" c:formatCode="yyyy/mm/dd">
                  <c:v>46106</c:v>
                </c:pt>
                <c:pt idx="239" c:formatCode="yyyy/mm/dd">
                  <c:v>46107</c:v>
                </c:pt>
                <c:pt idx="240" c:formatCode="yyyy/mm/dd">
                  <c:v>46108</c:v>
                </c:pt>
                <c:pt idx="241" c:formatCode="yyyy/mm/dd">
                  <c:v>46109</c:v>
                </c:pt>
                <c:pt idx="242" c:formatCode="yyyy/mm/dd">
                  <c:v>46110</c:v>
                </c:pt>
                <c:pt idx="243" c:formatCode="yyyy/mm/dd">
                  <c:v>46111</c:v>
                </c:pt>
                <c:pt idx="244" c:formatCode="yyyy/mm/dd">
                  <c:v>46112</c:v>
                </c:pt>
                <c:pt idx="245" c:formatCode="yyyy/mm/dd">
                  <c:v>46113</c:v>
                </c:pt>
                <c:pt idx="246" c:formatCode="yyyy/mm/dd">
                  <c:v>46114</c:v>
                </c:pt>
                <c:pt idx="247" c:formatCode="yyyy/mm/dd">
                  <c:v>46115</c:v>
                </c:pt>
                <c:pt idx="248" c:formatCode="yyyy/mm/dd">
                  <c:v>46116</c:v>
                </c:pt>
                <c:pt idx="249" c:formatCode="yyyy/mm/dd">
                  <c:v>46117</c:v>
                </c:pt>
                <c:pt idx="250" c:formatCode="yyyy/mm/dd">
                  <c:v>46118</c:v>
                </c:pt>
                <c:pt idx="251" c:formatCode="yyyy/mm/dd">
                  <c:v>46119</c:v>
                </c:pt>
                <c:pt idx="252" c:formatCode="yyyy/mm/dd">
                  <c:v>46120</c:v>
                </c:pt>
                <c:pt idx="253" c:formatCode="yyyy/mm/dd">
                  <c:v>46121</c:v>
                </c:pt>
                <c:pt idx="254" c:formatCode="yyyy/mm/dd">
                  <c:v>46122</c:v>
                </c:pt>
                <c:pt idx="255" c:formatCode="yyyy/mm/dd">
                  <c:v>46123</c:v>
                </c:pt>
                <c:pt idx="256" c:formatCode="yyyy/mm/dd">
                  <c:v>46124</c:v>
                </c:pt>
                <c:pt idx="257" c:formatCode="yyyy/mm/dd">
                  <c:v>46125</c:v>
                </c:pt>
                <c:pt idx="258" c:formatCode="yyyy/mm/dd">
                  <c:v>46126</c:v>
                </c:pt>
                <c:pt idx="259" c:formatCode="yyyy/mm/dd">
                  <c:v>46127</c:v>
                </c:pt>
                <c:pt idx="260" c:formatCode="yyyy/mm/dd">
                  <c:v>46128</c:v>
                </c:pt>
                <c:pt idx="261" c:formatCode="yyyy/mm/dd">
                  <c:v>46129</c:v>
                </c:pt>
                <c:pt idx="262" c:formatCode="yyyy/mm/dd">
                  <c:v>46130</c:v>
                </c:pt>
                <c:pt idx="263" c:formatCode="yyyy/mm/dd">
                  <c:v>46131</c:v>
                </c:pt>
                <c:pt idx="264" c:formatCode="yyyy/mm/dd">
                  <c:v>46132</c:v>
                </c:pt>
                <c:pt idx="265" c:formatCode="yyyy/mm/dd">
                  <c:v>46133</c:v>
                </c:pt>
                <c:pt idx="266" c:formatCode="yyyy/mm/dd">
                  <c:v>46134</c:v>
                </c:pt>
                <c:pt idx="267" c:formatCode="yyyy/mm/dd">
                  <c:v>46135</c:v>
                </c:pt>
                <c:pt idx="268" c:formatCode="yyyy/mm/dd">
                  <c:v>46136</c:v>
                </c:pt>
                <c:pt idx="269" c:formatCode="yyyy/mm/dd">
                  <c:v>46137</c:v>
                </c:pt>
                <c:pt idx="270" c:formatCode="yyyy/mm/dd">
                  <c:v>46138</c:v>
                </c:pt>
                <c:pt idx="271" c:formatCode="yyyy/mm/dd">
                  <c:v>46139</c:v>
                </c:pt>
                <c:pt idx="272" c:formatCode="yyyy/mm/dd">
                  <c:v>46140</c:v>
                </c:pt>
                <c:pt idx="273" c:formatCode="yyyy/mm/dd">
                  <c:v>46141</c:v>
                </c:pt>
                <c:pt idx="274" c:formatCode="yyyy/mm/dd">
                  <c:v>46142</c:v>
                </c:pt>
                <c:pt idx="275" c:formatCode="yyyy/mm/dd">
                  <c:v>46143</c:v>
                </c:pt>
                <c:pt idx="276" c:formatCode="yyyy/mm/dd">
                  <c:v>46144</c:v>
                </c:pt>
                <c:pt idx="277" c:formatCode="yyyy/mm/dd">
                  <c:v>46145</c:v>
                </c:pt>
                <c:pt idx="278" c:formatCode="yyyy/mm/dd">
                  <c:v>46146</c:v>
                </c:pt>
                <c:pt idx="279" c:formatCode="yyyy/mm/dd">
                  <c:v>46147</c:v>
                </c:pt>
                <c:pt idx="280" c:formatCode="yyyy/mm/dd">
                  <c:v>46148</c:v>
                </c:pt>
                <c:pt idx="281" c:formatCode="yyyy/mm/dd">
                  <c:v>46149</c:v>
                </c:pt>
                <c:pt idx="282" c:formatCode="yyyy/mm/dd">
                  <c:v>46150</c:v>
                </c:pt>
                <c:pt idx="283" c:formatCode="yyyy/mm/dd">
                  <c:v>46151</c:v>
                </c:pt>
                <c:pt idx="284" c:formatCode="yyyy/mm/dd">
                  <c:v>46152</c:v>
                </c:pt>
                <c:pt idx="285" c:formatCode="yyyy/mm/dd">
                  <c:v>46153</c:v>
                </c:pt>
                <c:pt idx="286" c:formatCode="yyyy/mm/dd">
                  <c:v>46154</c:v>
                </c:pt>
                <c:pt idx="287" c:formatCode="yyyy/mm/dd">
                  <c:v>46155</c:v>
                </c:pt>
                <c:pt idx="288" c:formatCode="yyyy/mm/dd">
                  <c:v>46156</c:v>
                </c:pt>
                <c:pt idx="289" c:formatCode="yyyy/mm/dd">
                  <c:v>46157</c:v>
                </c:pt>
                <c:pt idx="290" c:formatCode="yyyy/mm/dd">
                  <c:v>46158</c:v>
                </c:pt>
                <c:pt idx="291" c:formatCode="yyyy/mm/dd">
                  <c:v>46159</c:v>
                </c:pt>
                <c:pt idx="292" c:formatCode="yyyy/mm/dd">
                  <c:v>46160</c:v>
                </c:pt>
                <c:pt idx="293" c:formatCode="yyyy/mm/dd">
                  <c:v>46161</c:v>
                </c:pt>
                <c:pt idx="294" c:formatCode="yyyy/mm/dd">
                  <c:v>46162</c:v>
                </c:pt>
                <c:pt idx="295" c:formatCode="yyyy/mm/dd">
                  <c:v>46163</c:v>
                </c:pt>
                <c:pt idx="296" c:formatCode="yyyy/mm/dd">
                  <c:v>46164</c:v>
                </c:pt>
                <c:pt idx="297" c:formatCode="yyyy/mm/dd">
                  <c:v>46165</c:v>
                </c:pt>
                <c:pt idx="298" c:formatCode="yyyy/mm/dd">
                  <c:v>46166</c:v>
                </c:pt>
                <c:pt idx="299" c:formatCode="yyyy/mm/dd">
                  <c:v>46167</c:v>
                </c:pt>
                <c:pt idx="300" c:formatCode="yyyy/mm/dd">
                  <c:v>46168</c:v>
                </c:pt>
                <c:pt idx="301" c:formatCode="yyyy/mm/dd">
                  <c:v>46169</c:v>
                </c:pt>
                <c:pt idx="302" c:formatCode="yyyy/mm/dd">
                  <c:v>46170</c:v>
                </c:pt>
                <c:pt idx="303" c:formatCode="yyyy/mm/dd">
                  <c:v>46171</c:v>
                </c:pt>
                <c:pt idx="304" c:formatCode="yyyy/mm/dd">
                  <c:v>46172</c:v>
                </c:pt>
                <c:pt idx="305" c:formatCode="yyyy/mm/dd">
                  <c:v>46173</c:v>
                </c:pt>
                <c:pt idx="306" c:formatCode="yyyy/mm/dd">
                  <c:v>46174</c:v>
                </c:pt>
                <c:pt idx="307" c:formatCode="yyyy/mm/dd">
                  <c:v>46175</c:v>
                </c:pt>
                <c:pt idx="308" c:formatCode="yyyy/mm/dd">
                  <c:v>46176</c:v>
                </c:pt>
                <c:pt idx="309" c:formatCode="yyyy/mm/dd">
                  <c:v>46177</c:v>
                </c:pt>
                <c:pt idx="310" c:formatCode="yyyy/mm/dd">
                  <c:v>46178</c:v>
                </c:pt>
                <c:pt idx="311" c:formatCode="yyyy/mm/dd">
                  <c:v>46179</c:v>
                </c:pt>
                <c:pt idx="312" c:formatCode="yyyy/mm/dd">
                  <c:v>46180</c:v>
                </c:pt>
                <c:pt idx="313" c:formatCode="yyyy/mm/dd">
                  <c:v>46181</c:v>
                </c:pt>
                <c:pt idx="314" c:formatCode="yyyy/mm/dd">
                  <c:v>46182</c:v>
                </c:pt>
                <c:pt idx="315" c:formatCode="yyyy/mm/dd">
                  <c:v>46183</c:v>
                </c:pt>
                <c:pt idx="316" c:formatCode="yyyy/mm/dd">
                  <c:v>46184</c:v>
                </c:pt>
                <c:pt idx="317" c:formatCode="yyyy/mm/dd">
                  <c:v>46185</c:v>
                </c:pt>
                <c:pt idx="318" c:formatCode="yyyy/mm/dd">
                  <c:v>46186</c:v>
                </c:pt>
                <c:pt idx="319" c:formatCode="yyyy/mm/dd">
                  <c:v>46187</c:v>
                </c:pt>
                <c:pt idx="320" c:formatCode="yyyy/mm/dd">
                  <c:v>46188</c:v>
                </c:pt>
                <c:pt idx="321" c:formatCode="yyyy/mm/dd">
                  <c:v>46189</c:v>
                </c:pt>
                <c:pt idx="322" c:formatCode="yyyy/mm/dd">
                  <c:v>46190</c:v>
                </c:pt>
                <c:pt idx="323" c:formatCode="yyyy/mm/dd">
                  <c:v>46191</c:v>
                </c:pt>
                <c:pt idx="324" c:formatCode="yyyy/mm/dd">
                  <c:v>46192</c:v>
                </c:pt>
                <c:pt idx="325" c:formatCode="yyyy/mm/dd">
                  <c:v>46193</c:v>
                </c:pt>
                <c:pt idx="326" c:formatCode="yyyy/mm/dd">
                  <c:v>46194</c:v>
                </c:pt>
                <c:pt idx="327" c:formatCode="yyyy/mm/dd">
                  <c:v>46195</c:v>
                </c:pt>
                <c:pt idx="328" c:formatCode="yyyy/mm/dd">
                  <c:v>46196</c:v>
                </c:pt>
                <c:pt idx="329" c:formatCode="yyyy/mm/dd">
                  <c:v>46197</c:v>
                </c:pt>
              </c:numCache>
            </c:numRef>
          </c:cat>
          <c:val>
            <c:numRef>
              <c:f>'[20260624-产品一页通.xlsx]交鑫致远6个月101号'!$F$2:$F$331</c:f>
              <c:numCache>
                <c:formatCode>0.00%</c:formatCode>
                <c:ptCount val="330"/>
                <c:pt idx="0">
                  <c:v>0.01980489999999</c:v>
                </c:pt>
                <c:pt idx="1">
                  <c:v>0.0230442749999971</c:v>
                </c:pt>
                <c:pt idx="2">
                  <c:v>0.0210145099999977</c:v>
                </c:pt>
                <c:pt idx="3">
                  <c:v>0.0238381499999946</c:v>
                </c:pt>
                <c:pt idx="4">
                  <c:v>0.0250515142857157</c:v>
                </c:pt>
                <c:pt idx="5">
                  <c:v>0.0251516937500047</c:v>
                </c:pt>
                <c:pt idx="6">
                  <c:v>0.0248325722222202</c:v>
                </c:pt>
                <c:pt idx="7">
                  <c:v>0.0243211666666636</c:v>
                </c:pt>
                <c:pt idx="8">
                  <c:v>0.0245962269230746</c:v>
                </c:pt>
                <c:pt idx="9">
                  <c:v>0.0257705642857164</c:v>
                </c:pt>
                <c:pt idx="10">
                  <c:v>0.0255402666666663</c:v>
                </c:pt>
                <c:pt idx="11">
                  <c:v>0.0265535218750001</c:v>
                </c:pt>
                <c:pt idx="12">
                  <c:v>0.0259595684210514</c:v>
                </c:pt>
                <c:pt idx="13">
                  <c:v>0.0260551599999987</c:v>
                </c:pt>
                <c:pt idx="14">
                  <c:v>0.0264550261904769</c:v>
                </c:pt>
                <c:pt idx="15">
                  <c:v>0.0265587272727284</c:v>
                </c:pt>
                <c:pt idx="16">
                  <c:v>0.0266535695652179</c:v>
                </c:pt>
                <c:pt idx="17">
                  <c:v>0.0262047538461543</c:v>
                </c:pt>
                <c:pt idx="18">
                  <c:v>0.02650602962963</c:v>
                </c:pt>
                <c:pt idx="19">
                  <c:v>0.0265554446428564</c:v>
                </c:pt>
                <c:pt idx="20">
                  <c:v>0.0266310293103449</c:v>
                </c:pt>
                <c:pt idx="21">
                  <c:v>0.0267016966666668</c:v>
                </c:pt>
                <c:pt idx="22">
                  <c:v>0.0261490424242419</c:v>
                </c:pt>
                <c:pt idx="23">
                  <c:v>0.0263879970588228</c:v>
                </c:pt>
                <c:pt idx="24">
                  <c:v>0.0264305885714289</c:v>
                </c:pt>
                <c:pt idx="25">
                  <c:v>0.0263805777777781</c:v>
                </c:pt>
                <c:pt idx="26">
                  <c:v>0.0261889472972965</c:v>
                </c:pt>
                <c:pt idx="27">
                  <c:v>0.0335815512499998</c:v>
                </c:pt>
                <c:pt idx="28">
                  <c:v>0.0363312097560974</c:v>
                </c:pt>
                <c:pt idx="29">
                  <c:v>0.0374204952380949</c:v>
                </c:pt>
                <c:pt idx="30">
                  <c:v>0.0376890511627903</c:v>
                </c:pt>
                <c:pt idx="31">
                  <c:v>0.0356874602272723</c:v>
                </c:pt>
                <c:pt idx="32">
                  <c:v>0.0348684499999994</c:v>
                </c:pt>
                <c:pt idx="33">
                  <c:v>0.0351683712765955</c:v>
                </c:pt>
                <c:pt idx="34">
                  <c:v>0.0371390541666673</c:v>
                </c:pt>
                <c:pt idx="35">
                  <c:v>0.0367045489795918</c:v>
                </c:pt>
                <c:pt idx="36">
                  <c:v>0.036618552</c:v>
                </c:pt>
                <c:pt idx="37">
                  <c:v>0.0365359990196075</c:v>
                </c:pt>
                <c:pt idx="38">
                  <c:v>0.0361574615384617</c:v>
                </c:pt>
                <c:pt idx="39">
                  <c:v>0.035793139622641</c:v>
                </c:pt>
                <c:pt idx="40">
                  <c:v>0.0348105907407412</c:v>
                </c:pt>
                <c:pt idx="41">
                  <c:v>0.0356337554545454</c:v>
                </c:pt>
                <c:pt idx="42">
                  <c:v>0.0349847937500001</c:v>
                </c:pt>
                <c:pt idx="43">
                  <c:v>0.0331966859649116</c:v>
                </c:pt>
                <c:pt idx="44">
                  <c:v>0.0328976387931032</c:v>
                </c:pt>
                <c:pt idx="45">
                  <c:v>0.0326256177966107</c:v>
                </c:pt>
                <c:pt idx="46">
                  <c:v>0.0323626641666666</c:v>
                </c:pt>
                <c:pt idx="47">
                  <c:v>0.0320919967213118</c:v>
                </c:pt>
                <c:pt idx="48">
                  <c:v>0.0331331104838715</c:v>
                </c:pt>
                <c:pt idx="49">
                  <c:v>0.0333844063492059</c:v>
                </c:pt>
                <c:pt idx="50">
                  <c:v>0.03361969375</c:v>
                </c:pt>
                <c:pt idx="51">
                  <c:v>0.0330835438461542</c:v>
                </c:pt>
                <c:pt idx="52">
                  <c:v>0.0328296484848485</c:v>
                </c:pt>
                <c:pt idx="53">
                  <c:v>0.0325832776119403</c:v>
                </c:pt>
                <c:pt idx="54">
                  <c:v>0.031602236764706</c:v>
                </c:pt>
                <c:pt idx="55">
                  <c:v>0.032142957971014</c:v>
                </c:pt>
                <c:pt idx="56">
                  <c:v>0.0319674821428575</c:v>
                </c:pt>
                <c:pt idx="57">
                  <c:v>0.0317168549295769</c:v>
                </c:pt>
                <c:pt idx="58">
                  <c:v>0.0317370541666668</c:v>
                </c:pt>
                <c:pt idx="59">
                  <c:v>0.0315581499999995</c:v>
                </c:pt>
                <c:pt idx="60">
                  <c:v>0.0322194378378373</c:v>
                </c:pt>
                <c:pt idx="61">
                  <c:v>0.0320388726666667</c:v>
                </c:pt>
                <c:pt idx="62">
                  <c:v>0.0329189657894734</c:v>
                </c:pt>
                <c:pt idx="63">
                  <c:v>0.0327340058441561</c:v>
                </c:pt>
                <c:pt idx="64">
                  <c:v>0.0325537416666666</c:v>
                </c:pt>
                <c:pt idx="65">
                  <c:v>0.0323780873417726</c:v>
                </c:pt>
                <c:pt idx="66">
                  <c:v>0.0322067787500001</c:v>
                </c:pt>
                <c:pt idx="67">
                  <c:v>0.032039745061728</c:v>
                </c:pt>
                <c:pt idx="68">
                  <c:v>0.0318767853658537</c:v>
                </c:pt>
                <c:pt idx="69">
                  <c:v>0.0317177084337347</c:v>
                </c:pt>
                <c:pt idx="70">
                  <c:v>0.0315624625000002</c:v>
                </c:pt>
                <c:pt idx="71">
                  <c:v>0.0318396800000004</c:v>
                </c:pt>
                <c:pt idx="72">
                  <c:v>0.0326208139534887</c:v>
                </c:pt>
                <c:pt idx="73">
                  <c:v>0.0322020201149429</c:v>
                </c:pt>
                <c:pt idx="74">
                  <c:v>0.0320482857954546</c:v>
                </c:pt>
                <c:pt idx="75">
                  <c:v>0.0318884095505617</c:v>
                </c:pt>
                <c:pt idx="76">
                  <c:v>0.0323029055555558</c:v>
                </c:pt>
                <c:pt idx="77">
                  <c:v>0.0322359978021974</c:v>
                </c:pt>
                <c:pt idx="78">
                  <c:v>0.0322333880434785</c:v>
                </c:pt>
                <c:pt idx="79">
                  <c:v>0.0323912774193549</c:v>
                </c:pt>
                <c:pt idx="80">
                  <c:v>0.0322453813829791</c:v>
                </c:pt>
                <c:pt idx="81">
                  <c:v>0.0321025184210528</c:v>
                </c:pt>
                <c:pt idx="82">
                  <c:v>0.0326454098958331</c:v>
                </c:pt>
                <c:pt idx="83">
                  <c:v>0.0324672015463917</c:v>
                </c:pt>
                <c:pt idx="84">
                  <c:v>0.0326070515306119</c:v>
                </c:pt>
                <c:pt idx="85">
                  <c:v>0.0328269202020204</c:v>
                </c:pt>
                <c:pt idx="86">
                  <c:v>0.0328186099999999</c:v>
                </c:pt>
                <c:pt idx="87">
                  <c:v>0.0326785584158413</c:v>
                </c:pt>
                <c:pt idx="88">
                  <c:v>0.0325412887254903</c:v>
                </c:pt>
                <c:pt idx="89">
                  <c:v>0.031876796601942</c:v>
                </c:pt>
                <c:pt idx="90">
                  <c:v>0.0321340735576927</c:v>
                </c:pt>
                <c:pt idx="91">
                  <c:v>0.0332550457142854</c:v>
                </c:pt>
                <c:pt idx="92">
                  <c:v>0.0337041688679245</c:v>
                </c:pt>
                <c:pt idx="93">
                  <c:v>0.0341530499999999</c:v>
                </c:pt>
                <c:pt idx="94">
                  <c:v>0.0339828856481481</c:v>
                </c:pt>
                <c:pt idx="95">
                  <c:v>0.0338158435779816</c:v>
                </c:pt>
                <c:pt idx="96">
                  <c:v>0.0343611331818184</c:v>
                </c:pt>
                <c:pt idx="97">
                  <c:v>0.0343679396396396</c:v>
                </c:pt>
                <c:pt idx="98">
                  <c:v>0.0341575147321429</c:v>
                </c:pt>
                <c:pt idx="99">
                  <c:v>0.0342007907079646</c:v>
                </c:pt>
                <c:pt idx="100">
                  <c:v>0.0337034596491227</c:v>
                </c:pt>
                <c:pt idx="101">
                  <c:v>0.0335475308695653</c:v>
                </c:pt>
                <c:pt idx="102">
                  <c:v>0.0333943219827588</c:v>
                </c:pt>
                <c:pt idx="103">
                  <c:v>0.0330459457264954</c:v>
                </c:pt>
                <c:pt idx="104">
                  <c:v>0.0333792190677963</c:v>
                </c:pt>
                <c:pt idx="105">
                  <c:v>0.0338950348739493</c:v>
                </c:pt>
                <c:pt idx="106">
                  <c:v>0.0342406499999999</c:v>
                </c:pt>
                <c:pt idx="107">
                  <c:v>0.0342331086776857</c:v>
                </c:pt>
                <c:pt idx="108">
                  <c:v>0.0340818151639342</c:v>
                </c:pt>
                <c:pt idx="109">
                  <c:v>0.0339329520325203</c:v>
                </c:pt>
                <c:pt idx="110">
                  <c:v>0.0340338657258065</c:v>
                </c:pt>
                <c:pt idx="111">
                  <c:v>0.0345189843999998</c:v>
                </c:pt>
                <c:pt idx="112">
                  <c:v>0.0342880130952378</c:v>
                </c:pt>
                <c:pt idx="113">
                  <c:v>0.0343228181102362</c:v>
                </c:pt>
                <c:pt idx="114">
                  <c:v>0.0345033644531251</c:v>
                </c:pt>
                <c:pt idx="115">
                  <c:v>0.0343581573643408</c:v>
                </c:pt>
                <c:pt idx="116">
                  <c:v>0.034215212307692</c:v>
                </c:pt>
                <c:pt idx="117">
                  <c:v>0.0342616862595422</c:v>
                </c:pt>
                <c:pt idx="118">
                  <c:v>0.0342643196969697</c:v>
                </c:pt>
                <c:pt idx="119">
                  <c:v>0.034167622556391</c:v>
                </c:pt>
                <c:pt idx="120">
                  <c:v>0.0334949604477612</c:v>
                </c:pt>
                <c:pt idx="121">
                  <c:v>0.033476988888889</c:v>
                </c:pt>
                <c:pt idx="122">
                  <c:v>0.0333504525735296</c:v>
                </c:pt>
                <c:pt idx="123">
                  <c:v>0.0332257635036499</c:v>
                </c:pt>
                <c:pt idx="124">
                  <c:v>0.0332416344202897</c:v>
                </c:pt>
                <c:pt idx="125">
                  <c:v>0.033714787410072</c:v>
                </c:pt>
                <c:pt idx="126">
                  <c:v>0.0334741500000001</c:v>
                </c:pt>
                <c:pt idx="127">
                  <c:v>0.0333084762411346</c:v>
                </c:pt>
                <c:pt idx="128">
                  <c:v>0.0319640524647886</c:v>
                </c:pt>
                <c:pt idx="129">
                  <c:v>0.0318542646853148</c:v>
                </c:pt>
                <c:pt idx="130">
                  <c:v>0.0317460270833335</c:v>
                </c:pt>
                <c:pt idx="131">
                  <c:v>0.0324195265517239</c:v>
                </c:pt>
                <c:pt idx="132">
                  <c:v>0.0323730249999998</c:v>
                </c:pt>
                <c:pt idx="133">
                  <c:v>0.0329615112244899</c:v>
                </c:pt>
                <c:pt idx="134">
                  <c:v>0.0334245790540542</c:v>
                </c:pt>
                <c:pt idx="135">
                  <c:v>0.0342029251677853</c:v>
                </c:pt>
                <c:pt idx="136">
                  <c:v>0.0340798796666669</c:v>
                </c:pt>
                <c:pt idx="137">
                  <c:v>0.0339584639072846</c:v>
                </c:pt>
                <c:pt idx="138">
                  <c:v>0.0334995559210526</c:v>
                </c:pt>
                <c:pt idx="139">
                  <c:v>0.0329031277777776</c:v>
                </c:pt>
                <c:pt idx="140">
                  <c:v>0.033341730844156</c:v>
                </c:pt>
                <c:pt idx="141">
                  <c:v>0.0340080154838709</c:v>
                </c:pt>
                <c:pt idx="142">
                  <c:v>0.0344177685897438</c:v>
                </c:pt>
                <c:pt idx="143">
                  <c:v>0.034298840764331</c:v>
                </c:pt>
                <c:pt idx="144">
                  <c:v>0.0341814183544303</c:v>
                </c:pt>
                <c:pt idx="145">
                  <c:v>0.0351910732704405</c:v>
                </c:pt>
                <c:pt idx="146">
                  <c:v>0.034884829375</c:v>
                </c:pt>
                <c:pt idx="147">
                  <c:v>0.0353584568322981</c:v>
                </c:pt>
                <c:pt idx="148">
                  <c:v>0.0353383987654321</c:v>
                </c:pt>
                <c:pt idx="149">
                  <c:v>0.0352182901840492</c:v>
                </c:pt>
                <c:pt idx="150">
                  <c:v>0.0350995573170734</c:v>
                </c:pt>
                <c:pt idx="151">
                  <c:v>0.0349822415151515</c:v>
                </c:pt>
                <c:pt idx="152">
                  <c:v>0.0351424858433735</c:v>
                </c:pt>
                <c:pt idx="153">
                  <c:v>0.0345096353293413</c:v>
                </c:pt>
                <c:pt idx="154">
                  <c:v>0.0344264958333331</c:v>
                </c:pt>
                <c:pt idx="155">
                  <c:v>0.0343159609467454</c:v>
                </c:pt>
                <c:pt idx="156">
                  <c:v>0.0342067264705882</c:v>
                </c:pt>
                <c:pt idx="157">
                  <c:v>0.0340987695906434</c:v>
                </c:pt>
                <c:pt idx="158">
                  <c:v>0.0337156441860464</c:v>
                </c:pt>
                <c:pt idx="159">
                  <c:v>0.0335880173410405</c:v>
                </c:pt>
                <c:pt idx="160">
                  <c:v>0.0338012025862068</c:v>
                </c:pt>
                <c:pt idx="161">
                  <c:v>0.032808264857143</c:v>
                </c:pt>
                <c:pt idx="162">
                  <c:v>0.0325312678977272</c:v>
                </c:pt>
                <c:pt idx="163">
                  <c:v>0.0328818395480228</c:v>
                </c:pt>
                <c:pt idx="164">
                  <c:v>0.0327994536516855</c:v>
                </c:pt>
                <c:pt idx="165">
                  <c:v>0.0327179882681565</c:v>
                </c:pt>
                <c:pt idx="166">
                  <c:v>0.032659632222222</c:v>
                </c:pt>
                <c:pt idx="167">
                  <c:v>0.0330843662983424</c:v>
                </c:pt>
                <c:pt idx="168">
                  <c:v>0.0331361840659338</c:v>
                </c:pt>
                <c:pt idx="169">
                  <c:v>0.0333332560109291</c:v>
                </c:pt>
                <c:pt idx="170">
                  <c:v>0.0336200309782608</c:v>
                </c:pt>
                <c:pt idx="171">
                  <c:v>0.0335367721621621</c:v>
                </c:pt>
                <c:pt idx="172">
                  <c:v>0.0334544086021504</c:v>
                </c:pt>
                <c:pt idx="173">
                  <c:v>0.0337584010695189</c:v>
                </c:pt>
                <c:pt idx="174">
                  <c:v>0.0340742643617021</c:v>
                </c:pt>
                <c:pt idx="175">
                  <c:v>0.0344895452380953</c:v>
                </c:pt>
                <c:pt idx="176">
                  <c:v>0.0346046702631577</c:v>
                </c:pt>
                <c:pt idx="177">
                  <c:v>0.0344805562827226</c:v>
                </c:pt>
                <c:pt idx="178">
                  <c:v>0.0343958510416668</c:v>
                </c:pt>
                <c:pt idx="179">
                  <c:v>0.0343120235751296</c:v>
                </c:pt>
                <c:pt idx="180">
                  <c:v>0.0344694146907215</c:v>
                </c:pt>
                <c:pt idx="181">
                  <c:v>0.0347632176923075</c:v>
                </c:pt>
                <c:pt idx="182">
                  <c:v>0.0346384813775511</c:v>
                </c:pt>
                <c:pt idx="183">
                  <c:v>0.034671850253807</c:v>
                </c:pt>
                <c:pt idx="184">
                  <c:v>0.0346979507575758</c:v>
                </c:pt>
                <c:pt idx="185">
                  <c:v>0.034615756281407</c:v>
                </c:pt>
                <c:pt idx="186">
                  <c:v>0.0345344020000001</c:v>
                </c:pt>
                <c:pt idx="187">
                  <c:v>0.034446103233831</c:v>
                </c:pt>
                <c:pt idx="188">
                  <c:v>0.0346096433168318</c:v>
                </c:pt>
                <c:pt idx="189">
                  <c:v>0.0345862492610837</c:v>
                </c:pt>
                <c:pt idx="190">
                  <c:v>0.034681781127451</c:v>
                </c:pt>
                <c:pt idx="191">
                  <c:v>0.0349555692682925</c:v>
                </c:pt>
                <c:pt idx="192">
                  <c:v>0.0348749349514563</c:v>
                </c:pt>
                <c:pt idx="193">
                  <c:v>0.0347950620772945</c:v>
                </c:pt>
                <c:pt idx="194">
                  <c:v>0.0349970072115383</c:v>
                </c:pt>
                <c:pt idx="195">
                  <c:v>0.0352150864832537</c:v>
                </c:pt>
                <c:pt idx="196">
                  <c:v>0.0354310888095239</c:v>
                </c:pt>
                <c:pt idx="197">
                  <c:v>0.0354092727488153</c:v>
                </c:pt>
                <c:pt idx="198">
                  <c:v>0.0354693570754717</c:v>
                </c:pt>
                <c:pt idx="199">
                  <c:v>0.0354655934272302</c:v>
                </c:pt>
                <c:pt idx="200">
                  <c:v>0.0353761411214955</c:v>
                </c:pt>
                <c:pt idx="201">
                  <c:v>0.0352875209302327</c:v>
                </c:pt>
                <c:pt idx="202">
                  <c:v>0.0351997212962964</c:v>
                </c:pt>
                <c:pt idx="203">
                  <c:v>0.0351127308755762</c:v>
                </c:pt>
                <c:pt idx="204">
                  <c:v>0.0350265552752294</c:v>
                </c:pt>
                <c:pt idx="205">
                  <c:v>0.03494115</c:v>
                </c:pt>
                <c:pt idx="206">
                  <c:v>0.0348565211363636</c:v>
                </c:pt>
                <c:pt idx="207">
                  <c:v>0.0347726581447964</c:v>
                </c:pt>
                <c:pt idx="208">
                  <c:v>0.0346895506756757</c:v>
                </c:pt>
                <c:pt idx="209">
                  <c:v>0.0346208556053813</c:v>
                </c:pt>
                <c:pt idx="210">
                  <c:v>0.0353522379464286</c:v>
                </c:pt>
                <c:pt idx="211">
                  <c:v>0.0350436175555556</c:v>
                </c:pt>
                <c:pt idx="212">
                  <c:v>0.0349989294247787</c:v>
                </c:pt>
                <c:pt idx="213">
                  <c:v>0.035136379295154</c:v>
                </c:pt>
                <c:pt idx="214">
                  <c:v>0.0350566010964911</c:v>
                </c:pt>
                <c:pt idx="215">
                  <c:v>0.0349903026200875</c:v>
                </c:pt>
                <c:pt idx="216">
                  <c:v>0.0355094852173914</c:v>
                </c:pt>
                <c:pt idx="217">
                  <c:v>0.0356032534632035</c:v>
                </c:pt>
                <c:pt idx="218">
                  <c:v>0.0356243775862068</c:v>
                </c:pt>
                <c:pt idx="219">
                  <c:v>0.035709156223176</c:v>
                </c:pt>
                <c:pt idx="220">
                  <c:v>0.035628975854701</c:v>
                </c:pt>
                <c:pt idx="221">
                  <c:v>0.0355494623404255</c:v>
                </c:pt>
                <c:pt idx="222">
                  <c:v>0.0356248661016948</c:v>
                </c:pt>
                <c:pt idx="223">
                  <c:v>0.0354783388185655</c:v>
                </c:pt>
                <c:pt idx="224">
                  <c:v>0.035538562394958</c:v>
                </c:pt>
                <c:pt idx="225">
                  <c:v>0.0355357280334728</c:v>
                </c:pt>
                <c:pt idx="226">
                  <c:v>0.0356097497916667</c:v>
                </c:pt>
                <c:pt idx="227">
                  <c:v>0.0355322956431537</c:v>
                </c:pt>
                <c:pt idx="228">
                  <c:v>0.0354554966942147</c:v>
                </c:pt>
                <c:pt idx="229">
                  <c:v>0.0354985932098764</c:v>
                </c:pt>
                <c:pt idx="230">
                  <c:v>0.035442188114754</c:v>
                </c:pt>
                <c:pt idx="231">
                  <c:v>0.0355643634693879</c:v>
                </c:pt>
                <c:pt idx="232">
                  <c:v>0.035903180487805</c:v>
                </c:pt>
                <c:pt idx="233">
                  <c:v>0.0360101611336031</c:v>
                </c:pt>
                <c:pt idx="234">
                  <c:v>0.0359332933467741</c:v>
                </c:pt>
                <c:pt idx="235">
                  <c:v>0.0358570283132531</c:v>
                </c:pt>
                <c:pt idx="236">
                  <c:v>0.0357446982000001</c:v>
                </c:pt>
                <c:pt idx="237">
                  <c:v>0.0357813280876495</c:v>
                </c:pt>
                <c:pt idx="238">
                  <c:v>0.0362461222222222</c:v>
                </c:pt>
                <c:pt idx="239">
                  <c:v>0.0363094930830039</c:v>
                </c:pt>
                <c:pt idx="240">
                  <c:v>0.0364077009842521</c:v>
                </c:pt>
                <c:pt idx="241">
                  <c:v>0.0363332450980392</c:v>
                </c:pt>
                <c:pt idx="242">
                  <c:v>0.0362593708984374</c:v>
                </c:pt>
                <c:pt idx="243">
                  <c:v>0.0362707743190661</c:v>
                </c:pt>
                <c:pt idx="244">
                  <c:v>0.0366311594961239</c:v>
                </c:pt>
                <c:pt idx="245">
                  <c:v>0.0365005637065638</c:v>
                </c:pt>
                <c:pt idx="246">
                  <c:v>0.0363316086538462</c:v>
                </c:pt>
                <c:pt idx="247">
                  <c:v>0.036247814367816</c:v>
                </c:pt>
                <c:pt idx="248">
                  <c:v>0.0361759580152673</c:v>
                </c:pt>
                <c:pt idx="249">
                  <c:v>0.0361046619771862</c:v>
                </c:pt>
                <c:pt idx="250">
                  <c:v>0.0360338922348486</c:v>
                </c:pt>
                <c:pt idx="251">
                  <c:v>0.0374453086792453</c:v>
                </c:pt>
                <c:pt idx="252">
                  <c:v>0.0377002736842106</c:v>
                </c:pt>
                <c:pt idx="253">
                  <c:v>0.0377613279026217</c:v>
                </c:pt>
                <c:pt idx="254">
                  <c:v>0.03778648880597</c:v>
                </c:pt>
                <c:pt idx="255">
                  <c:v>0.0377085706319702</c:v>
                </c:pt>
                <c:pt idx="256">
                  <c:v>0.0376312296296296</c:v>
                </c:pt>
                <c:pt idx="257">
                  <c:v>0.037675084501845</c:v>
                </c:pt>
                <c:pt idx="258">
                  <c:v>0.0378712593750001</c:v>
                </c:pt>
                <c:pt idx="259">
                  <c:v>0.0379564168498169</c:v>
                </c:pt>
                <c:pt idx="260">
                  <c:v>0.0379838582116789</c:v>
                </c:pt>
                <c:pt idx="261">
                  <c:v>0.0379226770909092</c:v>
                </c:pt>
                <c:pt idx="262">
                  <c:v>0.0378462416666666</c:v>
                </c:pt>
                <c:pt idx="263">
                  <c:v>0.0377703581227437</c:v>
                </c:pt>
                <c:pt idx="264">
                  <c:v>0.0379892656474821</c:v>
                </c:pt>
                <c:pt idx="265">
                  <c:v>0.0381259637992833</c:v>
                </c:pt>
                <c:pt idx="266">
                  <c:v>0.0381956726785714</c:v>
                </c:pt>
                <c:pt idx="267">
                  <c:v>0.0382677170818504</c:v>
                </c:pt>
                <c:pt idx="268">
                  <c:v>0.0381681923758864</c:v>
                </c:pt>
                <c:pt idx="269">
                  <c:v>0.0380927800353356</c:v>
                </c:pt>
                <c:pt idx="270">
                  <c:v>0.0380178987676056</c:v>
                </c:pt>
                <c:pt idx="271">
                  <c:v>0.0379095147368422</c:v>
                </c:pt>
                <c:pt idx="272">
                  <c:v>0.037778572027972</c:v>
                </c:pt>
                <c:pt idx="273">
                  <c:v>0.0379055043554008</c:v>
                </c:pt>
                <c:pt idx="274">
                  <c:v>0.0380431642361111</c:v>
                </c:pt>
                <c:pt idx="275">
                  <c:v>0.0379563752595155</c:v>
                </c:pt>
                <c:pt idx="276">
                  <c:v>0.0378701848275862</c:v>
                </c:pt>
                <c:pt idx="277">
                  <c:v>0.0377845993127147</c:v>
                </c:pt>
                <c:pt idx="278">
                  <c:v>0.0376995875</c:v>
                </c:pt>
                <c:pt idx="279">
                  <c:v>0.0376151559726962</c:v>
                </c:pt>
                <c:pt idx="280">
                  <c:v>0.0375537574829932</c:v>
                </c:pt>
                <c:pt idx="281">
                  <c:v>0.0377027554237288</c:v>
                </c:pt>
                <c:pt idx="282">
                  <c:v>0.0377702369932432</c:v>
                </c:pt>
                <c:pt idx="283">
                  <c:v>0.0378725720538721</c:v>
                </c:pt>
                <c:pt idx="284">
                  <c:v>0.0377889766778524</c:v>
                </c:pt>
                <c:pt idx="285">
                  <c:v>0.0377359217391305</c:v>
                </c:pt>
                <c:pt idx="286">
                  <c:v>0.0379754881666667</c:v>
                </c:pt>
                <c:pt idx="287">
                  <c:v>0.0380662259136214</c:v>
                </c:pt>
                <c:pt idx="288">
                  <c:v>0.0381219173841059</c:v>
                </c:pt>
                <c:pt idx="289">
                  <c:v>0.0379871521452145</c:v>
                </c:pt>
                <c:pt idx="290">
                  <c:v>0.0379048297697369</c:v>
                </c:pt>
                <c:pt idx="291">
                  <c:v>0.0378230472131148</c:v>
                </c:pt>
                <c:pt idx="292">
                  <c:v>0.037727497385621</c:v>
                </c:pt>
                <c:pt idx="293">
                  <c:v>0.0379209319218242</c:v>
                </c:pt>
                <c:pt idx="294">
                  <c:v>0.038060375</c:v>
                </c:pt>
                <c:pt idx="295">
                  <c:v>0.0380669839805825</c:v>
                </c:pt>
                <c:pt idx="296">
                  <c:v>0.0380326703225806</c:v>
                </c:pt>
                <c:pt idx="297">
                  <c:v>0.0379505757234728</c:v>
                </c:pt>
                <c:pt idx="298">
                  <c:v>0.0378690073717949</c:v>
                </c:pt>
                <c:pt idx="299">
                  <c:v>0.0378520392971245</c:v>
                </c:pt>
                <c:pt idx="300">
                  <c:v>0.0380728593949044</c:v>
                </c:pt>
                <c:pt idx="301">
                  <c:v>0.0381674590476191</c:v>
                </c:pt>
                <c:pt idx="302">
                  <c:v>0.0383712949367088</c:v>
                </c:pt>
                <c:pt idx="303">
                  <c:v>0.0384425829652997</c:v>
                </c:pt>
                <c:pt idx="304">
                  <c:v>0.0383656665094341</c:v>
                </c:pt>
                <c:pt idx="305">
                  <c:v>0.0382892437304074</c:v>
                </c:pt>
                <c:pt idx="306">
                  <c:v>0.0383065903125</c:v>
                </c:pt>
                <c:pt idx="307">
                  <c:v>0.0384170686915888</c:v>
                </c:pt>
                <c:pt idx="308">
                  <c:v>0.0384306572981367</c:v>
                </c:pt>
                <c:pt idx="309">
                  <c:v>0.0383247513931888</c:v>
                </c:pt>
                <c:pt idx="310">
                  <c:v>0.0383839407407407</c:v>
                </c:pt>
                <c:pt idx="311">
                  <c:v>0.0383088726153846</c:v>
                </c:pt>
                <c:pt idx="312">
                  <c:v>0.0382342538343559</c:v>
                </c:pt>
                <c:pt idx="313">
                  <c:v>0.0381469425076453</c:v>
                </c:pt>
                <c:pt idx="314">
                  <c:v>0.0380966413109756</c:v>
                </c:pt>
                <c:pt idx="315">
                  <c:v>0.0380154156534954</c:v>
                </c:pt>
                <c:pt idx="316">
                  <c:v>0.0378937801515152</c:v>
                </c:pt>
                <c:pt idx="317">
                  <c:v>0.0377995874622356</c:v>
                </c:pt>
                <c:pt idx="318">
                  <c:v>0.0377278621987951</c:v>
                </c:pt>
                <c:pt idx="319">
                  <c:v>0.0376565567567568</c:v>
                </c:pt>
                <c:pt idx="320">
                  <c:v>0.0376657050898204</c:v>
                </c:pt>
                <c:pt idx="321">
                  <c:v>0.0377661250746269</c:v>
                </c:pt>
                <c:pt idx="322">
                  <c:v>0.0378859571428571</c:v>
                </c:pt>
                <c:pt idx="323">
                  <c:v>0.0379668667655787</c:v>
                </c:pt>
                <c:pt idx="324">
                  <c:v>0.0378959090236686</c:v>
                </c:pt>
                <c:pt idx="325">
                  <c:v>0.0378253699115045</c:v>
                </c:pt>
                <c:pt idx="326">
                  <c:v>0.0377563729411764</c:v>
                </c:pt>
                <c:pt idx="327">
                  <c:v>0.0378246288856306</c:v>
                </c:pt>
                <c:pt idx="328">
                  <c:v>0.0379498931286551</c:v>
                </c:pt>
                <c:pt idx="329">
                  <c:v>0.0378159260932945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0"/>
        <c:smooth val="0"/>
        <c:axId val="576328735"/>
        <c:axId val="576334975"/>
      </c:lineChart>
      <c:dateAx>
        <c:axId val="576339295"/>
        <c:scaling>
          <c:orientation val="minMax"/>
          <c:max val="46197"/>
          <c:min val="45855"/>
        </c:scaling>
        <c:delete val="0"/>
        <c:axPos val="b"/>
        <c:numFmt formatCode="yyyy&quot;年&quot;mm&quot;月&quot;dd&quot;日&quot;" sourceLinked="0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</a:p>
        </c:txPr>
        <c:crossAx val="576342175"/>
        <c:crosses val="autoZero"/>
        <c:auto val="0"/>
        <c:lblOffset val="100"/>
        <c:baseTimeUnit val="days"/>
        <c:majorUnit val="342"/>
        <c:majorTimeUnit val="days"/>
        <c:minorUnit val="342"/>
        <c:minorTimeUnit val="days"/>
      </c:dateAx>
      <c:valAx>
        <c:axId val="576342175"/>
        <c:scaling>
          <c:orientation val="minMax"/>
          <c:max val="1.04"/>
          <c:min val="1"/>
        </c:scaling>
        <c:delete val="0"/>
        <c:axPos val="l"/>
        <c:majorGridlines/>
        <c:numFmt formatCode="0.0000" sourceLinked="0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</a:p>
        </c:txPr>
        <c:crossAx val="576339295"/>
        <c:crosses val="autoZero"/>
        <c:crossBetween val="between"/>
      </c:valAx>
      <c:dateAx>
        <c:axId val="576328735"/>
        <c:scaling>
          <c:orientation val="minMax"/>
        </c:scaling>
        <c:delete val="1"/>
        <c:axPos val="b"/>
        <c:numFmt formatCode="yyyy/mm/dd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</a:p>
        </c:txPr>
        <c:crossAx val="576334975"/>
        <c:crosses val="autoZero"/>
        <c:auto val="1"/>
        <c:lblOffset val="100"/>
        <c:baseTimeUnit val="days"/>
      </c:dateAx>
      <c:valAx>
        <c:axId val="576334975"/>
        <c:scaling>
          <c:orientation val="minMax"/>
          <c:max val="0.05"/>
          <c:min val="0"/>
        </c:scaling>
        <c:delete val="0"/>
        <c:axPos val="r"/>
        <c:numFmt formatCode=";;;" sourceLinked="0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</a:p>
        </c:txPr>
        <c:crossAx val="576328735"/>
        <c:crosses val="max"/>
        <c:crossBetween val="between"/>
      </c:valAx>
      <c:spPr>
        <a:solidFill>
          <a:sysClr val="window" lastClr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1000" b="0" i="0" u="none" strike="noStrike" kern="1200" baseline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3dee7047-376c-40d5-b4d4-52fe529a8daa}"/>
      </c:ext>
    </c:extLst>
  </c:chart>
  <c:spPr>
    <a:solidFill>
      <a:srgbClr val="FFFFFF"/>
    </a:solidFill>
    <a:ln w="12700" cap="flat" cmpd="sng" algn="ctr">
      <a:noFill/>
      <a:prstDash val="solid"/>
      <a:round/>
    </a:ln>
    <a:effectLst/>
  </c:spPr>
  <c:txPr>
    <a:bodyPr/>
    <a:lstStyle/>
    <a:p>
      <a:pPr>
        <a:defRPr lang="zh-CN">
          <a:latin typeface="微软雅黑" panose="020B0503020204020204" charset="-122"/>
          <a:ea typeface="微软雅黑" panose="020B0503020204020204" charset="-122"/>
          <a:cs typeface="微软雅黑" panose="020B0503020204020204" charset="-122"/>
        </a:defRPr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92"/>
          <c:y val="0.16"/>
          <c:w val="0.796"/>
          <c:h val="0.645714285714286"/>
        </c:manualLayout>
      </c:layout>
      <c:lineChart>
        <c:grouping val="standard"/>
        <c:varyColors val="0"/>
        <c:ser>
          <c:idx val="0"/>
          <c:order val="0"/>
          <c:tx>
            <c:strRef>
              <c:f>汇鑫1号-单位净值</c:f>
              <c:strCache>
                <c:ptCount val="1"/>
                <c:pt idx="0">
                  <c:v>汇鑫1号-单位净值</c:v>
                </c:pt>
              </c:strCache>
            </c:strRef>
          </c:tx>
          <c:spPr>
            <a:ln w="28575" cap="rnd" cmpd="sng" algn="ctr">
              <a:solidFill>
                <a:srgbClr val="C00000"/>
              </a:solidFill>
              <a:prstDash val="solid"/>
              <a:round/>
            </a:ln>
          </c:spPr>
          <c:marker>
            <c:symbol val="none"/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dLbl>
              <c:idx val="27"/>
              <c:delete val="1"/>
            </c:dLbl>
            <c:dLbl>
              <c:idx val="28"/>
              <c:delete val="1"/>
            </c:dLbl>
            <c:dLbl>
              <c:idx val="29"/>
              <c:delete val="1"/>
            </c:dLbl>
            <c:dLbl>
              <c:idx val="30"/>
              <c:delete val="1"/>
            </c:dLbl>
            <c:dLbl>
              <c:idx val="31"/>
              <c:delete val="1"/>
            </c:dLbl>
            <c:dLbl>
              <c:idx val="32"/>
              <c:delete val="1"/>
            </c:dLbl>
            <c:dLbl>
              <c:idx val="33"/>
              <c:delete val="1"/>
            </c:dLbl>
            <c:dLbl>
              <c:idx val="34"/>
              <c:delete val="1"/>
            </c:dLbl>
            <c:dLbl>
              <c:idx val="35"/>
              <c:delete val="1"/>
            </c:dLbl>
            <c:dLbl>
              <c:idx val="36"/>
              <c:delete val="1"/>
            </c:dLbl>
            <c:dLbl>
              <c:idx val="37"/>
              <c:delete val="1"/>
            </c:dLbl>
            <c:dLbl>
              <c:idx val="38"/>
              <c:delete val="1"/>
            </c:dLbl>
            <c:dLbl>
              <c:idx val="39"/>
              <c:delete val="1"/>
            </c:dLbl>
            <c:dLbl>
              <c:idx val="40"/>
              <c:delete val="1"/>
            </c:dLbl>
            <c:dLbl>
              <c:idx val="41"/>
              <c:delete val="1"/>
            </c:dLbl>
            <c:dLbl>
              <c:idx val="42"/>
              <c:delete val="1"/>
            </c:dLbl>
            <c:dLbl>
              <c:idx val="43"/>
              <c:delete val="1"/>
            </c:dLbl>
            <c:dLbl>
              <c:idx val="44"/>
              <c:delete val="1"/>
            </c:dLbl>
            <c:dLbl>
              <c:idx val="45"/>
              <c:delete val="1"/>
            </c:dLbl>
            <c:dLbl>
              <c:idx val="46"/>
              <c:delete val="1"/>
            </c:dLbl>
            <c:dLbl>
              <c:idx val="47"/>
              <c:delete val="1"/>
            </c:dLbl>
            <c:dLbl>
              <c:idx val="48"/>
              <c:delete val="1"/>
            </c:dLbl>
            <c:dLbl>
              <c:idx val="49"/>
              <c:delete val="1"/>
            </c:dLbl>
            <c:dLbl>
              <c:idx val="50"/>
              <c:delete val="1"/>
            </c:dLbl>
            <c:dLbl>
              <c:idx val="51"/>
              <c:delete val="1"/>
            </c:dLbl>
            <c:dLbl>
              <c:idx val="52"/>
              <c:delete val="1"/>
            </c:dLbl>
            <c:dLbl>
              <c:idx val="53"/>
              <c:delete val="1"/>
            </c:dLbl>
            <c:dLbl>
              <c:idx val="54"/>
              <c:delete val="1"/>
            </c:dLbl>
            <c:dLbl>
              <c:idx val="55"/>
              <c:delete val="1"/>
            </c:dLbl>
            <c:dLbl>
              <c:idx val="56"/>
              <c:delete val="1"/>
            </c:dLbl>
            <c:dLbl>
              <c:idx val="57"/>
              <c:delete val="1"/>
            </c:dLbl>
            <c:dLbl>
              <c:idx val="58"/>
              <c:delete val="1"/>
            </c:dLbl>
            <c:dLbl>
              <c:idx val="59"/>
              <c:delete val="1"/>
            </c:dLbl>
            <c:dLbl>
              <c:idx val="60"/>
              <c:delete val="1"/>
            </c:dLbl>
            <c:dLbl>
              <c:idx val="61"/>
              <c:delete val="1"/>
            </c:dLbl>
            <c:dLbl>
              <c:idx val="62"/>
              <c:delete val="1"/>
            </c:dLbl>
            <c:dLbl>
              <c:idx val="63"/>
              <c:delete val="1"/>
            </c:dLbl>
            <c:dLbl>
              <c:idx val="64"/>
              <c:delete val="1"/>
            </c:dLbl>
            <c:dLbl>
              <c:idx val="65"/>
              <c:delete val="1"/>
            </c:dLbl>
            <c:dLbl>
              <c:idx val="66"/>
              <c:delete val="1"/>
            </c:dLbl>
            <c:dLbl>
              <c:idx val="67"/>
              <c:delete val="1"/>
            </c:dLbl>
            <c:dLbl>
              <c:idx val="68"/>
              <c:delete val="1"/>
            </c:dLbl>
            <c:dLbl>
              <c:idx val="69"/>
              <c:delete val="1"/>
            </c:dLbl>
            <c:dLbl>
              <c:idx val="70"/>
              <c:delete val="1"/>
            </c:dLbl>
            <c:dLbl>
              <c:idx val="71"/>
              <c:delete val="1"/>
            </c:dLbl>
            <c:dLbl>
              <c:idx val="72"/>
              <c:delete val="1"/>
            </c:dLbl>
            <c:dLbl>
              <c:idx val="73"/>
              <c:delete val="1"/>
            </c:dLbl>
            <c:dLbl>
              <c:idx val="74"/>
              <c:delete val="1"/>
            </c:dLbl>
            <c:dLbl>
              <c:idx val="75"/>
              <c:delete val="1"/>
            </c:dLbl>
            <c:dLbl>
              <c:idx val="76"/>
              <c:delete val="1"/>
            </c:dLbl>
            <c:dLbl>
              <c:idx val="77"/>
              <c:delete val="1"/>
            </c:dLbl>
            <c:dLbl>
              <c:idx val="78"/>
              <c:delete val="1"/>
            </c:dLbl>
            <c:dLbl>
              <c:idx val="79"/>
              <c:delete val="1"/>
            </c:dLbl>
            <c:dLbl>
              <c:idx val="80"/>
              <c:delete val="1"/>
            </c:dLbl>
            <c:dLbl>
              <c:idx val="81"/>
              <c:delete val="1"/>
            </c:dLbl>
            <c:dLbl>
              <c:idx val="82"/>
              <c:delete val="1"/>
            </c:dLbl>
            <c:dLbl>
              <c:idx val="83"/>
              <c:delete val="1"/>
            </c:dLbl>
            <c:dLbl>
              <c:idx val="84"/>
              <c:delete val="1"/>
            </c:dLbl>
            <c:dLbl>
              <c:idx val="85"/>
              <c:delete val="1"/>
            </c:dLbl>
            <c:dLbl>
              <c:idx val="86"/>
              <c:delete val="1"/>
            </c:dLbl>
            <c:dLbl>
              <c:idx val="87"/>
              <c:delete val="1"/>
            </c:dLbl>
            <c:dLbl>
              <c:idx val="88"/>
              <c:delete val="1"/>
            </c:dLbl>
            <c:dLbl>
              <c:idx val="89"/>
              <c:delete val="1"/>
            </c:dLbl>
            <c:dLbl>
              <c:idx val="90"/>
              <c:delete val="1"/>
            </c:dLbl>
            <c:dLbl>
              <c:idx val="91"/>
              <c:delete val="1"/>
            </c:dLbl>
            <c:dLbl>
              <c:idx val="92"/>
              <c:delete val="1"/>
            </c:dLbl>
            <c:dLbl>
              <c:idx val="93"/>
              <c:delete val="1"/>
            </c:dLbl>
            <c:dLbl>
              <c:idx val="94"/>
              <c:delete val="1"/>
            </c:dLbl>
            <c:dLbl>
              <c:idx val="95"/>
              <c:delete val="1"/>
            </c:dLbl>
            <c:dLbl>
              <c:idx val="96"/>
              <c:delete val="1"/>
            </c:dLbl>
            <c:dLbl>
              <c:idx val="97"/>
              <c:delete val="1"/>
            </c:dLbl>
            <c:dLbl>
              <c:idx val="98"/>
              <c:delete val="1"/>
            </c:dLbl>
            <c:dLbl>
              <c:idx val="99"/>
              <c:delete val="1"/>
            </c:dLbl>
            <c:dLbl>
              <c:idx val="100"/>
              <c:delete val="1"/>
            </c:dLbl>
            <c:dLbl>
              <c:idx val="101"/>
              <c:delete val="1"/>
            </c:dLbl>
            <c:dLbl>
              <c:idx val="102"/>
              <c:delete val="1"/>
            </c:dLbl>
            <c:dLbl>
              <c:idx val="103"/>
              <c:delete val="1"/>
            </c:dLbl>
            <c:dLbl>
              <c:idx val="104"/>
              <c:delete val="1"/>
            </c:dLbl>
            <c:dLbl>
              <c:idx val="105"/>
              <c:delete val="1"/>
            </c:dLbl>
            <c:dLbl>
              <c:idx val="106"/>
              <c:delete val="1"/>
            </c:dLbl>
            <c:dLbl>
              <c:idx val="107"/>
              <c:delete val="1"/>
            </c:dLbl>
            <c:dLbl>
              <c:idx val="108"/>
              <c:delete val="1"/>
            </c:dLbl>
            <c:dLbl>
              <c:idx val="109"/>
              <c:delete val="1"/>
            </c:dLbl>
            <c:dLbl>
              <c:idx val="110"/>
              <c:delete val="1"/>
            </c:dLbl>
            <c:dLbl>
              <c:idx val="111"/>
              <c:delete val="1"/>
            </c:dLbl>
            <c:dLbl>
              <c:idx val="112"/>
              <c:delete val="1"/>
            </c:dLbl>
            <c:dLbl>
              <c:idx val="113"/>
              <c:delete val="1"/>
            </c:dLbl>
            <c:dLbl>
              <c:idx val="114"/>
              <c:delete val="1"/>
            </c:dLbl>
            <c:dLbl>
              <c:idx val="115"/>
              <c:delete val="1"/>
            </c:dLbl>
            <c:dLbl>
              <c:idx val="116"/>
              <c:delete val="1"/>
            </c:dLbl>
            <c:dLbl>
              <c:idx val="117"/>
              <c:delete val="1"/>
            </c:dLbl>
            <c:dLbl>
              <c:idx val="118"/>
              <c:delete val="1"/>
            </c:dLbl>
            <c:dLbl>
              <c:idx val="119"/>
              <c:delete val="1"/>
            </c:dLbl>
            <c:dLbl>
              <c:idx val="120"/>
              <c:delete val="1"/>
            </c:dLbl>
            <c:dLbl>
              <c:idx val="121"/>
              <c:delete val="1"/>
            </c:dLbl>
            <c:dLbl>
              <c:idx val="122"/>
              <c:delete val="1"/>
            </c:dLbl>
            <c:dLbl>
              <c:idx val="123"/>
              <c:delete val="1"/>
            </c:dLbl>
            <c:dLbl>
              <c:idx val="124"/>
              <c:delete val="1"/>
            </c:dLbl>
            <c:dLbl>
              <c:idx val="125"/>
              <c:delete val="1"/>
            </c:dLbl>
            <c:dLbl>
              <c:idx val="126"/>
              <c:delete val="1"/>
            </c:dLbl>
            <c:dLbl>
              <c:idx val="127"/>
              <c:delete val="1"/>
            </c:dLbl>
            <c:dLbl>
              <c:idx val="128"/>
              <c:delete val="1"/>
            </c:dLbl>
            <c:dLbl>
              <c:idx val="129"/>
              <c:delete val="1"/>
            </c:dLbl>
            <c:dLbl>
              <c:idx val="130"/>
              <c:delete val="1"/>
            </c:dLbl>
            <c:dLbl>
              <c:idx val="131"/>
              <c:delete val="1"/>
            </c:dLbl>
            <c:dLbl>
              <c:idx val="132"/>
              <c:delete val="1"/>
            </c:dLbl>
            <c:dLbl>
              <c:idx val="133"/>
              <c:delete val="1"/>
            </c:dLbl>
            <c:dLbl>
              <c:idx val="134"/>
              <c:delete val="1"/>
            </c:dLbl>
            <c:dLbl>
              <c:idx val="135"/>
              <c:delete val="1"/>
            </c:dLbl>
            <c:dLbl>
              <c:idx val="136"/>
              <c:delete val="1"/>
            </c:dLbl>
            <c:dLbl>
              <c:idx val="137"/>
              <c:delete val="1"/>
            </c:dLbl>
            <c:dLbl>
              <c:idx val="138"/>
              <c:delete val="1"/>
            </c:dLbl>
            <c:dLbl>
              <c:idx val="139"/>
              <c:delete val="1"/>
            </c:dLbl>
            <c:dLbl>
              <c:idx val="140"/>
              <c:delete val="1"/>
            </c:dLbl>
            <c:dLbl>
              <c:idx val="141"/>
              <c:delete val="1"/>
            </c:dLbl>
            <c:dLbl>
              <c:idx val="142"/>
              <c:delete val="1"/>
            </c:dLbl>
            <c:dLbl>
              <c:idx val="143"/>
              <c:delete val="1"/>
            </c:dLbl>
            <c:dLbl>
              <c:idx val="144"/>
              <c:delete val="1"/>
            </c:dLbl>
            <c:dLbl>
              <c:idx val="145"/>
              <c:delete val="1"/>
            </c:dLbl>
            <c:dLbl>
              <c:idx val="146"/>
              <c:delete val="1"/>
            </c:dLbl>
            <c:dLbl>
              <c:idx val="147"/>
              <c:delete val="1"/>
            </c:dLbl>
            <c:dLbl>
              <c:idx val="148"/>
              <c:delete val="1"/>
            </c:dLbl>
            <c:dLbl>
              <c:idx val="149"/>
              <c:delete val="1"/>
            </c:dLbl>
            <c:dLbl>
              <c:idx val="150"/>
              <c:delete val="1"/>
            </c:dLbl>
            <c:dLbl>
              <c:idx val="151"/>
              <c:delete val="1"/>
            </c:dLbl>
            <c:dLbl>
              <c:idx val="152"/>
              <c:delete val="1"/>
            </c:dLbl>
            <c:dLbl>
              <c:idx val="153"/>
              <c:delete val="1"/>
            </c:dLbl>
            <c:dLbl>
              <c:idx val="154"/>
              <c:delete val="1"/>
            </c:dLbl>
            <c:dLbl>
              <c:idx val="155"/>
              <c:delete val="1"/>
            </c:dLbl>
            <c:dLbl>
              <c:idx val="156"/>
              <c:delete val="1"/>
            </c:dLbl>
            <c:dLbl>
              <c:idx val="157"/>
              <c:delete val="1"/>
            </c:dLbl>
            <c:dLbl>
              <c:idx val="158"/>
              <c:delete val="1"/>
            </c:dLbl>
            <c:dLbl>
              <c:idx val="159"/>
              <c:delete val="1"/>
            </c:dLbl>
            <c:dLbl>
              <c:idx val="160"/>
              <c:delete val="1"/>
            </c:dLbl>
            <c:dLbl>
              <c:idx val="161"/>
              <c:delete val="1"/>
            </c:dLbl>
            <c:dLbl>
              <c:idx val="162"/>
              <c:delete val="1"/>
            </c:dLbl>
            <c:dLbl>
              <c:idx val="163"/>
              <c:delete val="1"/>
            </c:dLbl>
            <c:dLbl>
              <c:idx val="164"/>
              <c:delete val="1"/>
            </c:dLbl>
            <c:dLbl>
              <c:idx val="165"/>
              <c:delete val="1"/>
            </c:dLbl>
            <c:dLbl>
              <c:idx val="166"/>
              <c:delete val="1"/>
            </c:dLbl>
            <c:dLbl>
              <c:idx val="167"/>
              <c:delete val="1"/>
            </c:dLbl>
            <c:dLbl>
              <c:idx val="168"/>
              <c:delete val="1"/>
            </c:dLbl>
            <c:dLbl>
              <c:idx val="169"/>
              <c:delete val="1"/>
            </c:dLbl>
            <c:dLbl>
              <c:idx val="170"/>
              <c:delete val="1"/>
            </c:dLbl>
            <c:dLbl>
              <c:idx val="171"/>
              <c:delete val="1"/>
            </c:dLbl>
            <c:dLbl>
              <c:idx val="172"/>
              <c:delete val="1"/>
            </c:dLbl>
            <c:dLbl>
              <c:idx val="173"/>
              <c:delete val="1"/>
            </c:dLbl>
            <c:dLbl>
              <c:idx val="174"/>
              <c:delete val="1"/>
            </c:dLbl>
            <c:dLbl>
              <c:idx val="175"/>
              <c:delete val="1"/>
            </c:dLbl>
            <c:dLbl>
              <c:idx val="176"/>
              <c:delete val="1"/>
            </c:dLbl>
            <c:dLbl>
              <c:idx val="177"/>
              <c:delete val="1"/>
            </c:dLbl>
            <c:dLbl>
              <c:idx val="178"/>
              <c:delete val="1"/>
            </c:dLbl>
            <c:dLbl>
              <c:idx val="179"/>
              <c:delete val="1"/>
            </c:dLbl>
            <c:dLbl>
              <c:idx val="180"/>
              <c:delete val="1"/>
            </c:dLbl>
            <c:dLbl>
              <c:idx val="181"/>
              <c:delete val="1"/>
            </c:dLbl>
            <c:dLbl>
              <c:idx val="182"/>
              <c:delete val="1"/>
            </c:dLbl>
            <c:dLbl>
              <c:idx val="183"/>
              <c:delete val="1"/>
            </c:dLbl>
            <c:dLbl>
              <c:idx val="184"/>
              <c:delete val="1"/>
            </c:dLbl>
            <c:dLbl>
              <c:idx val="185"/>
              <c:delete val="1"/>
            </c:dLbl>
            <c:dLbl>
              <c:idx val="186"/>
              <c:delete val="1"/>
            </c:dLbl>
            <c:dLbl>
              <c:idx val="187"/>
              <c:delete val="1"/>
            </c:dLbl>
            <c:dLbl>
              <c:idx val="188"/>
              <c:delete val="1"/>
            </c:dLbl>
            <c:dLbl>
              <c:idx val="189"/>
              <c:delete val="1"/>
            </c:dLbl>
            <c:dLbl>
              <c:idx val="190"/>
              <c:delete val="1"/>
            </c:dLbl>
            <c:dLbl>
              <c:idx val="191"/>
              <c:delete val="1"/>
            </c:dLbl>
            <c:dLbl>
              <c:idx val="192"/>
              <c:delete val="1"/>
            </c:dLbl>
            <c:dLbl>
              <c:idx val="193"/>
              <c:delete val="1"/>
            </c:dLbl>
            <c:dLbl>
              <c:idx val="194"/>
              <c:delete val="1"/>
            </c:dLbl>
            <c:dLbl>
              <c:idx val="195"/>
              <c:delete val="1"/>
            </c:dLbl>
            <c:dLbl>
              <c:idx val="196"/>
              <c:delete val="1"/>
            </c:dLbl>
            <c:dLbl>
              <c:idx val="197"/>
              <c:delete val="1"/>
            </c:dLbl>
            <c:dLbl>
              <c:idx val="198"/>
              <c:delete val="1"/>
            </c:dLbl>
            <c:dLbl>
              <c:idx val="199"/>
              <c:delete val="1"/>
            </c:dLbl>
            <c:dLbl>
              <c:idx val="200"/>
              <c:delete val="1"/>
            </c:dLbl>
            <c:dLbl>
              <c:idx val="201"/>
              <c:delete val="1"/>
            </c:dLbl>
            <c:dLbl>
              <c:idx val="202"/>
              <c:delete val="1"/>
            </c:dLbl>
            <c:dLbl>
              <c:idx val="203"/>
              <c:delete val="1"/>
            </c:dLbl>
            <c:dLbl>
              <c:idx val="204"/>
              <c:delete val="1"/>
            </c:dLbl>
            <c:dLbl>
              <c:idx val="205"/>
              <c:delete val="1"/>
            </c:dLbl>
            <c:dLbl>
              <c:idx val="206"/>
              <c:delete val="1"/>
            </c:dLbl>
            <c:dLbl>
              <c:idx val="207"/>
              <c:delete val="1"/>
            </c:dLbl>
            <c:dLbl>
              <c:idx val="208"/>
              <c:delete val="1"/>
            </c:dLbl>
            <c:dLbl>
              <c:idx val="209"/>
              <c:delete val="1"/>
            </c:dLbl>
            <c:dLbl>
              <c:idx val="210"/>
              <c:delete val="1"/>
            </c:dLbl>
            <c:dLbl>
              <c:idx val="211"/>
              <c:delete val="1"/>
            </c:dLbl>
            <c:dLbl>
              <c:idx val="212"/>
              <c:delete val="1"/>
            </c:dLbl>
            <c:dLbl>
              <c:idx val="213"/>
              <c:delete val="1"/>
            </c:dLbl>
            <c:dLbl>
              <c:idx val="214"/>
              <c:delete val="1"/>
            </c:dLbl>
            <c:dLbl>
              <c:idx val="215"/>
              <c:delete val="1"/>
            </c:dLbl>
            <c:dLbl>
              <c:idx val="216"/>
              <c:delete val="1"/>
            </c:dLbl>
            <c:dLbl>
              <c:idx val="217"/>
              <c:delete val="1"/>
            </c:dLbl>
            <c:dLbl>
              <c:idx val="218"/>
              <c:delete val="1"/>
            </c:dLbl>
            <c:dLbl>
              <c:idx val="219"/>
              <c:delete val="1"/>
            </c:dLbl>
            <c:dLbl>
              <c:idx val="220"/>
              <c:delete val="1"/>
            </c:dLbl>
            <c:dLbl>
              <c:idx val="221"/>
              <c:delete val="1"/>
            </c:dLbl>
            <c:dLbl>
              <c:idx val="222"/>
              <c:delete val="1"/>
            </c:dLbl>
            <c:dLbl>
              <c:idx val="223"/>
              <c:delete val="1"/>
            </c:dLbl>
            <c:dLbl>
              <c:idx val="224"/>
              <c:delete val="1"/>
            </c:dLbl>
            <c:dLbl>
              <c:idx val="225"/>
              <c:delete val="1"/>
            </c:dLbl>
            <c:dLbl>
              <c:idx val="226"/>
              <c:delete val="1"/>
            </c:dLbl>
            <c:dLbl>
              <c:idx val="227"/>
              <c:delete val="1"/>
            </c:dLbl>
            <c:dLbl>
              <c:idx val="228"/>
              <c:delete val="1"/>
            </c:dLbl>
            <c:dLbl>
              <c:idx val="229"/>
              <c:delete val="1"/>
            </c:dLbl>
            <c:dLbl>
              <c:idx val="230"/>
              <c:delete val="1"/>
            </c:dLbl>
            <c:dLbl>
              <c:idx val="231"/>
              <c:delete val="1"/>
            </c:dLbl>
            <c:dLbl>
              <c:idx val="232"/>
              <c:delete val="1"/>
            </c:dLbl>
            <c:dLbl>
              <c:idx val="233"/>
              <c:delete val="1"/>
            </c:dLbl>
            <c:dLbl>
              <c:idx val="234"/>
              <c:delete val="1"/>
            </c:dLbl>
            <c:dLbl>
              <c:idx val="235"/>
              <c:delete val="1"/>
            </c:dLbl>
            <c:dLbl>
              <c:idx val="236"/>
              <c:delete val="1"/>
            </c:dLbl>
            <c:dLbl>
              <c:idx val="237"/>
              <c:delete val="1"/>
            </c:dLbl>
            <c:dLbl>
              <c:idx val="238"/>
              <c:delete val="1"/>
            </c:dLbl>
            <c:dLbl>
              <c:idx val="239"/>
              <c:delete val="1"/>
            </c:dLbl>
            <c:dLbl>
              <c:idx val="240"/>
              <c:delete val="1"/>
            </c:dLbl>
            <c:dLbl>
              <c:idx val="241"/>
              <c:delete val="1"/>
            </c:dLbl>
            <c:dLbl>
              <c:idx val="242"/>
              <c:delete val="1"/>
            </c:dLbl>
            <c:dLbl>
              <c:idx val="243"/>
              <c:delete val="1"/>
            </c:dLbl>
            <c:dLbl>
              <c:idx val="244"/>
              <c:delete val="1"/>
            </c:dLbl>
            <c:dLbl>
              <c:idx val="245"/>
              <c:delete val="1"/>
            </c:dLbl>
            <c:dLbl>
              <c:idx val="246"/>
              <c:delete val="1"/>
            </c:dLbl>
            <c:dLbl>
              <c:idx val="247"/>
              <c:delete val="1"/>
            </c:dLbl>
            <c:dLbl>
              <c:idx val="248"/>
              <c:delete val="1"/>
            </c:dLbl>
            <c:dLbl>
              <c:idx val="249"/>
              <c:delete val="1"/>
            </c:dLbl>
            <c:dLbl>
              <c:idx val="250"/>
              <c:delete val="1"/>
            </c:dLbl>
            <c:dLbl>
              <c:idx val="251"/>
              <c:delete val="1"/>
            </c:dLbl>
            <c:dLbl>
              <c:idx val="252"/>
              <c:delete val="1"/>
            </c:dLbl>
            <c:dLbl>
              <c:idx val="253"/>
              <c:layout/>
              <c:numFmt formatCode="0.000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lang="zh-CN" sz="1000" b="0" i="0" u="none" strike="noStrike" kern="1200" baseline="0">
                      <a:solidFill>
                        <a:srgbClr val="C00000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/>
              </c:ext>
            </c:extLst>
          </c:dLbls>
          <c:cat>
            <c:numRef>
              <c:f>'[20260624-产品一页通.xlsx]汇鑫1号'!$A$2:$A$255</c:f>
              <c:numCache>
                <c:formatCode>yyyy/mm/dd</c:formatCode>
                <c:ptCount val="254"/>
                <c:pt idx="0" c:formatCode="yyyy/mm/dd">
                  <c:v>45856</c:v>
                </c:pt>
                <c:pt idx="1" c:formatCode="yyyy/mm/dd">
                  <c:v>45859</c:v>
                </c:pt>
                <c:pt idx="2" c:formatCode="yyyy/mm/dd">
                  <c:v>45860</c:v>
                </c:pt>
                <c:pt idx="3" c:formatCode="yyyy/mm/dd">
                  <c:v>45861</c:v>
                </c:pt>
                <c:pt idx="4" c:formatCode="yyyy/mm/dd">
                  <c:v>45862</c:v>
                </c:pt>
                <c:pt idx="5" c:formatCode="yyyy/mm/dd">
                  <c:v>45863</c:v>
                </c:pt>
                <c:pt idx="6" c:formatCode="yyyy/mm/dd">
                  <c:v>45866</c:v>
                </c:pt>
                <c:pt idx="7" c:formatCode="yyyy/mm/dd">
                  <c:v>45867</c:v>
                </c:pt>
                <c:pt idx="8" c:formatCode="yyyy/mm/dd">
                  <c:v>45868</c:v>
                </c:pt>
                <c:pt idx="9" c:formatCode="yyyy/mm/dd">
                  <c:v>45869</c:v>
                </c:pt>
                <c:pt idx="10" c:formatCode="yyyy/mm/dd">
                  <c:v>45870</c:v>
                </c:pt>
                <c:pt idx="11" c:formatCode="yyyy/mm/dd">
                  <c:v>45873</c:v>
                </c:pt>
                <c:pt idx="12" c:formatCode="yyyy/mm/dd">
                  <c:v>45874</c:v>
                </c:pt>
                <c:pt idx="13" c:formatCode="yyyy/mm/dd">
                  <c:v>45875</c:v>
                </c:pt>
                <c:pt idx="14" c:formatCode="yyyy/mm/dd">
                  <c:v>45876</c:v>
                </c:pt>
                <c:pt idx="15" c:formatCode="yyyy/mm/dd">
                  <c:v>45877</c:v>
                </c:pt>
                <c:pt idx="16" c:formatCode="yyyy/mm/dd">
                  <c:v>45880</c:v>
                </c:pt>
                <c:pt idx="17" c:formatCode="yyyy/mm/dd">
                  <c:v>45881</c:v>
                </c:pt>
                <c:pt idx="18" c:formatCode="yyyy/mm/dd">
                  <c:v>45882</c:v>
                </c:pt>
                <c:pt idx="19" c:formatCode="yyyy/mm/dd">
                  <c:v>45883</c:v>
                </c:pt>
                <c:pt idx="20" c:formatCode="yyyy/mm/dd">
                  <c:v>45884</c:v>
                </c:pt>
                <c:pt idx="21" c:formatCode="yyyy/mm/dd">
                  <c:v>45887</c:v>
                </c:pt>
                <c:pt idx="22" c:formatCode="yyyy/mm/dd">
                  <c:v>45888</c:v>
                </c:pt>
                <c:pt idx="23" c:formatCode="yyyy/mm/dd">
                  <c:v>45889</c:v>
                </c:pt>
                <c:pt idx="24" c:formatCode="yyyy/mm/dd">
                  <c:v>45890</c:v>
                </c:pt>
                <c:pt idx="25" c:formatCode="yyyy/mm/dd">
                  <c:v>45891</c:v>
                </c:pt>
                <c:pt idx="26" c:formatCode="yyyy/mm/dd">
                  <c:v>45894</c:v>
                </c:pt>
                <c:pt idx="27" c:formatCode="yyyy/mm/dd">
                  <c:v>45895</c:v>
                </c:pt>
                <c:pt idx="28" c:formatCode="yyyy/mm/dd">
                  <c:v>45896</c:v>
                </c:pt>
                <c:pt idx="29" c:formatCode="yyyy/mm/dd">
                  <c:v>45897</c:v>
                </c:pt>
                <c:pt idx="30" c:formatCode="yyyy/mm/dd">
                  <c:v>45898</c:v>
                </c:pt>
                <c:pt idx="31" c:formatCode="yyyy/mm/dd">
                  <c:v>45901</c:v>
                </c:pt>
                <c:pt idx="32" c:formatCode="yyyy/mm/dd">
                  <c:v>45902</c:v>
                </c:pt>
                <c:pt idx="33" c:formatCode="yyyy/mm/dd">
                  <c:v>45903</c:v>
                </c:pt>
                <c:pt idx="34" c:formatCode="yyyy/mm/dd">
                  <c:v>45904</c:v>
                </c:pt>
                <c:pt idx="35" c:formatCode="yyyy/mm/dd">
                  <c:v>45905</c:v>
                </c:pt>
                <c:pt idx="36" c:formatCode="yyyy/mm/dd">
                  <c:v>45908</c:v>
                </c:pt>
                <c:pt idx="37" c:formatCode="yyyy/mm/dd">
                  <c:v>45909</c:v>
                </c:pt>
                <c:pt idx="38" c:formatCode="yyyy/mm/dd">
                  <c:v>45910</c:v>
                </c:pt>
                <c:pt idx="39" c:formatCode="yyyy/mm/dd">
                  <c:v>45911</c:v>
                </c:pt>
                <c:pt idx="40" c:formatCode="yyyy/mm/dd">
                  <c:v>45912</c:v>
                </c:pt>
                <c:pt idx="41" c:formatCode="yyyy/mm/dd">
                  <c:v>45915</c:v>
                </c:pt>
                <c:pt idx="42" c:formatCode="yyyy/mm/dd">
                  <c:v>45916</c:v>
                </c:pt>
                <c:pt idx="43" c:formatCode="yyyy/mm/dd">
                  <c:v>45917</c:v>
                </c:pt>
                <c:pt idx="44" c:formatCode="yyyy/mm/dd">
                  <c:v>45918</c:v>
                </c:pt>
                <c:pt idx="45" c:formatCode="yyyy/mm/dd">
                  <c:v>45919</c:v>
                </c:pt>
                <c:pt idx="46" c:formatCode="yyyy/mm/dd">
                  <c:v>45922</c:v>
                </c:pt>
                <c:pt idx="47" c:formatCode="yyyy/mm/dd">
                  <c:v>45923</c:v>
                </c:pt>
                <c:pt idx="48" c:formatCode="yyyy/mm/dd">
                  <c:v>45924</c:v>
                </c:pt>
                <c:pt idx="49" c:formatCode="yyyy/mm/dd">
                  <c:v>45925</c:v>
                </c:pt>
                <c:pt idx="50" c:formatCode="yyyy/mm/dd">
                  <c:v>45926</c:v>
                </c:pt>
                <c:pt idx="51" c:formatCode="yyyy/mm/dd">
                  <c:v>45927</c:v>
                </c:pt>
                <c:pt idx="52" c:formatCode="yyyy/mm/dd">
                  <c:v>45929</c:v>
                </c:pt>
                <c:pt idx="53" c:formatCode="yyyy/mm/dd">
                  <c:v>45930</c:v>
                </c:pt>
                <c:pt idx="54" c:formatCode="yyyy/mm/dd">
                  <c:v>45939</c:v>
                </c:pt>
                <c:pt idx="55" c:formatCode="yyyy/mm/dd">
                  <c:v>45940</c:v>
                </c:pt>
                <c:pt idx="56" c:formatCode="yyyy/mm/dd">
                  <c:v>45943</c:v>
                </c:pt>
                <c:pt idx="57" c:formatCode="yyyy/mm/dd">
                  <c:v>45944</c:v>
                </c:pt>
                <c:pt idx="58" c:formatCode="yyyy/mm/dd">
                  <c:v>45945</c:v>
                </c:pt>
                <c:pt idx="59" c:formatCode="yyyy/mm/dd">
                  <c:v>45946</c:v>
                </c:pt>
                <c:pt idx="60" c:formatCode="yyyy/mm/dd">
                  <c:v>45947</c:v>
                </c:pt>
                <c:pt idx="61" c:formatCode="yyyy/mm/dd">
                  <c:v>45950</c:v>
                </c:pt>
                <c:pt idx="62" c:formatCode="yyyy/mm/dd">
                  <c:v>45951</c:v>
                </c:pt>
                <c:pt idx="63" c:formatCode="yyyy/mm/dd">
                  <c:v>45952</c:v>
                </c:pt>
                <c:pt idx="64" c:formatCode="yyyy/mm/dd">
                  <c:v>45953</c:v>
                </c:pt>
                <c:pt idx="65" c:formatCode="yyyy/mm/dd">
                  <c:v>45954</c:v>
                </c:pt>
                <c:pt idx="66" c:formatCode="yyyy/mm/dd">
                  <c:v>45955</c:v>
                </c:pt>
                <c:pt idx="67" c:formatCode="yyyy/mm/dd">
                  <c:v>45956</c:v>
                </c:pt>
                <c:pt idx="68" c:formatCode="yyyy/mm/dd">
                  <c:v>45957</c:v>
                </c:pt>
                <c:pt idx="69" c:formatCode="yyyy/mm/dd">
                  <c:v>45958</c:v>
                </c:pt>
                <c:pt idx="70" c:formatCode="yyyy/mm/dd">
                  <c:v>45959</c:v>
                </c:pt>
                <c:pt idx="71" c:formatCode="yyyy/mm/dd">
                  <c:v>45960</c:v>
                </c:pt>
                <c:pt idx="72" c:formatCode="yyyy/mm/dd">
                  <c:v>45961</c:v>
                </c:pt>
                <c:pt idx="73" c:formatCode="yyyy/mm/dd">
                  <c:v>45964</c:v>
                </c:pt>
                <c:pt idx="74" c:formatCode="yyyy/mm/dd">
                  <c:v>45965</c:v>
                </c:pt>
                <c:pt idx="75" c:formatCode="yyyy/mm/dd">
                  <c:v>45966</c:v>
                </c:pt>
                <c:pt idx="76" c:formatCode="yyyy/mm/dd">
                  <c:v>45967</c:v>
                </c:pt>
                <c:pt idx="77" c:formatCode="yyyy/mm/dd">
                  <c:v>45968</c:v>
                </c:pt>
                <c:pt idx="78" c:formatCode="yyyy/mm/dd">
                  <c:v>45969</c:v>
                </c:pt>
                <c:pt idx="79" c:formatCode="yyyy/mm/dd">
                  <c:v>45970</c:v>
                </c:pt>
                <c:pt idx="80" c:formatCode="yyyy/mm/dd">
                  <c:v>45971</c:v>
                </c:pt>
                <c:pt idx="81" c:formatCode="yyyy/mm/dd">
                  <c:v>45972</c:v>
                </c:pt>
                <c:pt idx="82" c:formatCode="yyyy/mm/dd">
                  <c:v>45973</c:v>
                </c:pt>
                <c:pt idx="83" c:formatCode="yyyy/mm/dd">
                  <c:v>45974</c:v>
                </c:pt>
                <c:pt idx="84" c:formatCode="yyyy/mm/dd">
                  <c:v>45975</c:v>
                </c:pt>
                <c:pt idx="85" c:formatCode="yyyy/mm/dd">
                  <c:v>45978</c:v>
                </c:pt>
                <c:pt idx="86" c:formatCode="yyyy/mm/dd">
                  <c:v>45979</c:v>
                </c:pt>
                <c:pt idx="87" c:formatCode="yyyy/mm/dd">
                  <c:v>45980</c:v>
                </c:pt>
                <c:pt idx="88" c:formatCode="yyyy/mm/dd">
                  <c:v>45981</c:v>
                </c:pt>
                <c:pt idx="89" c:formatCode="yyyy/mm/dd">
                  <c:v>45982</c:v>
                </c:pt>
                <c:pt idx="90" c:formatCode="yyyy/mm/dd">
                  <c:v>45985</c:v>
                </c:pt>
                <c:pt idx="91" c:formatCode="yyyy/mm/dd">
                  <c:v>45986</c:v>
                </c:pt>
                <c:pt idx="92" c:formatCode="yyyy/mm/dd">
                  <c:v>45987</c:v>
                </c:pt>
                <c:pt idx="93" c:formatCode="yyyy/mm/dd">
                  <c:v>45988</c:v>
                </c:pt>
                <c:pt idx="94" c:formatCode="yyyy/mm/dd">
                  <c:v>45989</c:v>
                </c:pt>
                <c:pt idx="95" c:formatCode="yyyy/mm/dd">
                  <c:v>45991</c:v>
                </c:pt>
                <c:pt idx="96" c:formatCode="yyyy/mm/dd">
                  <c:v>45992</c:v>
                </c:pt>
                <c:pt idx="97" c:formatCode="yyyy/mm/dd">
                  <c:v>45993</c:v>
                </c:pt>
                <c:pt idx="98" c:formatCode="yyyy/mm/dd">
                  <c:v>45994</c:v>
                </c:pt>
                <c:pt idx="99" c:formatCode="yyyy/mm/dd">
                  <c:v>45995</c:v>
                </c:pt>
                <c:pt idx="100" c:formatCode="yyyy/mm/dd">
                  <c:v>45996</c:v>
                </c:pt>
                <c:pt idx="101" c:formatCode="yyyy/mm/dd">
                  <c:v>45999</c:v>
                </c:pt>
                <c:pt idx="102" c:formatCode="yyyy/mm/dd">
                  <c:v>46000</c:v>
                </c:pt>
                <c:pt idx="103" c:formatCode="yyyy/mm/dd">
                  <c:v>46001</c:v>
                </c:pt>
                <c:pt idx="104" c:formatCode="yyyy/mm/dd">
                  <c:v>46002</c:v>
                </c:pt>
                <c:pt idx="105" c:formatCode="yyyy/mm/dd">
                  <c:v>46003</c:v>
                </c:pt>
                <c:pt idx="106" c:formatCode="yyyy/mm/dd">
                  <c:v>46006</c:v>
                </c:pt>
                <c:pt idx="107" c:formatCode="yyyy/mm/dd">
                  <c:v>46007</c:v>
                </c:pt>
                <c:pt idx="108" c:formatCode="yyyy/mm/dd">
                  <c:v>46008</c:v>
                </c:pt>
                <c:pt idx="109" c:formatCode="yyyy/mm/dd">
                  <c:v>46009</c:v>
                </c:pt>
                <c:pt idx="110" c:formatCode="yyyy/mm/dd">
                  <c:v>46010</c:v>
                </c:pt>
                <c:pt idx="111" c:formatCode="yyyy/mm/dd">
                  <c:v>46013</c:v>
                </c:pt>
                <c:pt idx="112" c:formatCode="yyyy/mm/dd">
                  <c:v>46014</c:v>
                </c:pt>
                <c:pt idx="113" c:formatCode="yyyy/mm/dd">
                  <c:v>46015</c:v>
                </c:pt>
                <c:pt idx="114" c:formatCode="yyyy/mm/dd">
                  <c:v>46016</c:v>
                </c:pt>
                <c:pt idx="115" c:formatCode="yyyy/mm/dd">
                  <c:v>46017</c:v>
                </c:pt>
                <c:pt idx="116" c:formatCode="yyyy/mm/dd">
                  <c:v>46020</c:v>
                </c:pt>
                <c:pt idx="117" c:formatCode="yyyy/mm/dd">
                  <c:v>46021</c:v>
                </c:pt>
                <c:pt idx="118" c:formatCode="yyyy/mm/dd">
                  <c:v>46022</c:v>
                </c:pt>
                <c:pt idx="119" c:formatCode="yyyy/mm/dd">
                  <c:v>46026</c:v>
                </c:pt>
                <c:pt idx="120" c:formatCode="yyyy/mm/dd">
                  <c:v>46027</c:v>
                </c:pt>
                <c:pt idx="121" c:formatCode="yyyy/mm/dd">
                  <c:v>46028</c:v>
                </c:pt>
                <c:pt idx="122" c:formatCode="yyyy/mm/dd">
                  <c:v>46029</c:v>
                </c:pt>
                <c:pt idx="123" c:formatCode="yyyy/mm/dd">
                  <c:v>46030</c:v>
                </c:pt>
                <c:pt idx="124" c:formatCode="yyyy/mm/dd">
                  <c:v>46031</c:v>
                </c:pt>
                <c:pt idx="125" c:formatCode="yyyy/mm/dd">
                  <c:v>46034</c:v>
                </c:pt>
                <c:pt idx="126" c:formatCode="yyyy/mm/dd">
                  <c:v>46035</c:v>
                </c:pt>
                <c:pt idx="127" c:formatCode="yyyy/mm/dd">
                  <c:v>46036</c:v>
                </c:pt>
                <c:pt idx="128" c:formatCode="yyyy/mm/dd">
                  <c:v>46037</c:v>
                </c:pt>
                <c:pt idx="129" c:formatCode="yyyy/mm/dd">
                  <c:v>46038</c:v>
                </c:pt>
                <c:pt idx="130" c:formatCode="yyyy/mm/dd">
                  <c:v>46041</c:v>
                </c:pt>
                <c:pt idx="131" c:formatCode="yyyy/mm/dd">
                  <c:v>46042</c:v>
                </c:pt>
                <c:pt idx="132" c:formatCode="yyyy/mm/dd">
                  <c:v>46043</c:v>
                </c:pt>
                <c:pt idx="133" c:formatCode="yyyy/mm/dd">
                  <c:v>46044</c:v>
                </c:pt>
                <c:pt idx="134" c:formatCode="yyyy/mm/dd">
                  <c:v>46045</c:v>
                </c:pt>
                <c:pt idx="135" c:formatCode="yyyy/mm/dd">
                  <c:v>46048</c:v>
                </c:pt>
                <c:pt idx="136" c:formatCode="yyyy/mm/dd">
                  <c:v>46049</c:v>
                </c:pt>
                <c:pt idx="137" c:formatCode="yyyy/mm/dd">
                  <c:v>46050</c:v>
                </c:pt>
                <c:pt idx="138" c:formatCode="yyyy/mm/dd">
                  <c:v>46051</c:v>
                </c:pt>
                <c:pt idx="139" c:formatCode="yyyy/mm/dd">
                  <c:v>46052</c:v>
                </c:pt>
                <c:pt idx="140" c:formatCode="yyyy/mm/dd">
                  <c:v>46053</c:v>
                </c:pt>
                <c:pt idx="141" c:formatCode="yyyy/mm/dd">
                  <c:v>46055</c:v>
                </c:pt>
                <c:pt idx="142" c:formatCode="yyyy/mm/dd">
                  <c:v>46056</c:v>
                </c:pt>
                <c:pt idx="143" c:formatCode="yyyy/mm/dd">
                  <c:v>46057</c:v>
                </c:pt>
                <c:pt idx="144" c:formatCode="yyyy/mm/dd">
                  <c:v>46058</c:v>
                </c:pt>
                <c:pt idx="145" c:formatCode="yyyy/mm/dd">
                  <c:v>46059</c:v>
                </c:pt>
                <c:pt idx="146" c:formatCode="yyyy/mm/dd">
                  <c:v>46062</c:v>
                </c:pt>
                <c:pt idx="147" c:formatCode="yyyy/mm/dd">
                  <c:v>46063</c:v>
                </c:pt>
                <c:pt idx="148" c:formatCode="yyyy/mm/dd">
                  <c:v>46064</c:v>
                </c:pt>
                <c:pt idx="149" c:formatCode="yyyy/mm/dd">
                  <c:v>46065</c:v>
                </c:pt>
                <c:pt idx="150" c:formatCode="yyyy/mm/dd">
                  <c:v>46066</c:v>
                </c:pt>
                <c:pt idx="151" c:formatCode="yyyy/mm/dd">
                  <c:v>46067</c:v>
                </c:pt>
                <c:pt idx="152" c:formatCode="yyyy/mm/dd">
                  <c:v>46077</c:v>
                </c:pt>
                <c:pt idx="153" c:formatCode="yyyy/mm/dd">
                  <c:v>46078</c:v>
                </c:pt>
                <c:pt idx="154" c:formatCode="yyyy/mm/dd">
                  <c:v>46079</c:v>
                </c:pt>
                <c:pt idx="155" c:formatCode="yyyy/mm/dd">
                  <c:v>46080</c:v>
                </c:pt>
                <c:pt idx="156" c:formatCode="yyyy/mm/dd">
                  <c:v>46081</c:v>
                </c:pt>
                <c:pt idx="157" c:formatCode="yyyy/mm/dd">
                  <c:v>46083</c:v>
                </c:pt>
                <c:pt idx="158" c:formatCode="yyyy/mm/dd">
                  <c:v>46084</c:v>
                </c:pt>
                <c:pt idx="159" c:formatCode="yyyy/mm/dd">
                  <c:v>46085</c:v>
                </c:pt>
                <c:pt idx="160" c:formatCode="yyyy/mm/dd">
                  <c:v>46086</c:v>
                </c:pt>
                <c:pt idx="161" c:formatCode="yyyy/mm/dd">
                  <c:v>46087</c:v>
                </c:pt>
                <c:pt idx="162" c:formatCode="yyyy/mm/dd">
                  <c:v>46090</c:v>
                </c:pt>
                <c:pt idx="163" c:formatCode="yyyy/mm/dd">
                  <c:v>46091</c:v>
                </c:pt>
                <c:pt idx="164" c:formatCode="yyyy/mm/dd">
                  <c:v>46092</c:v>
                </c:pt>
                <c:pt idx="165" c:formatCode="yyyy/mm/dd">
                  <c:v>46093</c:v>
                </c:pt>
                <c:pt idx="166" c:formatCode="yyyy/mm/dd">
                  <c:v>46094</c:v>
                </c:pt>
                <c:pt idx="167" c:formatCode="yyyy/mm/dd">
                  <c:v>46097</c:v>
                </c:pt>
                <c:pt idx="168" c:formatCode="yyyy/mm/dd">
                  <c:v>46098</c:v>
                </c:pt>
                <c:pt idx="169" c:formatCode="yyyy/mm/dd">
                  <c:v>46099</c:v>
                </c:pt>
                <c:pt idx="170" c:formatCode="yyyy/mm/dd">
                  <c:v>46100</c:v>
                </c:pt>
                <c:pt idx="171" c:formatCode="yyyy/mm/dd">
                  <c:v>46101</c:v>
                </c:pt>
                <c:pt idx="172" c:formatCode="yyyy/mm/dd">
                  <c:v>46104</c:v>
                </c:pt>
                <c:pt idx="173" c:formatCode="yyyy/mm/dd">
                  <c:v>46105</c:v>
                </c:pt>
                <c:pt idx="174" c:formatCode="yyyy/mm/dd">
                  <c:v>46106</c:v>
                </c:pt>
                <c:pt idx="175" c:formatCode="yyyy/mm/dd">
                  <c:v>46107</c:v>
                </c:pt>
                <c:pt idx="176" c:formatCode="yyyy/mm/dd">
                  <c:v>46108</c:v>
                </c:pt>
                <c:pt idx="177" c:formatCode="yyyy/mm/dd">
                  <c:v>46111</c:v>
                </c:pt>
                <c:pt idx="178" c:formatCode="yyyy/mm/dd">
                  <c:v>46112</c:v>
                </c:pt>
                <c:pt idx="179" c:formatCode="yyyy/mm/dd">
                  <c:v>46113</c:v>
                </c:pt>
                <c:pt idx="180" c:formatCode="yyyy/mm/dd">
                  <c:v>46114</c:v>
                </c:pt>
                <c:pt idx="181" c:formatCode="yyyy/mm/dd">
                  <c:v>46115</c:v>
                </c:pt>
                <c:pt idx="182" c:formatCode="yyyy/mm/dd">
                  <c:v>46119</c:v>
                </c:pt>
                <c:pt idx="183" c:formatCode="yyyy/mm/dd">
                  <c:v>46120</c:v>
                </c:pt>
                <c:pt idx="184" c:formatCode="yyyy/mm/dd">
                  <c:v>46121</c:v>
                </c:pt>
                <c:pt idx="185" c:formatCode="yyyy/mm/dd">
                  <c:v>46122</c:v>
                </c:pt>
                <c:pt idx="186" c:formatCode="yyyy/mm/dd">
                  <c:v>46125</c:v>
                </c:pt>
                <c:pt idx="187" c:formatCode="yyyy/mm/dd">
                  <c:v>46126</c:v>
                </c:pt>
                <c:pt idx="188" c:formatCode="yyyy/mm/dd">
                  <c:v>46127</c:v>
                </c:pt>
                <c:pt idx="189" c:formatCode="yyyy/mm/dd">
                  <c:v>46128</c:v>
                </c:pt>
                <c:pt idx="190" c:formatCode="yyyy/mm/dd">
                  <c:v>46129</c:v>
                </c:pt>
                <c:pt idx="191" c:formatCode="yyyy/mm/dd">
                  <c:v>46132</c:v>
                </c:pt>
                <c:pt idx="192" c:formatCode="yyyy/mm/dd">
                  <c:v>46133</c:v>
                </c:pt>
                <c:pt idx="193" c:formatCode="yyyy/mm/dd">
                  <c:v>46134</c:v>
                </c:pt>
                <c:pt idx="194" c:formatCode="yyyy/mm/dd">
                  <c:v>46135</c:v>
                </c:pt>
                <c:pt idx="195" c:formatCode="yyyy/mm/dd">
                  <c:v>46136</c:v>
                </c:pt>
                <c:pt idx="196" c:formatCode="yyyy/mm/dd">
                  <c:v>46139</c:v>
                </c:pt>
                <c:pt idx="197" c:formatCode="yyyy/mm/dd">
                  <c:v>46140</c:v>
                </c:pt>
                <c:pt idx="198" c:formatCode="yyyy/mm/dd">
                  <c:v>46141</c:v>
                </c:pt>
                <c:pt idx="199" c:formatCode="yyyy/mm/dd">
                  <c:v>46142</c:v>
                </c:pt>
                <c:pt idx="200" c:formatCode="yyyy/mm/dd">
                  <c:v>46143</c:v>
                </c:pt>
                <c:pt idx="201" c:formatCode="yyyy/mm/dd">
                  <c:v>46144</c:v>
                </c:pt>
                <c:pt idx="202" c:formatCode="yyyy/mm/dd">
                  <c:v>46145</c:v>
                </c:pt>
                <c:pt idx="203" c:formatCode="yyyy/mm/dd">
                  <c:v>46146</c:v>
                </c:pt>
                <c:pt idx="204" c:formatCode="yyyy/mm/dd">
                  <c:v>46147</c:v>
                </c:pt>
                <c:pt idx="205" c:formatCode="yyyy/mm/dd">
                  <c:v>46148</c:v>
                </c:pt>
                <c:pt idx="206" c:formatCode="yyyy/mm/dd">
                  <c:v>46149</c:v>
                </c:pt>
                <c:pt idx="207" c:formatCode="yyyy/mm/dd">
                  <c:v>46150</c:v>
                </c:pt>
                <c:pt idx="208" c:formatCode="yyyy/mm/dd">
                  <c:v>46151</c:v>
                </c:pt>
                <c:pt idx="209" c:formatCode="yyyy/mm/dd">
                  <c:v>46153</c:v>
                </c:pt>
                <c:pt idx="210" c:formatCode="yyyy/mm/dd">
                  <c:v>46154</c:v>
                </c:pt>
                <c:pt idx="211" c:formatCode="yyyy/mm/dd">
                  <c:v>46155</c:v>
                </c:pt>
                <c:pt idx="212" c:formatCode="yyyy/mm/dd">
                  <c:v>46156</c:v>
                </c:pt>
                <c:pt idx="213" c:formatCode="yyyy/mm/dd">
                  <c:v>46157</c:v>
                </c:pt>
                <c:pt idx="214" c:formatCode="yyyy/mm/dd">
                  <c:v>46158</c:v>
                </c:pt>
                <c:pt idx="215" c:formatCode="yyyy/mm/dd">
                  <c:v>46159</c:v>
                </c:pt>
                <c:pt idx="216" c:formatCode="yyyy/mm/dd">
                  <c:v>46160</c:v>
                </c:pt>
                <c:pt idx="217" c:formatCode="yyyy/mm/dd">
                  <c:v>46161</c:v>
                </c:pt>
                <c:pt idx="218" c:formatCode="yyyy/mm/dd">
                  <c:v>46162</c:v>
                </c:pt>
                <c:pt idx="219" c:formatCode="yyyy/mm/dd">
                  <c:v>46163</c:v>
                </c:pt>
                <c:pt idx="220" c:formatCode="yyyy/mm/dd">
                  <c:v>46164</c:v>
                </c:pt>
                <c:pt idx="221" c:formatCode="yyyy/mm/dd">
                  <c:v>46165</c:v>
                </c:pt>
                <c:pt idx="222" c:formatCode="yyyy/mm/dd">
                  <c:v>46166</c:v>
                </c:pt>
                <c:pt idx="223" c:formatCode="yyyy/mm/dd">
                  <c:v>46167</c:v>
                </c:pt>
                <c:pt idx="224" c:formatCode="yyyy/mm/dd">
                  <c:v>46168</c:v>
                </c:pt>
                <c:pt idx="225" c:formatCode="yyyy/mm/dd">
                  <c:v>46169</c:v>
                </c:pt>
                <c:pt idx="226" c:formatCode="yyyy/mm/dd">
                  <c:v>46170</c:v>
                </c:pt>
                <c:pt idx="227" c:formatCode="yyyy/mm/dd">
                  <c:v>46171</c:v>
                </c:pt>
                <c:pt idx="228" c:formatCode="yyyy/mm/dd">
                  <c:v>46172</c:v>
                </c:pt>
                <c:pt idx="229" c:formatCode="yyyy/mm/dd">
                  <c:v>46173</c:v>
                </c:pt>
                <c:pt idx="230" c:formatCode="yyyy/mm/dd">
                  <c:v>46174</c:v>
                </c:pt>
                <c:pt idx="231" c:formatCode="yyyy/mm/dd">
                  <c:v>46175</c:v>
                </c:pt>
                <c:pt idx="232" c:formatCode="yyyy/mm/dd">
                  <c:v>46176</c:v>
                </c:pt>
                <c:pt idx="233" c:formatCode="yyyy/mm/dd">
                  <c:v>46177</c:v>
                </c:pt>
                <c:pt idx="234" c:formatCode="yyyy/mm/dd">
                  <c:v>46178</c:v>
                </c:pt>
                <c:pt idx="235" c:formatCode="yyyy/mm/dd">
                  <c:v>46179</c:v>
                </c:pt>
                <c:pt idx="236" c:formatCode="yyyy/mm/dd">
                  <c:v>46180</c:v>
                </c:pt>
                <c:pt idx="237" c:formatCode="yyyy/mm/dd">
                  <c:v>46181</c:v>
                </c:pt>
                <c:pt idx="238" c:formatCode="yyyy/mm/dd">
                  <c:v>46182</c:v>
                </c:pt>
                <c:pt idx="239" c:formatCode="yyyy/mm/dd">
                  <c:v>46183</c:v>
                </c:pt>
                <c:pt idx="240" c:formatCode="yyyy/mm/dd">
                  <c:v>46184</c:v>
                </c:pt>
                <c:pt idx="241" c:formatCode="yyyy/mm/dd">
                  <c:v>46185</c:v>
                </c:pt>
                <c:pt idx="242" c:formatCode="yyyy/mm/dd">
                  <c:v>46186</c:v>
                </c:pt>
                <c:pt idx="243" c:formatCode="yyyy/mm/dd">
                  <c:v>46187</c:v>
                </c:pt>
                <c:pt idx="244" c:formatCode="yyyy/mm/dd">
                  <c:v>46188</c:v>
                </c:pt>
                <c:pt idx="245" c:formatCode="yyyy/mm/dd">
                  <c:v>46189</c:v>
                </c:pt>
                <c:pt idx="246" c:formatCode="yyyy/mm/dd">
                  <c:v>46190</c:v>
                </c:pt>
                <c:pt idx="247" c:formatCode="yyyy/mm/dd">
                  <c:v>46191</c:v>
                </c:pt>
                <c:pt idx="248" c:formatCode="yyyy/mm/dd">
                  <c:v>46192</c:v>
                </c:pt>
                <c:pt idx="249" c:formatCode="yyyy/mm/dd">
                  <c:v>46193</c:v>
                </c:pt>
                <c:pt idx="250" c:formatCode="yyyy/mm/dd">
                  <c:v>46194</c:v>
                </c:pt>
                <c:pt idx="251" c:formatCode="yyyy/mm/dd">
                  <c:v>46195</c:v>
                </c:pt>
                <c:pt idx="252" c:formatCode="yyyy/mm/dd">
                  <c:v>46196</c:v>
                </c:pt>
                <c:pt idx="253" c:formatCode="yyyy/mm/dd">
                  <c:v>46197</c:v>
                </c:pt>
              </c:numCache>
            </c:numRef>
          </c:cat>
          <c:val>
            <c:numRef>
              <c:f>'[20260624-产品一页通.xlsx]汇鑫1号'!$D$2:$D$255</c:f>
              <c:numCache>
                <c:formatCode>0.0000</c:formatCode>
                <c:ptCount val="254"/>
                <c:pt idx="0">
                  <c:v>0.99999425</c:v>
                </c:pt>
                <c:pt idx="1">
                  <c:v>0.99997698</c:v>
                </c:pt>
                <c:pt idx="2">
                  <c:v>0.99997123</c:v>
                </c:pt>
                <c:pt idx="3">
                  <c:v>0.99996547</c:v>
                </c:pt>
                <c:pt idx="4">
                  <c:v>0.99999866</c:v>
                </c:pt>
                <c:pt idx="5">
                  <c:v>1.00003182</c:v>
                </c:pt>
                <c:pt idx="6">
                  <c:v>1.00005348</c:v>
                </c:pt>
                <c:pt idx="7">
                  <c:v>1.00016458</c:v>
                </c:pt>
                <c:pt idx="8">
                  <c:v>1.00019831</c:v>
                </c:pt>
                <c:pt idx="9">
                  <c:v>1.00023197</c:v>
                </c:pt>
                <c:pt idx="10">
                  <c:v>1.00026537</c:v>
                </c:pt>
                <c:pt idx="11">
                  <c:v>1.00028668</c:v>
                </c:pt>
                <c:pt idx="12">
                  <c:v>1.00039633</c:v>
                </c:pt>
                <c:pt idx="13">
                  <c:v>1.00042929</c:v>
                </c:pt>
                <c:pt idx="14">
                  <c:v>1.00046225</c:v>
                </c:pt>
                <c:pt idx="15">
                  <c:v>1.00049447</c:v>
                </c:pt>
                <c:pt idx="16">
                  <c:v>1.00051565</c:v>
                </c:pt>
                <c:pt idx="17">
                  <c:v>1.00062417</c:v>
                </c:pt>
                <c:pt idx="18">
                  <c:v>1.00065729</c:v>
                </c:pt>
                <c:pt idx="19">
                  <c:v>1.00069039</c:v>
                </c:pt>
                <c:pt idx="20">
                  <c:v>1.00072343</c:v>
                </c:pt>
                <c:pt idx="21">
                  <c:v>1.00074368</c:v>
                </c:pt>
                <c:pt idx="22">
                  <c:v>1.00085213</c:v>
                </c:pt>
                <c:pt idx="23">
                  <c:v>1.00088474</c:v>
                </c:pt>
                <c:pt idx="24">
                  <c:v>1.00091751</c:v>
                </c:pt>
                <c:pt idx="25">
                  <c:v>1.00279169</c:v>
                </c:pt>
                <c:pt idx="26">
                  <c:v>1.00354126</c:v>
                </c:pt>
                <c:pt idx="27">
                  <c:v>1.00391892</c:v>
                </c:pt>
                <c:pt idx="28">
                  <c:v>1.00410486</c:v>
                </c:pt>
                <c:pt idx="29">
                  <c:v>1.00371565</c:v>
                </c:pt>
                <c:pt idx="30">
                  <c:v>1.0039016</c:v>
                </c:pt>
                <c:pt idx="31">
                  <c:v>1.00455529</c:v>
                </c:pt>
                <c:pt idx="32">
                  <c:v>1.00454951</c:v>
                </c:pt>
                <c:pt idx="33">
                  <c:v>1.00463958</c:v>
                </c:pt>
                <c:pt idx="34">
                  <c:v>1.00472966</c:v>
                </c:pt>
                <c:pt idx="35">
                  <c:v>1.00453217</c:v>
                </c:pt>
                <c:pt idx="36">
                  <c:v>1.00489827</c:v>
                </c:pt>
                <c:pt idx="37">
                  <c:v>1.00479663</c:v>
                </c:pt>
                <c:pt idx="38">
                  <c:v>1.00431155</c:v>
                </c:pt>
                <c:pt idx="39">
                  <c:v>1.00430577</c:v>
                </c:pt>
                <c:pt idx="40">
                  <c:v>1.0043</c:v>
                </c:pt>
                <c:pt idx="41">
                  <c:v>1.00476196</c:v>
                </c:pt>
                <c:pt idx="42">
                  <c:v>1.0049479</c:v>
                </c:pt>
                <c:pt idx="43">
                  <c:v>1.00513384</c:v>
                </c:pt>
                <c:pt idx="44">
                  <c:v>1.0050322</c:v>
                </c:pt>
                <c:pt idx="45">
                  <c:v>1.00473884</c:v>
                </c:pt>
                <c:pt idx="46">
                  <c:v>1.00504328</c:v>
                </c:pt>
                <c:pt idx="47">
                  <c:v>1.00474992</c:v>
                </c:pt>
                <c:pt idx="48">
                  <c:v>1.00464828</c:v>
                </c:pt>
                <c:pt idx="49">
                  <c:v>1.00474638</c:v>
                </c:pt>
                <c:pt idx="50">
                  <c:v>1.00516474</c:v>
                </c:pt>
                <c:pt idx="51">
                  <c:v>1.00515895</c:v>
                </c:pt>
                <c:pt idx="52">
                  <c:v>1.00570785</c:v>
                </c:pt>
                <c:pt idx="53">
                  <c:v>1.00595453</c:v>
                </c:pt>
                <c:pt idx="54">
                  <c:v>1.00649827</c:v>
                </c:pt>
                <c:pt idx="55">
                  <c:v>1.00634605</c:v>
                </c:pt>
                <c:pt idx="56">
                  <c:v>1.00668213</c:v>
                </c:pt>
                <c:pt idx="57">
                  <c:v>1.00673316</c:v>
                </c:pt>
                <c:pt idx="58">
                  <c:v>1.00682331</c:v>
                </c:pt>
                <c:pt idx="59">
                  <c:v>1.00701444</c:v>
                </c:pt>
                <c:pt idx="60">
                  <c:v>1.00745802</c:v>
                </c:pt>
                <c:pt idx="61">
                  <c:v>1.00743559</c:v>
                </c:pt>
                <c:pt idx="62">
                  <c:v>1.00762167</c:v>
                </c:pt>
                <c:pt idx="63">
                  <c:v>1.00786328</c:v>
                </c:pt>
                <c:pt idx="64">
                  <c:v>1.00795342</c:v>
                </c:pt>
                <c:pt idx="65">
                  <c:v>1.00758408</c:v>
                </c:pt>
                <c:pt idx="66">
                  <c:v>1.00757829</c:v>
                </c:pt>
                <c:pt idx="67">
                  <c:v>1.00757249</c:v>
                </c:pt>
                <c:pt idx="68">
                  <c:v>1.0078545</c:v>
                </c:pt>
                <c:pt idx="69">
                  <c:v>1.00867678</c:v>
                </c:pt>
                <c:pt idx="70">
                  <c:v>1.00919609</c:v>
                </c:pt>
                <c:pt idx="71">
                  <c:v>1.00977599</c:v>
                </c:pt>
                <c:pt idx="72">
                  <c:v>1.01046193</c:v>
                </c:pt>
                <c:pt idx="73">
                  <c:v>1.01056877</c:v>
                </c:pt>
                <c:pt idx="74">
                  <c:v>1.01054129</c:v>
                </c:pt>
                <c:pt idx="75">
                  <c:v>1.01066984</c:v>
                </c:pt>
                <c:pt idx="76">
                  <c:v>1.01045847</c:v>
                </c:pt>
                <c:pt idx="77">
                  <c:v>1.01033068</c:v>
                </c:pt>
                <c:pt idx="78">
                  <c:v>1.01032487</c:v>
                </c:pt>
                <c:pt idx="79">
                  <c:v>1.01031906</c:v>
                </c:pt>
                <c:pt idx="80">
                  <c:v>1.01064326</c:v>
                </c:pt>
                <c:pt idx="81">
                  <c:v>1.01107952</c:v>
                </c:pt>
                <c:pt idx="82">
                  <c:v>1.01140867</c:v>
                </c:pt>
                <c:pt idx="83">
                  <c:v>1.01150563</c:v>
                </c:pt>
                <c:pt idx="84">
                  <c:v>1.01167504</c:v>
                </c:pt>
                <c:pt idx="85">
                  <c:v>1.0116634</c:v>
                </c:pt>
                <c:pt idx="86">
                  <c:v>1.0116634</c:v>
                </c:pt>
                <c:pt idx="87">
                  <c:v>1.0116634</c:v>
                </c:pt>
                <c:pt idx="88">
                  <c:v>1.01217445</c:v>
                </c:pt>
                <c:pt idx="89">
                  <c:v>1.01257603</c:v>
                </c:pt>
                <c:pt idx="90">
                  <c:v>1.01271026</c:v>
                </c:pt>
                <c:pt idx="91">
                  <c:v>1.01270555</c:v>
                </c:pt>
                <c:pt idx="92">
                  <c:v>1.01229418</c:v>
                </c:pt>
                <c:pt idx="93">
                  <c:v>1.01237837</c:v>
                </c:pt>
                <c:pt idx="94">
                  <c:v>1.01248729</c:v>
                </c:pt>
                <c:pt idx="95">
                  <c:v>1.01247565</c:v>
                </c:pt>
                <c:pt idx="96">
                  <c:v>1.01295797</c:v>
                </c:pt>
                <c:pt idx="97">
                  <c:v>1.01286559</c:v>
                </c:pt>
                <c:pt idx="98">
                  <c:v>1.01283059</c:v>
                </c:pt>
                <c:pt idx="99">
                  <c:v>1.01184155</c:v>
                </c:pt>
                <c:pt idx="100">
                  <c:v>1.01248511</c:v>
                </c:pt>
                <c:pt idx="101">
                  <c:v>1.01253837</c:v>
                </c:pt>
                <c:pt idx="102">
                  <c:v>1.01312208</c:v>
                </c:pt>
                <c:pt idx="103">
                  <c:v>1.01360984</c:v>
                </c:pt>
                <c:pt idx="104">
                  <c:v>1.01437011</c:v>
                </c:pt>
                <c:pt idx="105">
                  <c:v>1.01407693</c:v>
                </c:pt>
                <c:pt idx="106">
                  <c:v>1.01365883</c:v>
                </c:pt>
                <c:pt idx="107">
                  <c:v>1.01414065</c:v>
                </c:pt>
                <c:pt idx="108">
                  <c:v>1.01482821</c:v>
                </c:pt>
                <c:pt idx="109">
                  <c:v>1.01529569</c:v>
                </c:pt>
                <c:pt idx="110">
                  <c:v>1.01631214</c:v>
                </c:pt>
                <c:pt idx="111">
                  <c:v>1.01614403</c:v>
                </c:pt>
                <c:pt idx="112">
                  <c:v>1.01668667</c:v>
                </c:pt>
                <c:pt idx="113">
                  <c:v>1.01677974</c:v>
                </c:pt>
                <c:pt idx="114">
                  <c:v>1.01677983</c:v>
                </c:pt>
                <c:pt idx="115">
                  <c:v>1.01704056</c:v>
                </c:pt>
                <c:pt idx="116">
                  <c:v>1.01654971</c:v>
                </c:pt>
                <c:pt idx="117">
                  <c:v>1.01657701</c:v>
                </c:pt>
                <c:pt idx="118">
                  <c:v>1.01630656</c:v>
                </c:pt>
                <c:pt idx="119">
                  <c:v>1.01628319</c:v>
                </c:pt>
                <c:pt idx="120">
                  <c:v>1.01659635</c:v>
                </c:pt>
                <c:pt idx="121">
                  <c:v>1.01567527</c:v>
                </c:pt>
                <c:pt idx="122">
                  <c:v>1.01544343</c:v>
                </c:pt>
                <c:pt idx="123">
                  <c:v>1.0159609</c:v>
                </c:pt>
                <c:pt idx="124">
                  <c:v>1.01598799</c:v>
                </c:pt>
                <c:pt idx="125">
                  <c:v>1.01660679</c:v>
                </c:pt>
                <c:pt idx="126">
                  <c:v>1.01677145</c:v>
                </c:pt>
                <c:pt idx="127">
                  <c:v>1.01711693</c:v>
                </c:pt>
                <c:pt idx="128">
                  <c:v>1.01757691</c:v>
                </c:pt>
                <c:pt idx="129">
                  <c:v>1.01806538</c:v>
                </c:pt>
                <c:pt idx="130">
                  <c:v>1.0185731</c:v>
                </c:pt>
                <c:pt idx="131">
                  <c:v>1.01921241</c:v>
                </c:pt>
                <c:pt idx="132">
                  <c:v>1.01947091</c:v>
                </c:pt>
                <c:pt idx="133">
                  <c:v>1.01942132</c:v>
                </c:pt>
                <c:pt idx="134">
                  <c:v>1.01973731</c:v>
                </c:pt>
                <c:pt idx="135">
                  <c:v>1.02023566</c:v>
                </c:pt>
                <c:pt idx="136">
                  <c:v>1.02010695</c:v>
                </c:pt>
                <c:pt idx="137">
                  <c:v>1.02031189</c:v>
                </c:pt>
                <c:pt idx="138">
                  <c:v>1.02050355</c:v>
                </c:pt>
                <c:pt idx="139">
                  <c:v>1.0204402</c:v>
                </c:pt>
                <c:pt idx="140">
                  <c:v>1.02043433</c:v>
                </c:pt>
                <c:pt idx="141">
                  <c:v>1.02075821</c:v>
                </c:pt>
                <c:pt idx="142">
                  <c:v>1.02084325</c:v>
                </c:pt>
                <c:pt idx="143">
                  <c:v>1.02118822</c:v>
                </c:pt>
                <c:pt idx="144">
                  <c:v>1.02192923</c:v>
                </c:pt>
                <c:pt idx="145">
                  <c:v>1.02251792</c:v>
                </c:pt>
                <c:pt idx="146">
                  <c:v>1.02046947</c:v>
                </c:pt>
                <c:pt idx="147">
                  <c:v>1.02046947</c:v>
                </c:pt>
                <c:pt idx="148">
                  <c:v>1.02378786</c:v>
                </c:pt>
                <c:pt idx="149">
                  <c:v>1.02404468</c:v>
                </c:pt>
                <c:pt idx="150">
                  <c:v>1.02417779</c:v>
                </c:pt>
                <c:pt idx="151">
                  <c:v>1.0241719</c:v>
                </c:pt>
                <c:pt idx="152">
                  <c:v>1.02534552</c:v>
                </c:pt>
                <c:pt idx="153">
                  <c:v>1.0248278</c:v>
                </c:pt>
                <c:pt idx="154">
                  <c:v>1.02487033</c:v>
                </c:pt>
                <c:pt idx="155">
                  <c:v>1.02530447</c:v>
                </c:pt>
                <c:pt idx="156">
                  <c:v>1.02529857</c:v>
                </c:pt>
                <c:pt idx="157">
                  <c:v>1.02653613</c:v>
                </c:pt>
                <c:pt idx="158">
                  <c:v>1.02679777</c:v>
                </c:pt>
                <c:pt idx="159">
                  <c:v>1.0269885</c:v>
                </c:pt>
                <c:pt idx="160">
                  <c:v>1.02731953</c:v>
                </c:pt>
                <c:pt idx="161">
                  <c:v>1.02763133</c:v>
                </c:pt>
                <c:pt idx="162">
                  <c:v>1.02737833</c:v>
                </c:pt>
                <c:pt idx="163">
                  <c:v>1.02765624</c:v>
                </c:pt>
                <c:pt idx="164">
                  <c:v>1.02773822</c:v>
                </c:pt>
                <c:pt idx="165">
                  <c:v>1.0280507</c:v>
                </c:pt>
                <c:pt idx="166">
                  <c:v>1.02829169</c:v>
                </c:pt>
                <c:pt idx="167">
                  <c:v>1.0282337</c:v>
                </c:pt>
                <c:pt idx="168">
                  <c:v>1.02865948</c:v>
                </c:pt>
                <c:pt idx="169">
                  <c:v>1.02959416</c:v>
                </c:pt>
                <c:pt idx="170">
                  <c:v>1.02999063</c:v>
                </c:pt>
                <c:pt idx="171">
                  <c:v>1.02986832</c:v>
                </c:pt>
                <c:pt idx="172">
                  <c:v>1.03002279</c:v>
                </c:pt>
                <c:pt idx="173">
                  <c:v>1.03114614</c:v>
                </c:pt>
                <c:pt idx="174">
                  <c:v>1.03141847</c:v>
                </c:pt>
                <c:pt idx="175">
                  <c:v>1.03204188</c:v>
                </c:pt>
                <c:pt idx="176">
                  <c:v>1.03230001</c:v>
                </c:pt>
                <c:pt idx="177">
                  <c:v>1.03383953</c:v>
                </c:pt>
                <c:pt idx="178">
                  <c:v>1.03348796</c:v>
                </c:pt>
                <c:pt idx="179">
                  <c:v>1.0329677</c:v>
                </c:pt>
                <c:pt idx="180">
                  <c:v>1.03276813</c:v>
                </c:pt>
                <c:pt idx="181">
                  <c:v>1.03805709</c:v>
                </c:pt>
                <c:pt idx="182">
                  <c:v>1.03897998</c:v>
                </c:pt>
                <c:pt idx="183">
                  <c:v>1.03932582</c:v>
                </c:pt>
                <c:pt idx="184">
                  <c:v>1.03964045</c:v>
                </c:pt>
                <c:pt idx="185">
                  <c:v>1.0400241</c:v>
                </c:pt>
                <c:pt idx="186">
                  <c:v>1.04083693</c:v>
                </c:pt>
                <c:pt idx="187">
                  <c:v>1.04137726</c:v>
                </c:pt>
                <c:pt idx="188">
                  <c:v>1.0417012</c:v>
                </c:pt>
                <c:pt idx="189">
                  <c:v>1.04169261</c:v>
                </c:pt>
                <c:pt idx="190">
                  <c:v>1.04249806</c:v>
                </c:pt>
                <c:pt idx="191">
                  <c:v>1.04313576</c:v>
                </c:pt>
                <c:pt idx="192">
                  <c:v>1.04362619</c:v>
                </c:pt>
                <c:pt idx="193">
                  <c:v>1.04412782</c:v>
                </c:pt>
                <c:pt idx="194">
                  <c:v>1.04396211</c:v>
                </c:pt>
                <c:pt idx="195">
                  <c:v>1.04376921</c:v>
                </c:pt>
                <c:pt idx="196">
                  <c:v>1.04355725</c:v>
                </c:pt>
                <c:pt idx="197">
                  <c:v>1.04403757</c:v>
                </c:pt>
                <c:pt idx="198">
                  <c:v>1.04478014</c:v>
                </c:pt>
                <c:pt idx="199">
                  <c:v>1.04475101</c:v>
                </c:pt>
                <c:pt idx="200">
                  <c:v>1.04474501</c:v>
                </c:pt>
                <c:pt idx="201">
                  <c:v>1.04473901</c:v>
                </c:pt>
                <c:pt idx="202">
                  <c:v>1.04473301</c:v>
                </c:pt>
                <c:pt idx="203">
                  <c:v>1.04472701</c:v>
                </c:pt>
                <c:pt idx="204">
                  <c:v>1.04472101</c:v>
                </c:pt>
                <c:pt idx="205">
                  <c:v>1.04508887</c:v>
                </c:pt>
                <c:pt idx="206">
                  <c:v>1.04552537</c:v>
                </c:pt>
                <c:pt idx="207">
                  <c:v>1.04599647</c:v>
                </c:pt>
                <c:pt idx="208">
                  <c:v>1.04599046</c:v>
                </c:pt>
                <c:pt idx="209">
                  <c:v>1.04694408</c:v>
                </c:pt>
                <c:pt idx="210">
                  <c:v>1.04753367</c:v>
                </c:pt>
                <c:pt idx="211">
                  <c:v>1.04793666</c:v>
                </c:pt>
                <c:pt idx="212">
                  <c:v>1.04768458</c:v>
                </c:pt>
                <c:pt idx="213">
                  <c:v>1.04751361</c:v>
                </c:pt>
                <c:pt idx="214">
                  <c:v>1.04750759</c:v>
                </c:pt>
                <c:pt idx="215">
                  <c:v>1.04750158</c:v>
                </c:pt>
                <c:pt idx="216">
                  <c:v>1.04824354</c:v>
                </c:pt>
                <c:pt idx="217">
                  <c:v>1.04895526</c:v>
                </c:pt>
                <c:pt idx="218">
                  <c:v>1.04912315</c:v>
                </c:pt>
                <c:pt idx="219">
                  <c:v>1.04919137</c:v>
                </c:pt>
                <c:pt idx="220">
                  <c:v>1.0493801</c:v>
                </c:pt>
                <c:pt idx="221">
                  <c:v>1.04937408</c:v>
                </c:pt>
                <c:pt idx="222">
                  <c:v>1.04936806</c:v>
                </c:pt>
                <c:pt idx="223">
                  <c:v>1.05019163</c:v>
                </c:pt>
                <c:pt idx="224">
                  <c:v>1.05076096</c:v>
                </c:pt>
                <c:pt idx="225">
                  <c:v>1.05195948</c:v>
                </c:pt>
                <c:pt idx="226">
                  <c:v>1.05252784</c:v>
                </c:pt>
                <c:pt idx="227">
                  <c:v>1.05276689</c:v>
                </c:pt>
                <c:pt idx="228">
                  <c:v>1.05276085</c:v>
                </c:pt>
                <c:pt idx="229">
                  <c:v>1.05275481</c:v>
                </c:pt>
                <c:pt idx="230">
                  <c:v>1.0533353</c:v>
                </c:pt>
                <c:pt idx="231">
                  <c:v>1.05371487</c:v>
                </c:pt>
                <c:pt idx="232">
                  <c:v>1.05342497</c:v>
                </c:pt>
                <c:pt idx="233">
                  <c:v>1.05387738</c:v>
                </c:pt>
                <c:pt idx="234">
                  <c:v>1.05367061</c:v>
                </c:pt>
                <c:pt idx="235">
                  <c:v>1.05366456</c:v>
                </c:pt>
                <c:pt idx="236">
                  <c:v>1.05365851</c:v>
                </c:pt>
                <c:pt idx="237">
                  <c:v>1.05352947</c:v>
                </c:pt>
                <c:pt idx="238">
                  <c:v>1.05334826</c:v>
                </c:pt>
                <c:pt idx="239">
                  <c:v>1.05304662</c:v>
                </c:pt>
                <c:pt idx="240">
                  <c:v>1.05279523</c:v>
                </c:pt>
                <c:pt idx="241">
                  <c:v>1.05314542</c:v>
                </c:pt>
                <c:pt idx="242">
                  <c:v>1.05313938</c:v>
                </c:pt>
                <c:pt idx="243">
                  <c:v>1.05313334</c:v>
                </c:pt>
                <c:pt idx="244">
                  <c:v>1.05367379</c:v>
                </c:pt>
                <c:pt idx="245">
                  <c:v>1.05450322</c:v>
                </c:pt>
                <c:pt idx="246">
                  <c:v>1.05513677</c:v>
                </c:pt>
                <c:pt idx="247">
                  <c:v>1.055707</c:v>
                </c:pt>
                <c:pt idx="248">
                  <c:v>1.05570094</c:v>
                </c:pt>
                <c:pt idx="249">
                  <c:v>1.05569488</c:v>
                </c:pt>
                <c:pt idx="250">
                  <c:v>1.05577092</c:v>
                </c:pt>
                <c:pt idx="251">
                  <c:v>1.05621528</c:v>
                </c:pt>
                <c:pt idx="252">
                  <c:v>1.05579858</c:v>
                </c:pt>
                <c:pt idx="253">
                  <c:v>1.05621111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0"/>
        <c:smooth val="0"/>
        <c:axId val="576340255"/>
        <c:axId val="576334495"/>
      </c:lineChart>
      <c:lineChart>
        <c:grouping val="standard"/>
        <c:varyColors val="0"/>
        <c:ser>
          <c:idx val="1"/>
          <c:order val="1"/>
          <c:tx>
            <c:strRef>
              <c:f>汇鑫1号-成立以来年化收益率</c:f>
              <c:strCache>
                <c:ptCount val="1"/>
                <c:pt idx="0">
                  <c:v>汇鑫1号-成立以来年化收益率</c:v>
                </c:pt>
              </c:strCache>
            </c:strRef>
          </c:tx>
          <c:spPr>
            <a:ln w="28575" cap="rnd" cmpd="sng" algn="ctr">
              <a:solidFill>
                <a:srgbClr val="B29A73"/>
              </a:solidFill>
              <a:prstDash val="solid"/>
              <a:round/>
            </a:ln>
          </c:spPr>
          <c:marker>
            <c:symbol val="none"/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dLbl>
              <c:idx val="27"/>
              <c:delete val="1"/>
            </c:dLbl>
            <c:dLbl>
              <c:idx val="28"/>
              <c:delete val="1"/>
            </c:dLbl>
            <c:dLbl>
              <c:idx val="29"/>
              <c:delete val="1"/>
            </c:dLbl>
            <c:dLbl>
              <c:idx val="30"/>
              <c:delete val="1"/>
            </c:dLbl>
            <c:dLbl>
              <c:idx val="31"/>
              <c:delete val="1"/>
            </c:dLbl>
            <c:dLbl>
              <c:idx val="32"/>
              <c:delete val="1"/>
            </c:dLbl>
            <c:dLbl>
              <c:idx val="33"/>
              <c:delete val="1"/>
            </c:dLbl>
            <c:dLbl>
              <c:idx val="34"/>
              <c:delete val="1"/>
            </c:dLbl>
            <c:dLbl>
              <c:idx val="35"/>
              <c:delete val="1"/>
            </c:dLbl>
            <c:dLbl>
              <c:idx val="36"/>
              <c:delete val="1"/>
            </c:dLbl>
            <c:dLbl>
              <c:idx val="37"/>
              <c:delete val="1"/>
            </c:dLbl>
            <c:dLbl>
              <c:idx val="38"/>
              <c:delete val="1"/>
            </c:dLbl>
            <c:dLbl>
              <c:idx val="39"/>
              <c:delete val="1"/>
            </c:dLbl>
            <c:dLbl>
              <c:idx val="40"/>
              <c:delete val="1"/>
            </c:dLbl>
            <c:dLbl>
              <c:idx val="41"/>
              <c:delete val="1"/>
            </c:dLbl>
            <c:dLbl>
              <c:idx val="42"/>
              <c:delete val="1"/>
            </c:dLbl>
            <c:dLbl>
              <c:idx val="43"/>
              <c:delete val="1"/>
            </c:dLbl>
            <c:dLbl>
              <c:idx val="44"/>
              <c:delete val="1"/>
            </c:dLbl>
            <c:dLbl>
              <c:idx val="45"/>
              <c:delete val="1"/>
            </c:dLbl>
            <c:dLbl>
              <c:idx val="46"/>
              <c:delete val="1"/>
            </c:dLbl>
            <c:dLbl>
              <c:idx val="47"/>
              <c:delete val="1"/>
            </c:dLbl>
            <c:dLbl>
              <c:idx val="48"/>
              <c:delete val="1"/>
            </c:dLbl>
            <c:dLbl>
              <c:idx val="49"/>
              <c:delete val="1"/>
            </c:dLbl>
            <c:dLbl>
              <c:idx val="50"/>
              <c:delete val="1"/>
            </c:dLbl>
            <c:dLbl>
              <c:idx val="51"/>
              <c:delete val="1"/>
            </c:dLbl>
            <c:dLbl>
              <c:idx val="52"/>
              <c:delete val="1"/>
            </c:dLbl>
            <c:dLbl>
              <c:idx val="53"/>
              <c:delete val="1"/>
            </c:dLbl>
            <c:dLbl>
              <c:idx val="54"/>
              <c:delete val="1"/>
            </c:dLbl>
            <c:dLbl>
              <c:idx val="55"/>
              <c:delete val="1"/>
            </c:dLbl>
            <c:dLbl>
              <c:idx val="56"/>
              <c:delete val="1"/>
            </c:dLbl>
            <c:dLbl>
              <c:idx val="57"/>
              <c:delete val="1"/>
            </c:dLbl>
            <c:dLbl>
              <c:idx val="58"/>
              <c:delete val="1"/>
            </c:dLbl>
            <c:dLbl>
              <c:idx val="59"/>
              <c:delete val="1"/>
            </c:dLbl>
            <c:dLbl>
              <c:idx val="60"/>
              <c:delete val="1"/>
            </c:dLbl>
            <c:dLbl>
              <c:idx val="61"/>
              <c:delete val="1"/>
            </c:dLbl>
            <c:dLbl>
              <c:idx val="62"/>
              <c:delete val="1"/>
            </c:dLbl>
            <c:dLbl>
              <c:idx val="63"/>
              <c:delete val="1"/>
            </c:dLbl>
            <c:dLbl>
              <c:idx val="64"/>
              <c:delete val="1"/>
            </c:dLbl>
            <c:dLbl>
              <c:idx val="65"/>
              <c:delete val="1"/>
            </c:dLbl>
            <c:dLbl>
              <c:idx val="66"/>
              <c:delete val="1"/>
            </c:dLbl>
            <c:dLbl>
              <c:idx val="67"/>
              <c:delete val="1"/>
            </c:dLbl>
            <c:dLbl>
              <c:idx val="68"/>
              <c:delete val="1"/>
            </c:dLbl>
            <c:dLbl>
              <c:idx val="69"/>
              <c:delete val="1"/>
            </c:dLbl>
            <c:dLbl>
              <c:idx val="70"/>
              <c:delete val="1"/>
            </c:dLbl>
            <c:dLbl>
              <c:idx val="71"/>
              <c:delete val="1"/>
            </c:dLbl>
            <c:dLbl>
              <c:idx val="72"/>
              <c:delete val="1"/>
            </c:dLbl>
            <c:dLbl>
              <c:idx val="73"/>
              <c:delete val="1"/>
            </c:dLbl>
            <c:dLbl>
              <c:idx val="74"/>
              <c:delete val="1"/>
            </c:dLbl>
            <c:dLbl>
              <c:idx val="75"/>
              <c:delete val="1"/>
            </c:dLbl>
            <c:dLbl>
              <c:idx val="76"/>
              <c:delete val="1"/>
            </c:dLbl>
            <c:dLbl>
              <c:idx val="77"/>
              <c:delete val="1"/>
            </c:dLbl>
            <c:dLbl>
              <c:idx val="78"/>
              <c:delete val="1"/>
            </c:dLbl>
            <c:dLbl>
              <c:idx val="79"/>
              <c:delete val="1"/>
            </c:dLbl>
            <c:dLbl>
              <c:idx val="80"/>
              <c:delete val="1"/>
            </c:dLbl>
            <c:dLbl>
              <c:idx val="81"/>
              <c:delete val="1"/>
            </c:dLbl>
            <c:dLbl>
              <c:idx val="82"/>
              <c:delete val="1"/>
            </c:dLbl>
            <c:dLbl>
              <c:idx val="83"/>
              <c:delete val="1"/>
            </c:dLbl>
            <c:dLbl>
              <c:idx val="84"/>
              <c:delete val="1"/>
            </c:dLbl>
            <c:dLbl>
              <c:idx val="85"/>
              <c:delete val="1"/>
            </c:dLbl>
            <c:dLbl>
              <c:idx val="86"/>
              <c:delete val="1"/>
            </c:dLbl>
            <c:dLbl>
              <c:idx val="87"/>
              <c:delete val="1"/>
            </c:dLbl>
            <c:dLbl>
              <c:idx val="88"/>
              <c:delete val="1"/>
            </c:dLbl>
            <c:dLbl>
              <c:idx val="89"/>
              <c:delete val="1"/>
            </c:dLbl>
            <c:dLbl>
              <c:idx val="90"/>
              <c:delete val="1"/>
            </c:dLbl>
            <c:dLbl>
              <c:idx val="91"/>
              <c:delete val="1"/>
            </c:dLbl>
            <c:dLbl>
              <c:idx val="92"/>
              <c:delete val="1"/>
            </c:dLbl>
            <c:dLbl>
              <c:idx val="93"/>
              <c:delete val="1"/>
            </c:dLbl>
            <c:dLbl>
              <c:idx val="94"/>
              <c:delete val="1"/>
            </c:dLbl>
            <c:dLbl>
              <c:idx val="95"/>
              <c:delete val="1"/>
            </c:dLbl>
            <c:dLbl>
              <c:idx val="96"/>
              <c:delete val="1"/>
            </c:dLbl>
            <c:dLbl>
              <c:idx val="97"/>
              <c:delete val="1"/>
            </c:dLbl>
            <c:dLbl>
              <c:idx val="98"/>
              <c:delete val="1"/>
            </c:dLbl>
            <c:dLbl>
              <c:idx val="99"/>
              <c:delete val="1"/>
            </c:dLbl>
            <c:dLbl>
              <c:idx val="100"/>
              <c:delete val="1"/>
            </c:dLbl>
            <c:dLbl>
              <c:idx val="101"/>
              <c:delete val="1"/>
            </c:dLbl>
            <c:dLbl>
              <c:idx val="102"/>
              <c:delete val="1"/>
            </c:dLbl>
            <c:dLbl>
              <c:idx val="103"/>
              <c:delete val="1"/>
            </c:dLbl>
            <c:dLbl>
              <c:idx val="104"/>
              <c:delete val="1"/>
            </c:dLbl>
            <c:dLbl>
              <c:idx val="105"/>
              <c:delete val="1"/>
            </c:dLbl>
            <c:dLbl>
              <c:idx val="106"/>
              <c:delete val="1"/>
            </c:dLbl>
            <c:dLbl>
              <c:idx val="107"/>
              <c:delete val="1"/>
            </c:dLbl>
            <c:dLbl>
              <c:idx val="108"/>
              <c:delete val="1"/>
            </c:dLbl>
            <c:dLbl>
              <c:idx val="109"/>
              <c:delete val="1"/>
            </c:dLbl>
            <c:dLbl>
              <c:idx val="110"/>
              <c:delete val="1"/>
            </c:dLbl>
            <c:dLbl>
              <c:idx val="111"/>
              <c:delete val="1"/>
            </c:dLbl>
            <c:dLbl>
              <c:idx val="112"/>
              <c:delete val="1"/>
            </c:dLbl>
            <c:dLbl>
              <c:idx val="113"/>
              <c:delete val="1"/>
            </c:dLbl>
            <c:dLbl>
              <c:idx val="114"/>
              <c:delete val="1"/>
            </c:dLbl>
            <c:dLbl>
              <c:idx val="115"/>
              <c:delete val="1"/>
            </c:dLbl>
            <c:dLbl>
              <c:idx val="116"/>
              <c:delete val="1"/>
            </c:dLbl>
            <c:dLbl>
              <c:idx val="117"/>
              <c:delete val="1"/>
            </c:dLbl>
            <c:dLbl>
              <c:idx val="118"/>
              <c:delete val="1"/>
            </c:dLbl>
            <c:dLbl>
              <c:idx val="119"/>
              <c:delete val="1"/>
            </c:dLbl>
            <c:dLbl>
              <c:idx val="120"/>
              <c:delete val="1"/>
            </c:dLbl>
            <c:dLbl>
              <c:idx val="121"/>
              <c:delete val="1"/>
            </c:dLbl>
            <c:dLbl>
              <c:idx val="122"/>
              <c:delete val="1"/>
            </c:dLbl>
            <c:dLbl>
              <c:idx val="123"/>
              <c:delete val="1"/>
            </c:dLbl>
            <c:dLbl>
              <c:idx val="124"/>
              <c:delete val="1"/>
            </c:dLbl>
            <c:dLbl>
              <c:idx val="125"/>
              <c:delete val="1"/>
            </c:dLbl>
            <c:dLbl>
              <c:idx val="126"/>
              <c:delete val="1"/>
            </c:dLbl>
            <c:dLbl>
              <c:idx val="127"/>
              <c:delete val="1"/>
            </c:dLbl>
            <c:dLbl>
              <c:idx val="128"/>
              <c:delete val="1"/>
            </c:dLbl>
            <c:dLbl>
              <c:idx val="129"/>
              <c:delete val="1"/>
            </c:dLbl>
            <c:dLbl>
              <c:idx val="130"/>
              <c:delete val="1"/>
            </c:dLbl>
            <c:dLbl>
              <c:idx val="131"/>
              <c:delete val="1"/>
            </c:dLbl>
            <c:dLbl>
              <c:idx val="132"/>
              <c:delete val="1"/>
            </c:dLbl>
            <c:dLbl>
              <c:idx val="133"/>
              <c:delete val="1"/>
            </c:dLbl>
            <c:dLbl>
              <c:idx val="134"/>
              <c:delete val="1"/>
            </c:dLbl>
            <c:dLbl>
              <c:idx val="135"/>
              <c:delete val="1"/>
            </c:dLbl>
            <c:dLbl>
              <c:idx val="136"/>
              <c:delete val="1"/>
            </c:dLbl>
            <c:dLbl>
              <c:idx val="137"/>
              <c:delete val="1"/>
            </c:dLbl>
            <c:dLbl>
              <c:idx val="138"/>
              <c:delete val="1"/>
            </c:dLbl>
            <c:dLbl>
              <c:idx val="139"/>
              <c:delete val="1"/>
            </c:dLbl>
            <c:dLbl>
              <c:idx val="140"/>
              <c:delete val="1"/>
            </c:dLbl>
            <c:dLbl>
              <c:idx val="141"/>
              <c:delete val="1"/>
            </c:dLbl>
            <c:dLbl>
              <c:idx val="142"/>
              <c:delete val="1"/>
            </c:dLbl>
            <c:dLbl>
              <c:idx val="143"/>
              <c:delete val="1"/>
            </c:dLbl>
            <c:dLbl>
              <c:idx val="144"/>
              <c:delete val="1"/>
            </c:dLbl>
            <c:dLbl>
              <c:idx val="145"/>
              <c:delete val="1"/>
            </c:dLbl>
            <c:dLbl>
              <c:idx val="146"/>
              <c:delete val="1"/>
            </c:dLbl>
            <c:dLbl>
              <c:idx val="147"/>
              <c:delete val="1"/>
            </c:dLbl>
            <c:dLbl>
              <c:idx val="148"/>
              <c:delete val="1"/>
            </c:dLbl>
            <c:dLbl>
              <c:idx val="149"/>
              <c:delete val="1"/>
            </c:dLbl>
            <c:dLbl>
              <c:idx val="150"/>
              <c:delete val="1"/>
            </c:dLbl>
            <c:dLbl>
              <c:idx val="151"/>
              <c:delete val="1"/>
            </c:dLbl>
            <c:dLbl>
              <c:idx val="152"/>
              <c:delete val="1"/>
            </c:dLbl>
            <c:dLbl>
              <c:idx val="153"/>
              <c:delete val="1"/>
            </c:dLbl>
            <c:dLbl>
              <c:idx val="154"/>
              <c:delete val="1"/>
            </c:dLbl>
            <c:dLbl>
              <c:idx val="155"/>
              <c:delete val="1"/>
            </c:dLbl>
            <c:dLbl>
              <c:idx val="156"/>
              <c:delete val="1"/>
            </c:dLbl>
            <c:dLbl>
              <c:idx val="157"/>
              <c:delete val="1"/>
            </c:dLbl>
            <c:dLbl>
              <c:idx val="158"/>
              <c:delete val="1"/>
            </c:dLbl>
            <c:dLbl>
              <c:idx val="159"/>
              <c:delete val="1"/>
            </c:dLbl>
            <c:dLbl>
              <c:idx val="160"/>
              <c:delete val="1"/>
            </c:dLbl>
            <c:dLbl>
              <c:idx val="161"/>
              <c:delete val="1"/>
            </c:dLbl>
            <c:dLbl>
              <c:idx val="162"/>
              <c:delete val="1"/>
            </c:dLbl>
            <c:dLbl>
              <c:idx val="163"/>
              <c:delete val="1"/>
            </c:dLbl>
            <c:dLbl>
              <c:idx val="164"/>
              <c:delete val="1"/>
            </c:dLbl>
            <c:dLbl>
              <c:idx val="165"/>
              <c:delete val="1"/>
            </c:dLbl>
            <c:dLbl>
              <c:idx val="166"/>
              <c:delete val="1"/>
            </c:dLbl>
            <c:dLbl>
              <c:idx val="167"/>
              <c:delete val="1"/>
            </c:dLbl>
            <c:dLbl>
              <c:idx val="168"/>
              <c:delete val="1"/>
            </c:dLbl>
            <c:dLbl>
              <c:idx val="169"/>
              <c:delete val="1"/>
            </c:dLbl>
            <c:dLbl>
              <c:idx val="170"/>
              <c:delete val="1"/>
            </c:dLbl>
            <c:dLbl>
              <c:idx val="171"/>
              <c:delete val="1"/>
            </c:dLbl>
            <c:dLbl>
              <c:idx val="172"/>
              <c:delete val="1"/>
            </c:dLbl>
            <c:dLbl>
              <c:idx val="173"/>
              <c:delete val="1"/>
            </c:dLbl>
            <c:dLbl>
              <c:idx val="174"/>
              <c:delete val="1"/>
            </c:dLbl>
            <c:dLbl>
              <c:idx val="175"/>
              <c:delete val="1"/>
            </c:dLbl>
            <c:dLbl>
              <c:idx val="176"/>
              <c:delete val="1"/>
            </c:dLbl>
            <c:dLbl>
              <c:idx val="177"/>
              <c:delete val="1"/>
            </c:dLbl>
            <c:dLbl>
              <c:idx val="178"/>
              <c:delete val="1"/>
            </c:dLbl>
            <c:dLbl>
              <c:idx val="179"/>
              <c:delete val="1"/>
            </c:dLbl>
            <c:dLbl>
              <c:idx val="180"/>
              <c:delete val="1"/>
            </c:dLbl>
            <c:dLbl>
              <c:idx val="181"/>
              <c:delete val="1"/>
            </c:dLbl>
            <c:dLbl>
              <c:idx val="182"/>
              <c:delete val="1"/>
            </c:dLbl>
            <c:dLbl>
              <c:idx val="183"/>
              <c:delete val="1"/>
            </c:dLbl>
            <c:dLbl>
              <c:idx val="184"/>
              <c:delete val="1"/>
            </c:dLbl>
            <c:dLbl>
              <c:idx val="185"/>
              <c:delete val="1"/>
            </c:dLbl>
            <c:dLbl>
              <c:idx val="186"/>
              <c:delete val="1"/>
            </c:dLbl>
            <c:dLbl>
              <c:idx val="187"/>
              <c:delete val="1"/>
            </c:dLbl>
            <c:dLbl>
              <c:idx val="188"/>
              <c:delete val="1"/>
            </c:dLbl>
            <c:dLbl>
              <c:idx val="189"/>
              <c:delete val="1"/>
            </c:dLbl>
            <c:dLbl>
              <c:idx val="190"/>
              <c:delete val="1"/>
            </c:dLbl>
            <c:dLbl>
              <c:idx val="191"/>
              <c:delete val="1"/>
            </c:dLbl>
            <c:dLbl>
              <c:idx val="192"/>
              <c:delete val="1"/>
            </c:dLbl>
            <c:dLbl>
              <c:idx val="193"/>
              <c:delete val="1"/>
            </c:dLbl>
            <c:dLbl>
              <c:idx val="194"/>
              <c:delete val="1"/>
            </c:dLbl>
            <c:dLbl>
              <c:idx val="195"/>
              <c:delete val="1"/>
            </c:dLbl>
            <c:dLbl>
              <c:idx val="196"/>
              <c:delete val="1"/>
            </c:dLbl>
            <c:dLbl>
              <c:idx val="197"/>
              <c:delete val="1"/>
            </c:dLbl>
            <c:dLbl>
              <c:idx val="198"/>
              <c:delete val="1"/>
            </c:dLbl>
            <c:dLbl>
              <c:idx val="199"/>
              <c:delete val="1"/>
            </c:dLbl>
            <c:dLbl>
              <c:idx val="200"/>
              <c:delete val="1"/>
            </c:dLbl>
            <c:dLbl>
              <c:idx val="201"/>
              <c:delete val="1"/>
            </c:dLbl>
            <c:dLbl>
              <c:idx val="202"/>
              <c:delete val="1"/>
            </c:dLbl>
            <c:dLbl>
              <c:idx val="203"/>
              <c:delete val="1"/>
            </c:dLbl>
            <c:dLbl>
              <c:idx val="204"/>
              <c:delete val="1"/>
            </c:dLbl>
            <c:dLbl>
              <c:idx val="205"/>
              <c:delete val="1"/>
            </c:dLbl>
            <c:dLbl>
              <c:idx val="206"/>
              <c:delete val="1"/>
            </c:dLbl>
            <c:dLbl>
              <c:idx val="207"/>
              <c:delete val="1"/>
            </c:dLbl>
            <c:dLbl>
              <c:idx val="208"/>
              <c:delete val="1"/>
            </c:dLbl>
            <c:dLbl>
              <c:idx val="209"/>
              <c:delete val="1"/>
            </c:dLbl>
            <c:dLbl>
              <c:idx val="210"/>
              <c:delete val="1"/>
            </c:dLbl>
            <c:dLbl>
              <c:idx val="211"/>
              <c:delete val="1"/>
            </c:dLbl>
            <c:dLbl>
              <c:idx val="212"/>
              <c:delete val="1"/>
            </c:dLbl>
            <c:dLbl>
              <c:idx val="213"/>
              <c:delete val="1"/>
            </c:dLbl>
            <c:dLbl>
              <c:idx val="214"/>
              <c:delete val="1"/>
            </c:dLbl>
            <c:dLbl>
              <c:idx val="215"/>
              <c:delete val="1"/>
            </c:dLbl>
            <c:dLbl>
              <c:idx val="216"/>
              <c:delete val="1"/>
            </c:dLbl>
            <c:dLbl>
              <c:idx val="217"/>
              <c:delete val="1"/>
            </c:dLbl>
            <c:dLbl>
              <c:idx val="218"/>
              <c:delete val="1"/>
            </c:dLbl>
            <c:dLbl>
              <c:idx val="219"/>
              <c:delete val="1"/>
            </c:dLbl>
            <c:dLbl>
              <c:idx val="220"/>
              <c:delete val="1"/>
            </c:dLbl>
            <c:dLbl>
              <c:idx val="221"/>
              <c:delete val="1"/>
            </c:dLbl>
            <c:dLbl>
              <c:idx val="222"/>
              <c:delete val="1"/>
            </c:dLbl>
            <c:dLbl>
              <c:idx val="223"/>
              <c:delete val="1"/>
            </c:dLbl>
            <c:dLbl>
              <c:idx val="224"/>
              <c:delete val="1"/>
            </c:dLbl>
            <c:dLbl>
              <c:idx val="225"/>
              <c:delete val="1"/>
            </c:dLbl>
            <c:dLbl>
              <c:idx val="226"/>
              <c:delete val="1"/>
            </c:dLbl>
            <c:dLbl>
              <c:idx val="227"/>
              <c:delete val="1"/>
            </c:dLbl>
            <c:dLbl>
              <c:idx val="228"/>
              <c:delete val="1"/>
            </c:dLbl>
            <c:dLbl>
              <c:idx val="229"/>
              <c:delete val="1"/>
            </c:dLbl>
            <c:dLbl>
              <c:idx val="230"/>
              <c:delete val="1"/>
            </c:dLbl>
            <c:dLbl>
              <c:idx val="231"/>
              <c:delete val="1"/>
            </c:dLbl>
            <c:dLbl>
              <c:idx val="232"/>
              <c:delete val="1"/>
            </c:dLbl>
            <c:dLbl>
              <c:idx val="233"/>
              <c:delete val="1"/>
            </c:dLbl>
            <c:dLbl>
              <c:idx val="234"/>
              <c:delete val="1"/>
            </c:dLbl>
            <c:dLbl>
              <c:idx val="235"/>
              <c:delete val="1"/>
            </c:dLbl>
            <c:dLbl>
              <c:idx val="236"/>
              <c:delete val="1"/>
            </c:dLbl>
            <c:dLbl>
              <c:idx val="237"/>
              <c:delete val="1"/>
            </c:dLbl>
            <c:dLbl>
              <c:idx val="238"/>
              <c:delete val="1"/>
            </c:dLbl>
            <c:dLbl>
              <c:idx val="239"/>
              <c:delete val="1"/>
            </c:dLbl>
            <c:dLbl>
              <c:idx val="240"/>
              <c:delete val="1"/>
            </c:dLbl>
            <c:dLbl>
              <c:idx val="241"/>
              <c:delete val="1"/>
            </c:dLbl>
            <c:dLbl>
              <c:idx val="242"/>
              <c:delete val="1"/>
            </c:dLbl>
            <c:dLbl>
              <c:idx val="243"/>
              <c:delete val="1"/>
            </c:dLbl>
            <c:dLbl>
              <c:idx val="244"/>
              <c:delete val="1"/>
            </c:dLbl>
            <c:dLbl>
              <c:idx val="245"/>
              <c:delete val="1"/>
            </c:dLbl>
            <c:dLbl>
              <c:idx val="246"/>
              <c:delete val="1"/>
            </c:dLbl>
            <c:dLbl>
              <c:idx val="247"/>
              <c:delete val="1"/>
            </c:dLbl>
            <c:dLbl>
              <c:idx val="248"/>
              <c:delete val="1"/>
            </c:dLbl>
            <c:dLbl>
              <c:idx val="249"/>
              <c:delete val="1"/>
            </c:dLbl>
            <c:dLbl>
              <c:idx val="250"/>
              <c:delete val="1"/>
            </c:dLbl>
            <c:dLbl>
              <c:idx val="251"/>
              <c:delete val="1"/>
            </c:dLbl>
            <c:dLbl>
              <c:idx val="252"/>
              <c:delete val="1"/>
            </c:dLbl>
            <c:dLbl>
              <c:idx val="253"/>
              <c:layout/>
              <c:numFmt formatCode="0.0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lang="zh-CN" sz="1000" b="0" i="0" u="none" strike="noStrike" kern="1200" baseline="0">
                      <a:solidFill>
                        <a:srgbClr val="B29A73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/>
              </c:ext>
            </c:extLst>
          </c:dLbls>
          <c:cat>
            <c:numRef>
              <c:f>'[20260624-产品一页通.xlsx]汇鑫1号'!$A$2:$A$255</c:f>
              <c:numCache>
                <c:formatCode>yyyy/mm/dd</c:formatCode>
                <c:ptCount val="254"/>
                <c:pt idx="0" c:formatCode="yyyy/mm/dd">
                  <c:v>45856</c:v>
                </c:pt>
                <c:pt idx="1" c:formatCode="yyyy/mm/dd">
                  <c:v>45859</c:v>
                </c:pt>
                <c:pt idx="2" c:formatCode="yyyy/mm/dd">
                  <c:v>45860</c:v>
                </c:pt>
                <c:pt idx="3" c:formatCode="yyyy/mm/dd">
                  <c:v>45861</c:v>
                </c:pt>
                <c:pt idx="4" c:formatCode="yyyy/mm/dd">
                  <c:v>45862</c:v>
                </c:pt>
                <c:pt idx="5" c:formatCode="yyyy/mm/dd">
                  <c:v>45863</c:v>
                </c:pt>
                <c:pt idx="6" c:formatCode="yyyy/mm/dd">
                  <c:v>45866</c:v>
                </c:pt>
                <c:pt idx="7" c:formatCode="yyyy/mm/dd">
                  <c:v>45867</c:v>
                </c:pt>
                <c:pt idx="8" c:formatCode="yyyy/mm/dd">
                  <c:v>45868</c:v>
                </c:pt>
                <c:pt idx="9" c:formatCode="yyyy/mm/dd">
                  <c:v>45869</c:v>
                </c:pt>
                <c:pt idx="10" c:formatCode="yyyy/mm/dd">
                  <c:v>45870</c:v>
                </c:pt>
                <c:pt idx="11" c:formatCode="yyyy/mm/dd">
                  <c:v>45873</c:v>
                </c:pt>
                <c:pt idx="12" c:formatCode="yyyy/mm/dd">
                  <c:v>45874</c:v>
                </c:pt>
                <c:pt idx="13" c:formatCode="yyyy/mm/dd">
                  <c:v>45875</c:v>
                </c:pt>
                <c:pt idx="14" c:formatCode="yyyy/mm/dd">
                  <c:v>45876</c:v>
                </c:pt>
                <c:pt idx="15" c:formatCode="yyyy/mm/dd">
                  <c:v>45877</c:v>
                </c:pt>
                <c:pt idx="16" c:formatCode="yyyy/mm/dd">
                  <c:v>45880</c:v>
                </c:pt>
                <c:pt idx="17" c:formatCode="yyyy/mm/dd">
                  <c:v>45881</c:v>
                </c:pt>
                <c:pt idx="18" c:formatCode="yyyy/mm/dd">
                  <c:v>45882</c:v>
                </c:pt>
                <c:pt idx="19" c:formatCode="yyyy/mm/dd">
                  <c:v>45883</c:v>
                </c:pt>
                <c:pt idx="20" c:formatCode="yyyy/mm/dd">
                  <c:v>45884</c:v>
                </c:pt>
                <c:pt idx="21" c:formatCode="yyyy/mm/dd">
                  <c:v>45887</c:v>
                </c:pt>
                <c:pt idx="22" c:formatCode="yyyy/mm/dd">
                  <c:v>45888</c:v>
                </c:pt>
                <c:pt idx="23" c:formatCode="yyyy/mm/dd">
                  <c:v>45889</c:v>
                </c:pt>
                <c:pt idx="24" c:formatCode="yyyy/mm/dd">
                  <c:v>45890</c:v>
                </c:pt>
                <c:pt idx="25" c:formatCode="yyyy/mm/dd">
                  <c:v>45891</c:v>
                </c:pt>
                <c:pt idx="26" c:formatCode="yyyy/mm/dd">
                  <c:v>45894</c:v>
                </c:pt>
                <c:pt idx="27" c:formatCode="yyyy/mm/dd">
                  <c:v>45895</c:v>
                </c:pt>
                <c:pt idx="28" c:formatCode="yyyy/mm/dd">
                  <c:v>45896</c:v>
                </c:pt>
                <c:pt idx="29" c:formatCode="yyyy/mm/dd">
                  <c:v>45897</c:v>
                </c:pt>
                <c:pt idx="30" c:formatCode="yyyy/mm/dd">
                  <c:v>45898</c:v>
                </c:pt>
                <c:pt idx="31" c:formatCode="yyyy/mm/dd">
                  <c:v>45901</c:v>
                </c:pt>
                <c:pt idx="32" c:formatCode="yyyy/mm/dd">
                  <c:v>45902</c:v>
                </c:pt>
                <c:pt idx="33" c:formatCode="yyyy/mm/dd">
                  <c:v>45903</c:v>
                </c:pt>
                <c:pt idx="34" c:formatCode="yyyy/mm/dd">
                  <c:v>45904</c:v>
                </c:pt>
                <c:pt idx="35" c:formatCode="yyyy/mm/dd">
                  <c:v>45905</c:v>
                </c:pt>
                <c:pt idx="36" c:formatCode="yyyy/mm/dd">
                  <c:v>45908</c:v>
                </c:pt>
                <c:pt idx="37" c:formatCode="yyyy/mm/dd">
                  <c:v>45909</c:v>
                </c:pt>
                <c:pt idx="38" c:formatCode="yyyy/mm/dd">
                  <c:v>45910</c:v>
                </c:pt>
                <c:pt idx="39" c:formatCode="yyyy/mm/dd">
                  <c:v>45911</c:v>
                </c:pt>
                <c:pt idx="40" c:formatCode="yyyy/mm/dd">
                  <c:v>45912</c:v>
                </c:pt>
                <c:pt idx="41" c:formatCode="yyyy/mm/dd">
                  <c:v>45915</c:v>
                </c:pt>
                <c:pt idx="42" c:formatCode="yyyy/mm/dd">
                  <c:v>45916</c:v>
                </c:pt>
                <c:pt idx="43" c:formatCode="yyyy/mm/dd">
                  <c:v>45917</c:v>
                </c:pt>
                <c:pt idx="44" c:formatCode="yyyy/mm/dd">
                  <c:v>45918</c:v>
                </c:pt>
                <c:pt idx="45" c:formatCode="yyyy/mm/dd">
                  <c:v>45919</c:v>
                </c:pt>
                <c:pt idx="46" c:formatCode="yyyy/mm/dd">
                  <c:v>45922</c:v>
                </c:pt>
                <c:pt idx="47" c:formatCode="yyyy/mm/dd">
                  <c:v>45923</c:v>
                </c:pt>
                <c:pt idx="48" c:formatCode="yyyy/mm/dd">
                  <c:v>45924</c:v>
                </c:pt>
                <c:pt idx="49" c:formatCode="yyyy/mm/dd">
                  <c:v>45925</c:v>
                </c:pt>
                <c:pt idx="50" c:formatCode="yyyy/mm/dd">
                  <c:v>45926</c:v>
                </c:pt>
                <c:pt idx="51" c:formatCode="yyyy/mm/dd">
                  <c:v>45927</c:v>
                </c:pt>
                <c:pt idx="52" c:formatCode="yyyy/mm/dd">
                  <c:v>45929</c:v>
                </c:pt>
                <c:pt idx="53" c:formatCode="yyyy/mm/dd">
                  <c:v>45930</c:v>
                </c:pt>
                <c:pt idx="54" c:formatCode="yyyy/mm/dd">
                  <c:v>45939</c:v>
                </c:pt>
                <c:pt idx="55" c:formatCode="yyyy/mm/dd">
                  <c:v>45940</c:v>
                </c:pt>
                <c:pt idx="56" c:formatCode="yyyy/mm/dd">
                  <c:v>45943</c:v>
                </c:pt>
                <c:pt idx="57" c:formatCode="yyyy/mm/dd">
                  <c:v>45944</c:v>
                </c:pt>
                <c:pt idx="58" c:formatCode="yyyy/mm/dd">
                  <c:v>45945</c:v>
                </c:pt>
                <c:pt idx="59" c:formatCode="yyyy/mm/dd">
                  <c:v>45946</c:v>
                </c:pt>
                <c:pt idx="60" c:formatCode="yyyy/mm/dd">
                  <c:v>45947</c:v>
                </c:pt>
                <c:pt idx="61" c:formatCode="yyyy/mm/dd">
                  <c:v>45950</c:v>
                </c:pt>
                <c:pt idx="62" c:formatCode="yyyy/mm/dd">
                  <c:v>45951</c:v>
                </c:pt>
                <c:pt idx="63" c:formatCode="yyyy/mm/dd">
                  <c:v>45952</c:v>
                </c:pt>
                <c:pt idx="64" c:formatCode="yyyy/mm/dd">
                  <c:v>45953</c:v>
                </c:pt>
                <c:pt idx="65" c:formatCode="yyyy/mm/dd">
                  <c:v>45954</c:v>
                </c:pt>
                <c:pt idx="66" c:formatCode="yyyy/mm/dd">
                  <c:v>45955</c:v>
                </c:pt>
                <c:pt idx="67" c:formatCode="yyyy/mm/dd">
                  <c:v>45956</c:v>
                </c:pt>
                <c:pt idx="68" c:formatCode="yyyy/mm/dd">
                  <c:v>45957</c:v>
                </c:pt>
                <c:pt idx="69" c:formatCode="yyyy/mm/dd">
                  <c:v>45958</c:v>
                </c:pt>
                <c:pt idx="70" c:formatCode="yyyy/mm/dd">
                  <c:v>45959</c:v>
                </c:pt>
                <c:pt idx="71" c:formatCode="yyyy/mm/dd">
                  <c:v>45960</c:v>
                </c:pt>
                <c:pt idx="72" c:formatCode="yyyy/mm/dd">
                  <c:v>45961</c:v>
                </c:pt>
                <c:pt idx="73" c:formatCode="yyyy/mm/dd">
                  <c:v>45964</c:v>
                </c:pt>
                <c:pt idx="74" c:formatCode="yyyy/mm/dd">
                  <c:v>45965</c:v>
                </c:pt>
                <c:pt idx="75" c:formatCode="yyyy/mm/dd">
                  <c:v>45966</c:v>
                </c:pt>
                <c:pt idx="76" c:formatCode="yyyy/mm/dd">
                  <c:v>45967</c:v>
                </c:pt>
                <c:pt idx="77" c:formatCode="yyyy/mm/dd">
                  <c:v>45968</c:v>
                </c:pt>
                <c:pt idx="78" c:formatCode="yyyy/mm/dd">
                  <c:v>45969</c:v>
                </c:pt>
                <c:pt idx="79" c:formatCode="yyyy/mm/dd">
                  <c:v>45970</c:v>
                </c:pt>
                <c:pt idx="80" c:formatCode="yyyy/mm/dd">
                  <c:v>45971</c:v>
                </c:pt>
                <c:pt idx="81" c:formatCode="yyyy/mm/dd">
                  <c:v>45972</c:v>
                </c:pt>
                <c:pt idx="82" c:formatCode="yyyy/mm/dd">
                  <c:v>45973</c:v>
                </c:pt>
                <c:pt idx="83" c:formatCode="yyyy/mm/dd">
                  <c:v>45974</c:v>
                </c:pt>
                <c:pt idx="84" c:formatCode="yyyy/mm/dd">
                  <c:v>45975</c:v>
                </c:pt>
                <c:pt idx="85" c:formatCode="yyyy/mm/dd">
                  <c:v>45978</c:v>
                </c:pt>
                <c:pt idx="86" c:formatCode="yyyy/mm/dd">
                  <c:v>45979</c:v>
                </c:pt>
                <c:pt idx="87" c:formatCode="yyyy/mm/dd">
                  <c:v>45980</c:v>
                </c:pt>
                <c:pt idx="88" c:formatCode="yyyy/mm/dd">
                  <c:v>45981</c:v>
                </c:pt>
                <c:pt idx="89" c:formatCode="yyyy/mm/dd">
                  <c:v>45982</c:v>
                </c:pt>
                <c:pt idx="90" c:formatCode="yyyy/mm/dd">
                  <c:v>45985</c:v>
                </c:pt>
                <c:pt idx="91" c:formatCode="yyyy/mm/dd">
                  <c:v>45986</c:v>
                </c:pt>
                <c:pt idx="92" c:formatCode="yyyy/mm/dd">
                  <c:v>45987</c:v>
                </c:pt>
                <c:pt idx="93" c:formatCode="yyyy/mm/dd">
                  <c:v>45988</c:v>
                </c:pt>
                <c:pt idx="94" c:formatCode="yyyy/mm/dd">
                  <c:v>45989</c:v>
                </c:pt>
                <c:pt idx="95" c:formatCode="yyyy/mm/dd">
                  <c:v>45991</c:v>
                </c:pt>
                <c:pt idx="96" c:formatCode="yyyy/mm/dd">
                  <c:v>45992</c:v>
                </c:pt>
                <c:pt idx="97" c:formatCode="yyyy/mm/dd">
                  <c:v>45993</c:v>
                </c:pt>
                <c:pt idx="98" c:formatCode="yyyy/mm/dd">
                  <c:v>45994</c:v>
                </c:pt>
                <c:pt idx="99" c:formatCode="yyyy/mm/dd">
                  <c:v>45995</c:v>
                </c:pt>
                <c:pt idx="100" c:formatCode="yyyy/mm/dd">
                  <c:v>45996</c:v>
                </c:pt>
                <c:pt idx="101" c:formatCode="yyyy/mm/dd">
                  <c:v>45999</c:v>
                </c:pt>
                <c:pt idx="102" c:formatCode="yyyy/mm/dd">
                  <c:v>46000</c:v>
                </c:pt>
                <c:pt idx="103" c:formatCode="yyyy/mm/dd">
                  <c:v>46001</c:v>
                </c:pt>
                <c:pt idx="104" c:formatCode="yyyy/mm/dd">
                  <c:v>46002</c:v>
                </c:pt>
                <c:pt idx="105" c:formatCode="yyyy/mm/dd">
                  <c:v>46003</c:v>
                </c:pt>
                <c:pt idx="106" c:formatCode="yyyy/mm/dd">
                  <c:v>46006</c:v>
                </c:pt>
                <c:pt idx="107" c:formatCode="yyyy/mm/dd">
                  <c:v>46007</c:v>
                </c:pt>
                <c:pt idx="108" c:formatCode="yyyy/mm/dd">
                  <c:v>46008</c:v>
                </c:pt>
                <c:pt idx="109" c:formatCode="yyyy/mm/dd">
                  <c:v>46009</c:v>
                </c:pt>
                <c:pt idx="110" c:formatCode="yyyy/mm/dd">
                  <c:v>46010</c:v>
                </c:pt>
                <c:pt idx="111" c:formatCode="yyyy/mm/dd">
                  <c:v>46013</c:v>
                </c:pt>
                <c:pt idx="112" c:formatCode="yyyy/mm/dd">
                  <c:v>46014</c:v>
                </c:pt>
                <c:pt idx="113" c:formatCode="yyyy/mm/dd">
                  <c:v>46015</c:v>
                </c:pt>
                <c:pt idx="114" c:formatCode="yyyy/mm/dd">
                  <c:v>46016</c:v>
                </c:pt>
                <c:pt idx="115" c:formatCode="yyyy/mm/dd">
                  <c:v>46017</c:v>
                </c:pt>
                <c:pt idx="116" c:formatCode="yyyy/mm/dd">
                  <c:v>46020</c:v>
                </c:pt>
                <c:pt idx="117" c:formatCode="yyyy/mm/dd">
                  <c:v>46021</c:v>
                </c:pt>
                <c:pt idx="118" c:formatCode="yyyy/mm/dd">
                  <c:v>46022</c:v>
                </c:pt>
                <c:pt idx="119" c:formatCode="yyyy/mm/dd">
                  <c:v>46026</c:v>
                </c:pt>
                <c:pt idx="120" c:formatCode="yyyy/mm/dd">
                  <c:v>46027</c:v>
                </c:pt>
                <c:pt idx="121" c:formatCode="yyyy/mm/dd">
                  <c:v>46028</c:v>
                </c:pt>
                <c:pt idx="122" c:formatCode="yyyy/mm/dd">
                  <c:v>46029</c:v>
                </c:pt>
                <c:pt idx="123" c:formatCode="yyyy/mm/dd">
                  <c:v>46030</c:v>
                </c:pt>
                <c:pt idx="124" c:formatCode="yyyy/mm/dd">
                  <c:v>46031</c:v>
                </c:pt>
                <c:pt idx="125" c:formatCode="yyyy/mm/dd">
                  <c:v>46034</c:v>
                </c:pt>
                <c:pt idx="126" c:formatCode="yyyy/mm/dd">
                  <c:v>46035</c:v>
                </c:pt>
                <c:pt idx="127" c:formatCode="yyyy/mm/dd">
                  <c:v>46036</c:v>
                </c:pt>
                <c:pt idx="128" c:formatCode="yyyy/mm/dd">
                  <c:v>46037</c:v>
                </c:pt>
                <c:pt idx="129" c:formatCode="yyyy/mm/dd">
                  <c:v>46038</c:v>
                </c:pt>
                <c:pt idx="130" c:formatCode="yyyy/mm/dd">
                  <c:v>46041</c:v>
                </c:pt>
                <c:pt idx="131" c:formatCode="yyyy/mm/dd">
                  <c:v>46042</c:v>
                </c:pt>
                <c:pt idx="132" c:formatCode="yyyy/mm/dd">
                  <c:v>46043</c:v>
                </c:pt>
                <c:pt idx="133" c:formatCode="yyyy/mm/dd">
                  <c:v>46044</c:v>
                </c:pt>
                <c:pt idx="134" c:formatCode="yyyy/mm/dd">
                  <c:v>46045</c:v>
                </c:pt>
                <c:pt idx="135" c:formatCode="yyyy/mm/dd">
                  <c:v>46048</c:v>
                </c:pt>
                <c:pt idx="136" c:formatCode="yyyy/mm/dd">
                  <c:v>46049</c:v>
                </c:pt>
                <c:pt idx="137" c:formatCode="yyyy/mm/dd">
                  <c:v>46050</c:v>
                </c:pt>
                <c:pt idx="138" c:formatCode="yyyy/mm/dd">
                  <c:v>46051</c:v>
                </c:pt>
                <c:pt idx="139" c:formatCode="yyyy/mm/dd">
                  <c:v>46052</c:v>
                </c:pt>
                <c:pt idx="140" c:formatCode="yyyy/mm/dd">
                  <c:v>46053</c:v>
                </c:pt>
                <c:pt idx="141" c:formatCode="yyyy/mm/dd">
                  <c:v>46055</c:v>
                </c:pt>
                <c:pt idx="142" c:formatCode="yyyy/mm/dd">
                  <c:v>46056</c:v>
                </c:pt>
                <c:pt idx="143" c:formatCode="yyyy/mm/dd">
                  <c:v>46057</c:v>
                </c:pt>
                <c:pt idx="144" c:formatCode="yyyy/mm/dd">
                  <c:v>46058</c:v>
                </c:pt>
                <c:pt idx="145" c:formatCode="yyyy/mm/dd">
                  <c:v>46059</c:v>
                </c:pt>
                <c:pt idx="146" c:formatCode="yyyy/mm/dd">
                  <c:v>46062</c:v>
                </c:pt>
                <c:pt idx="147" c:formatCode="yyyy/mm/dd">
                  <c:v>46063</c:v>
                </c:pt>
                <c:pt idx="148" c:formatCode="yyyy/mm/dd">
                  <c:v>46064</c:v>
                </c:pt>
                <c:pt idx="149" c:formatCode="yyyy/mm/dd">
                  <c:v>46065</c:v>
                </c:pt>
                <c:pt idx="150" c:formatCode="yyyy/mm/dd">
                  <c:v>46066</c:v>
                </c:pt>
                <c:pt idx="151" c:formatCode="yyyy/mm/dd">
                  <c:v>46067</c:v>
                </c:pt>
                <c:pt idx="152" c:formatCode="yyyy/mm/dd">
                  <c:v>46077</c:v>
                </c:pt>
                <c:pt idx="153" c:formatCode="yyyy/mm/dd">
                  <c:v>46078</c:v>
                </c:pt>
                <c:pt idx="154" c:formatCode="yyyy/mm/dd">
                  <c:v>46079</c:v>
                </c:pt>
                <c:pt idx="155" c:formatCode="yyyy/mm/dd">
                  <c:v>46080</c:v>
                </c:pt>
                <c:pt idx="156" c:formatCode="yyyy/mm/dd">
                  <c:v>46081</c:v>
                </c:pt>
                <c:pt idx="157" c:formatCode="yyyy/mm/dd">
                  <c:v>46083</c:v>
                </c:pt>
                <c:pt idx="158" c:formatCode="yyyy/mm/dd">
                  <c:v>46084</c:v>
                </c:pt>
                <c:pt idx="159" c:formatCode="yyyy/mm/dd">
                  <c:v>46085</c:v>
                </c:pt>
                <c:pt idx="160" c:formatCode="yyyy/mm/dd">
                  <c:v>46086</c:v>
                </c:pt>
                <c:pt idx="161" c:formatCode="yyyy/mm/dd">
                  <c:v>46087</c:v>
                </c:pt>
                <c:pt idx="162" c:formatCode="yyyy/mm/dd">
                  <c:v>46090</c:v>
                </c:pt>
                <c:pt idx="163" c:formatCode="yyyy/mm/dd">
                  <c:v>46091</c:v>
                </c:pt>
                <c:pt idx="164" c:formatCode="yyyy/mm/dd">
                  <c:v>46092</c:v>
                </c:pt>
                <c:pt idx="165" c:formatCode="yyyy/mm/dd">
                  <c:v>46093</c:v>
                </c:pt>
                <c:pt idx="166" c:formatCode="yyyy/mm/dd">
                  <c:v>46094</c:v>
                </c:pt>
                <c:pt idx="167" c:formatCode="yyyy/mm/dd">
                  <c:v>46097</c:v>
                </c:pt>
                <c:pt idx="168" c:formatCode="yyyy/mm/dd">
                  <c:v>46098</c:v>
                </c:pt>
                <c:pt idx="169" c:formatCode="yyyy/mm/dd">
                  <c:v>46099</c:v>
                </c:pt>
                <c:pt idx="170" c:formatCode="yyyy/mm/dd">
                  <c:v>46100</c:v>
                </c:pt>
                <c:pt idx="171" c:formatCode="yyyy/mm/dd">
                  <c:v>46101</c:v>
                </c:pt>
                <c:pt idx="172" c:formatCode="yyyy/mm/dd">
                  <c:v>46104</c:v>
                </c:pt>
                <c:pt idx="173" c:formatCode="yyyy/mm/dd">
                  <c:v>46105</c:v>
                </c:pt>
                <c:pt idx="174" c:formatCode="yyyy/mm/dd">
                  <c:v>46106</c:v>
                </c:pt>
                <c:pt idx="175" c:formatCode="yyyy/mm/dd">
                  <c:v>46107</c:v>
                </c:pt>
                <c:pt idx="176" c:formatCode="yyyy/mm/dd">
                  <c:v>46108</c:v>
                </c:pt>
                <c:pt idx="177" c:formatCode="yyyy/mm/dd">
                  <c:v>46111</c:v>
                </c:pt>
                <c:pt idx="178" c:formatCode="yyyy/mm/dd">
                  <c:v>46112</c:v>
                </c:pt>
                <c:pt idx="179" c:formatCode="yyyy/mm/dd">
                  <c:v>46113</c:v>
                </c:pt>
                <c:pt idx="180" c:formatCode="yyyy/mm/dd">
                  <c:v>46114</c:v>
                </c:pt>
                <c:pt idx="181" c:formatCode="yyyy/mm/dd">
                  <c:v>46115</c:v>
                </c:pt>
                <c:pt idx="182" c:formatCode="yyyy/mm/dd">
                  <c:v>46119</c:v>
                </c:pt>
                <c:pt idx="183" c:formatCode="yyyy/mm/dd">
                  <c:v>46120</c:v>
                </c:pt>
                <c:pt idx="184" c:formatCode="yyyy/mm/dd">
                  <c:v>46121</c:v>
                </c:pt>
                <c:pt idx="185" c:formatCode="yyyy/mm/dd">
                  <c:v>46122</c:v>
                </c:pt>
                <c:pt idx="186" c:formatCode="yyyy/mm/dd">
                  <c:v>46125</c:v>
                </c:pt>
                <c:pt idx="187" c:formatCode="yyyy/mm/dd">
                  <c:v>46126</c:v>
                </c:pt>
                <c:pt idx="188" c:formatCode="yyyy/mm/dd">
                  <c:v>46127</c:v>
                </c:pt>
                <c:pt idx="189" c:formatCode="yyyy/mm/dd">
                  <c:v>46128</c:v>
                </c:pt>
                <c:pt idx="190" c:formatCode="yyyy/mm/dd">
                  <c:v>46129</c:v>
                </c:pt>
                <c:pt idx="191" c:formatCode="yyyy/mm/dd">
                  <c:v>46132</c:v>
                </c:pt>
                <c:pt idx="192" c:formatCode="yyyy/mm/dd">
                  <c:v>46133</c:v>
                </c:pt>
                <c:pt idx="193" c:formatCode="yyyy/mm/dd">
                  <c:v>46134</c:v>
                </c:pt>
                <c:pt idx="194" c:formatCode="yyyy/mm/dd">
                  <c:v>46135</c:v>
                </c:pt>
                <c:pt idx="195" c:formatCode="yyyy/mm/dd">
                  <c:v>46136</c:v>
                </c:pt>
                <c:pt idx="196" c:formatCode="yyyy/mm/dd">
                  <c:v>46139</c:v>
                </c:pt>
                <c:pt idx="197" c:formatCode="yyyy/mm/dd">
                  <c:v>46140</c:v>
                </c:pt>
                <c:pt idx="198" c:formatCode="yyyy/mm/dd">
                  <c:v>46141</c:v>
                </c:pt>
                <c:pt idx="199" c:formatCode="yyyy/mm/dd">
                  <c:v>46142</c:v>
                </c:pt>
                <c:pt idx="200" c:formatCode="yyyy/mm/dd">
                  <c:v>46143</c:v>
                </c:pt>
                <c:pt idx="201" c:formatCode="yyyy/mm/dd">
                  <c:v>46144</c:v>
                </c:pt>
                <c:pt idx="202" c:formatCode="yyyy/mm/dd">
                  <c:v>46145</c:v>
                </c:pt>
                <c:pt idx="203" c:formatCode="yyyy/mm/dd">
                  <c:v>46146</c:v>
                </c:pt>
                <c:pt idx="204" c:formatCode="yyyy/mm/dd">
                  <c:v>46147</c:v>
                </c:pt>
                <c:pt idx="205" c:formatCode="yyyy/mm/dd">
                  <c:v>46148</c:v>
                </c:pt>
                <c:pt idx="206" c:formatCode="yyyy/mm/dd">
                  <c:v>46149</c:v>
                </c:pt>
                <c:pt idx="207" c:formatCode="yyyy/mm/dd">
                  <c:v>46150</c:v>
                </c:pt>
                <c:pt idx="208" c:formatCode="yyyy/mm/dd">
                  <c:v>46151</c:v>
                </c:pt>
                <c:pt idx="209" c:formatCode="yyyy/mm/dd">
                  <c:v>46153</c:v>
                </c:pt>
                <c:pt idx="210" c:formatCode="yyyy/mm/dd">
                  <c:v>46154</c:v>
                </c:pt>
                <c:pt idx="211" c:formatCode="yyyy/mm/dd">
                  <c:v>46155</c:v>
                </c:pt>
                <c:pt idx="212" c:formatCode="yyyy/mm/dd">
                  <c:v>46156</c:v>
                </c:pt>
                <c:pt idx="213" c:formatCode="yyyy/mm/dd">
                  <c:v>46157</c:v>
                </c:pt>
                <c:pt idx="214" c:formatCode="yyyy/mm/dd">
                  <c:v>46158</c:v>
                </c:pt>
                <c:pt idx="215" c:formatCode="yyyy/mm/dd">
                  <c:v>46159</c:v>
                </c:pt>
                <c:pt idx="216" c:formatCode="yyyy/mm/dd">
                  <c:v>46160</c:v>
                </c:pt>
                <c:pt idx="217" c:formatCode="yyyy/mm/dd">
                  <c:v>46161</c:v>
                </c:pt>
                <c:pt idx="218" c:formatCode="yyyy/mm/dd">
                  <c:v>46162</c:v>
                </c:pt>
                <c:pt idx="219" c:formatCode="yyyy/mm/dd">
                  <c:v>46163</c:v>
                </c:pt>
                <c:pt idx="220" c:formatCode="yyyy/mm/dd">
                  <c:v>46164</c:v>
                </c:pt>
                <c:pt idx="221" c:formatCode="yyyy/mm/dd">
                  <c:v>46165</c:v>
                </c:pt>
                <c:pt idx="222" c:formatCode="yyyy/mm/dd">
                  <c:v>46166</c:v>
                </c:pt>
                <c:pt idx="223" c:formatCode="yyyy/mm/dd">
                  <c:v>46167</c:v>
                </c:pt>
                <c:pt idx="224" c:formatCode="yyyy/mm/dd">
                  <c:v>46168</c:v>
                </c:pt>
                <c:pt idx="225" c:formatCode="yyyy/mm/dd">
                  <c:v>46169</c:v>
                </c:pt>
                <c:pt idx="226" c:formatCode="yyyy/mm/dd">
                  <c:v>46170</c:v>
                </c:pt>
                <c:pt idx="227" c:formatCode="yyyy/mm/dd">
                  <c:v>46171</c:v>
                </c:pt>
                <c:pt idx="228" c:formatCode="yyyy/mm/dd">
                  <c:v>46172</c:v>
                </c:pt>
                <c:pt idx="229" c:formatCode="yyyy/mm/dd">
                  <c:v>46173</c:v>
                </c:pt>
                <c:pt idx="230" c:formatCode="yyyy/mm/dd">
                  <c:v>46174</c:v>
                </c:pt>
                <c:pt idx="231" c:formatCode="yyyy/mm/dd">
                  <c:v>46175</c:v>
                </c:pt>
                <c:pt idx="232" c:formatCode="yyyy/mm/dd">
                  <c:v>46176</c:v>
                </c:pt>
                <c:pt idx="233" c:formatCode="yyyy/mm/dd">
                  <c:v>46177</c:v>
                </c:pt>
                <c:pt idx="234" c:formatCode="yyyy/mm/dd">
                  <c:v>46178</c:v>
                </c:pt>
                <c:pt idx="235" c:formatCode="yyyy/mm/dd">
                  <c:v>46179</c:v>
                </c:pt>
                <c:pt idx="236" c:formatCode="yyyy/mm/dd">
                  <c:v>46180</c:v>
                </c:pt>
                <c:pt idx="237" c:formatCode="yyyy/mm/dd">
                  <c:v>46181</c:v>
                </c:pt>
                <c:pt idx="238" c:formatCode="yyyy/mm/dd">
                  <c:v>46182</c:v>
                </c:pt>
                <c:pt idx="239" c:formatCode="yyyy/mm/dd">
                  <c:v>46183</c:v>
                </c:pt>
                <c:pt idx="240" c:formatCode="yyyy/mm/dd">
                  <c:v>46184</c:v>
                </c:pt>
                <c:pt idx="241" c:formatCode="yyyy/mm/dd">
                  <c:v>46185</c:v>
                </c:pt>
                <c:pt idx="242" c:formatCode="yyyy/mm/dd">
                  <c:v>46186</c:v>
                </c:pt>
                <c:pt idx="243" c:formatCode="yyyy/mm/dd">
                  <c:v>46187</c:v>
                </c:pt>
                <c:pt idx="244" c:formatCode="yyyy/mm/dd">
                  <c:v>46188</c:v>
                </c:pt>
                <c:pt idx="245" c:formatCode="yyyy/mm/dd">
                  <c:v>46189</c:v>
                </c:pt>
                <c:pt idx="246" c:formatCode="yyyy/mm/dd">
                  <c:v>46190</c:v>
                </c:pt>
                <c:pt idx="247" c:formatCode="yyyy/mm/dd">
                  <c:v>46191</c:v>
                </c:pt>
                <c:pt idx="248" c:formatCode="yyyy/mm/dd">
                  <c:v>46192</c:v>
                </c:pt>
                <c:pt idx="249" c:formatCode="yyyy/mm/dd">
                  <c:v>46193</c:v>
                </c:pt>
                <c:pt idx="250" c:formatCode="yyyy/mm/dd">
                  <c:v>46194</c:v>
                </c:pt>
                <c:pt idx="251" c:formatCode="yyyy/mm/dd">
                  <c:v>46195</c:v>
                </c:pt>
                <c:pt idx="252" c:formatCode="yyyy/mm/dd">
                  <c:v>46196</c:v>
                </c:pt>
                <c:pt idx="253" c:formatCode="yyyy/mm/dd">
                  <c:v>46197</c:v>
                </c:pt>
              </c:numCache>
            </c:numRef>
          </c:cat>
          <c:val>
            <c:numRef>
              <c:f>'[20260624-产品一页通.xlsx]汇鑫1号'!$F$2:$F$255</c:f>
              <c:numCache>
                <c:formatCode>0.00%</c:formatCode>
                <c:ptCount val="254"/>
                <c:pt idx="0">
                  <c:v>-0.0020987500000097</c:v>
                </c:pt>
                <c:pt idx="1">
                  <c:v>-0.00210057499999861</c:v>
                </c:pt>
                <c:pt idx="2">
                  <c:v>-0.00210021000000082</c:v>
                </c:pt>
                <c:pt idx="3">
                  <c:v>-0.00210057499999861</c:v>
                </c:pt>
                <c:pt idx="4">
                  <c:v>-6.98714285693855e-5</c:v>
                </c:pt>
                <c:pt idx="5">
                  <c:v>0.00145178750000072</c:v>
                </c:pt>
                <c:pt idx="6">
                  <c:v>0.0017745636363653</c:v>
                </c:pt>
                <c:pt idx="7">
                  <c:v>0.00500597500000246</c:v>
                </c:pt>
                <c:pt idx="8">
                  <c:v>0.00556793461538559</c:v>
                </c:pt>
                <c:pt idx="9">
                  <c:v>0.00604778928571351</c:v>
                </c:pt>
                <c:pt idx="10">
                  <c:v>0.006457336666665</c:v>
                </c:pt>
                <c:pt idx="11">
                  <c:v>0.00581323333333525</c:v>
                </c:pt>
                <c:pt idx="12">
                  <c:v>0.00761370789473791</c:v>
                </c:pt>
                <c:pt idx="13">
                  <c:v>0.00783454250000049</c:v>
                </c:pt>
                <c:pt idx="14">
                  <c:v>0.00803434523809519</c:v>
                </c:pt>
                <c:pt idx="15">
                  <c:v>0.00820370681818223</c:v>
                </c:pt>
                <c:pt idx="16">
                  <c:v>0.00752849000000131</c:v>
                </c:pt>
                <c:pt idx="17">
                  <c:v>0.00876238653846203</c:v>
                </c:pt>
                <c:pt idx="18">
                  <c:v>0.00888558703703598</c:v>
                </c:pt>
                <c:pt idx="19">
                  <c:v>0.00899972678571337</c:v>
                </c:pt>
                <c:pt idx="20">
                  <c:v>0.00910523965517343</c:v>
                </c:pt>
                <c:pt idx="21">
                  <c:v>0.00848260000000028</c:v>
                </c:pt>
                <c:pt idx="22">
                  <c:v>0.0094250742424237</c:v>
                </c:pt>
                <c:pt idx="23">
                  <c:v>0.0094979441176476</c:v>
                </c:pt>
                <c:pt idx="24">
                  <c:v>0.00956831857142926</c:v>
                </c:pt>
                <c:pt idx="25">
                  <c:v>0.0283046347222224</c:v>
                </c:pt>
                <c:pt idx="26">
                  <c:v>0.0331425615384614</c:v>
                </c:pt>
                <c:pt idx="27">
                  <c:v>0.0357601450000004</c:v>
                </c:pt>
                <c:pt idx="28">
                  <c:v>0.0365432658536584</c:v>
                </c:pt>
                <c:pt idx="29">
                  <c:v>0.0322907678571425</c:v>
                </c:pt>
                <c:pt idx="30">
                  <c:v>0.0331182325581401</c:v>
                </c:pt>
                <c:pt idx="31">
                  <c:v>0.036145235869566</c:v>
                </c:pt>
                <c:pt idx="32">
                  <c:v>0.0353313010638292</c:v>
                </c:pt>
                <c:pt idx="33">
                  <c:v>0.035280139583334</c:v>
                </c:pt>
                <c:pt idx="34">
                  <c:v>0.0352311408163263</c:v>
                </c:pt>
                <c:pt idx="35">
                  <c:v>0.0330848410000004</c:v>
                </c:pt>
                <c:pt idx="36">
                  <c:v>0.0337333688679244</c:v>
                </c:pt>
                <c:pt idx="37">
                  <c:v>0.0324216657407405</c:v>
                </c:pt>
                <c:pt idx="38">
                  <c:v>0.0286130136363632</c:v>
                </c:pt>
                <c:pt idx="39">
                  <c:v>0.0280643937499999</c:v>
                </c:pt>
                <c:pt idx="40">
                  <c:v>0.0275350877192981</c:v>
                </c:pt>
                <c:pt idx="41">
                  <c:v>0.0289685899999997</c:v>
                </c:pt>
                <c:pt idx="42">
                  <c:v>0.0296062868852453</c:v>
                </c:pt>
                <c:pt idx="43">
                  <c:v>0.0302234129032261</c:v>
                </c:pt>
                <c:pt idx="44">
                  <c:v>0.0291548095238098</c:v>
                </c:pt>
                <c:pt idx="45">
                  <c:v>0.0270261968749995</c:v>
                </c:pt>
                <c:pt idx="46">
                  <c:v>0.0274745850746268</c:v>
                </c:pt>
                <c:pt idx="47">
                  <c:v>0.0254958941176475</c:v>
                </c:pt>
                <c:pt idx="48">
                  <c:v>0.0245887275362322</c:v>
                </c:pt>
                <c:pt idx="49">
                  <c:v>0.0247489814285717</c:v>
                </c:pt>
                <c:pt idx="50">
                  <c:v>0.0265511281690135</c:v>
                </c:pt>
                <c:pt idx="51">
                  <c:v>0.0261530104166666</c:v>
                </c:pt>
                <c:pt idx="52">
                  <c:v>0.0281535844594598</c:v>
                </c:pt>
                <c:pt idx="53">
                  <c:v>0.0289787126666662</c:v>
                </c:pt>
                <c:pt idx="54">
                  <c:v>0.028236530357143</c:v>
                </c:pt>
                <c:pt idx="55">
                  <c:v>0.0272506852941181</c:v>
                </c:pt>
                <c:pt idx="56">
                  <c:v>0.0277156528409089</c:v>
                </c:pt>
                <c:pt idx="57">
                  <c:v>0.0276135213483147</c:v>
                </c:pt>
                <c:pt idx="58">
                  <c:v>0.0276723127777774</c:v>
                </c:pt>
                <c:pt idx="59">
                  <c:v>0.028134841758242</c:v>
                </c:pt>
                <c:pt idx="60">
                  <c:v>0.0295888836956524</c:v>
                </c:pt>
                <c:pt idx="61">
                  <c:v>0.0285683194736844</c:v>
                </c:pt>
                <c:pt idx="62">
                  <c:v>0.0289782244791668</c:v>
                </c:pt>
                <c:pt idx="63">
                  <c:v>0.0295886309278352</c:v>
                </c:pt>
                <c:pt idx="64">
                  <c:v>0.029622431632653</c:v>
                </c:pt>
                <c:pt idx="65">
                  <c:v>0.027961507070707</c:v>
                </c:pt>
                <c:pt idx="66">
                  <c:v>0.0276607585000004</c:v>
                </c:pt>
                <c:pt idx="67">
                  <c:v>0.0273659292079209</c:v>
                </c:pt>
                <c:pt idx="68">
                  <c:v>0.0281067892156866</c:v>
                </c:pt>
                <c:pt idx="69">
                  <c:v>0.0307478126213594</c:v>
                </c:pt>
                <c:pt idx="70">
                  <c:v>0.032274738942308</c:v>
                </c:pt>
                <c:pt idx="71">
                  <c:v>0.0339832033333336</c:v>
                </c:pt>
                <c:pt idx="72">
                  <c:v>0.0360245702830187</c:v>
                </c:pt>
                <c:pt idx="73">
                  <c:v>0.0353908353211006</c:v>
                </c:pt>
                <c:pt idx="74">
                  <c:v>0.0349779168181816</c:v>
                </c:pt>
                <c:pt idx="75">
                  <c:v>0.03508550990991</c:v>
                </c:pt>
                <c:pt idx="76">
                  <c:v>0.0340834066964289</c:v>
                </c:pt>
                <c:pt idx="77">
                  <c:v>0.0333690106194691</c:v>
                </c:pt>
                <c:pt idx="78">
                  <c:v>0.0330576978070177</c:v>
                </c:pt>
                <c:pt idx="79">
                  <c:v>0.0327517991304349</c:v>
                </c:pt>
                <c:pt idx="80">
                  <c:v>0.0334895681034481</c:v>
                </c:pt>
                <c:pt idx="81">
                  <c:v>0.0345643145299146</c:v>
                </c:pt>
                <c:pt idx="82">
                  <c:v>0.0352895300847458</c:v>
                </c:pt>
                <c:pt idx="83">
                  <c:v>0.0352903777310926</c:v>
                </c:pt>
                <c:pt idx="84">
                  <c:v>0.0355115800000002</c:v>
                </c:pt>
                <c:pt idx="85">
                  <c:v>0.0346109024390244</c:v>
                </c:pt>
                <c:pt idx="86">
                  <c:v>0.0343317822580645</c:v>
                </c:pt>
                <c:pt idx="87">
                  <c:v>0.034057128</c:v>
                </c:pt>
                <c:pt idx="88">
                  <c:v>0.0352672559523811</c:v>
                </c:pt>
                <c:pt idx="89">
                  <c:v>0.0361437082677164</c:v>
                </c:pt>
                <c:pt idx="90">
                  <c:v>0.0356864992307692</c:v>
                </c:pt>
                <c:pt idx="91">
                  <c:v>0.035400959923664</c:v>
                </c:pt>
                <c:pt idx="92">
                  <c:v>0.0339952704545456</c:v>
                </c:pt>
                <c:pt idx="93">
                  <c:v>0.0339707146616541</c:v>
                </c:pt>
                <c:pt idx="94">
                  <c:v>0.0340138869402983</c:v>
                </c:pt>
                <c:pt idx="95">
                  <c:v>0.033482443014706</c:v>
                </c:pt>
                <c:pt idx="96">
                  <c:v>0.0345230587591241</c:v>
                </c:pt>
                <c:pt idx="97">
                  <c:v>0.0340285532608698</c:v>
                </c:pt>
                <c:pt idx="98">
                  <c:v>0.0336918370503599</c:v>
                </c:pt>
                <c:pt idx="99">
                  <c:v>0.0308726124999999</c:v>
                </c:pt>
                <c:pt idx="100">
                  <c:v>0.032319610992908</c:v>
                </c:pt>
                <c:pt idx="101">
                  <c:v>0.0317812850694442</c:v>
                </c:pt>
                <c:pt idx="102">
                  <c:v>0.0330314427586208</c:v>
                </c:pt>
                <c:pt idx="103">
                  <c:v>0.0340246</c:v>
                </c:pt>
                <c:pt idx="104">
                  <c:v>0.0356808853741496</c:v>
                </c:pt>
                <c:pt idx="105">
                  <c:v>0.0347167530405408</c:v>
                </c:pt>
                <c:pt idx="106">
                  <c:v>0.0330163771523179</c:v>
                </c:pt>
                <c:pt idx="107">
                  <c:v>0.0339561661184213</c:v>
                </c:pt>
                <c:pt idx="108">
                  <c:v>0.0353744879084965</c:v>
                </c:pt>
                <c:pt idx="109">
                  <c:v>0.036252771753247</c:v>
                </c:pt>
                <c:pt idx="110">
                  <c:v>0.0384124587096772</c:v>
                </c:pt>
                <c:pt idx="111">
                  <c:v>0.0372947528481012</c:v>
                </c:pt>
                <c:pt idx="112">
                  <c:v>0.0383058776729558</c:v>
                </c:pt>
                <c:pt idx="113">
                  <c:v>0.0382787818750001</c:v>
                </c:pt>
                <c:pt idx="114">
                  <c:v>0.0380412295031055</c:v>
                </c:pt>
                <c:pt idx="115">
                  <c:v>0.0383938543209879</c:v>
                </c:pt>
                <c:pt idx="116">
                  <c:v>0.0366099645454547</c:v>
                </c:pt>
                <c:pt idx="117">
                  <c:v>0.0364494496987952</c:v>
                </c:pt>
                <c:pt idx="118">
                  <c:v>0.0356400862275451</c:v>
                </c:pt>
                <c:pt idx="119">
                  <c:v>0.0347565166666667</c:v>
                </c:pt>
                <c:pt idx="120">
                  <c:v>0.0352189985465115</c:v>
                </c:pt>
                <c:pt idx="121">
                  <c:v>0.0330721014450867</c:v>
                </c:pt>
                <c:pt idx="122">
                  <c:v>0.0323957008620688</c:v>
                </c:pt>
                <c:pt idx="123">
                  <c:v>0.0332898771428573</c:v>
                </c:pt>
                <c:pt idx="124">
                  <c:v>0.0331569110795454</c:v>
                </c:pt>
                <c:pt idx="125">
                  <c:v>0.0338630075418994</c:v>
                </c:pt>
                <c:pt idx="126">
                  <c:v>0.0340087736111112</c:v>
                </c:pt>
                <c:pt idx="127">
                  <c:v>0.0345175660220995</c:v>
                </c:pt>
                <c:pt idx="128">
                  <c:v>0.0352503964285715</c:v>
                </c:pt>
                <c:pt idx="129">
                  <c:v>0.0360320420765025</c:v>
                </c:pt>
                <c:pt idx="130">
                  <c:v>0.0364472123655914</c:v>
                </c:pt>
                <c:pt idx="131">
                  <c:v>0.0375001585561497</c:v>
                </c:pt>
                <c:pt idx="132">
                  <c:v>0.0378025646276594</c:v>
                </c:pt>
                <c:pt idx="133">
                  <c:v>0.0375067820105819</c:v>
                </c:pt>
                <c:pt idx="134">
                  <c:v>0.0379164113157895</c:v>
                </c:pt>
                <c:pt idx="135">
                  <c:v>0.0382695124352331</c:v>
                </c:pt>
                <c:pt idx="136">
                  <c:v>0.0378300863402061</c:v>
                </c:pt>
                <c:pt idx="137">
                  <c:v>0.0380196915384617</c:v>
                </c:pt>
                <c:pt idx="138">
                  <c:v>0.0381826313775509</c:v>
                </c:pt>
                <c:pt idx="139">
                  <c:v>0.0378714365482232</c:v>
                </c:pt>
                <c:pt idx="140">
                  <c:v>0.0376693457070708</c:v>
                </c:pt>
                <c:pt idx="141">
                  <c:v>0.0378837332500002</c:v>
                </c:pt>
                <c:pt idx="142">
                  <c:v>0.0378496828358209</c:v>
                </c:pt>
                <c:pt idx="143">
                  <c:v>0.0382856450495049</c:v>
                </c:pt>
                <c:pt idx="144">
                  <c:v>0.0394294036945813</c:v>
                </c:pt>
                <c:pt idx="145">
                  <c:v>0.0402894156862747</c:v>
                </c:pt>
                <c:pt idx="146">
                  <c:v>0.0360935099033818</c:v>
                </c:pt>
                <c:pt idx="147">
                  <c:v>0.0359199834134617</c:v>
                </c:pt>
                <c:pt idx="148">
                  <c:v>0.0415433918660289</c:v>
                </c:pt>
                <c:pt idx="149">
                  <c:v>0.0417919438095239</c:v>
                </c:pt>
                <c:pt idx="150">
                  <c:v>0.041824139099526</c:v>
                </c:pt>
                <c:pt idx="151">
                  <c:v>0.0416167146226415</c:v>
                </c:pt>
                <c:pt idx="152">
                  <c:v>0.0416716882882881</c:v>
                </c:pt>
                <c:pt idx="153">
                  <c:v>0.0406374304932735</c:v>
                </c:pt>
                <c:pt idx="154">
                  <c:v>0.0405253145089285</c:v>
                </c:pt>
                <c:pt idx="155">
                  <c:v>0.0410494735555556</c:v>
                </c:pt>
                <c:pt idx="156">
                  <c:v>0.0408583099557521</c:v>
                </c:pt>
                <c:pt idx="157">
                  <c:v>0.0424810853070175</c:v>
                </c:pt>
                <c:pt idx="158">
                  <c:v>0.0427126028384279</c:v>
                </c:pt>
                <c:pt idx="159">
                  <c:v>0.0428295760869567</c:v>
                </c:pt>
                <c:pt idx="160">
                  <c:v>0.0431672227272727</c:v>
                </c:pt>
                <c:pt idx="161">
                  <c:v>0.043471704525862</c:v>
                </c:pt>
                <c:pt idx="162">
                  <c:v>0.042523789148936</c:v>
                </c:pt>
                <c:pt idx="163">
                  <c:v>0.0427734220338983</c:v>
                </c:pt>
                <c:pt idx="164">
                  <c:v>0.0427191995780591</c:v>
                </c:pt>
                <c:pt idx="165">
                  <c:v>0.043018930672269</c:v>
                </c:pt>
                <c:pt idx="166">
                  <c:v>0.0432069742677826</c:v>
                </c:pt>
                <c:pt idx="167">
                  <c:v>0.0425838863636362</c:v>
                </c:pt>
                <c:pt idx="168">
                  <c:v>0.0430481901234567</c:v>
                </c:pt>
                <c:pt idx="169">
                  <c:v>0.0442699524590164</c:v>
                </c:pt>
                <c:pt idx="170">
                  <c:v>0.0446799181632652</c:v>
                </c:pt>
                <c:pt idx="171">
                  <c:v>0.0443168162601627</c:v>
                </c:pt>
                <c:pt idx="172">
                  <c:v>0.0440093106425704</c:v>
                </c:pt>
                <c:pt idx="173">
                  <c:v>0.0454733643999999</c:v>
                </c:pt>
                <c:pt idx="174">
                  <c:v>0.0456882133466135</c:v>
                </c:pt>
                <c:pt idx="175">
                  <c:v>0.0464098658730158</c:v>
                </c:pt>
                <c:pt idx="176">
                  <c:v>0.0465988286561264</c:v>
                </c:pt>
                <c:pt idx="177">
                  <c:v>0.0482477673828126</c:v>
                </c:pt>
                <c:pt idx="178">
                  <c:v>0.0475607214007782</c:v>
                </c:pt>
                <c:pt idx="179">
                  <c:v>0.0466403507751937</c:v>
                </c:pt>
                <c:pt idx="180">
                  <c:v>0.0461790249034749</c:v>
                </c:pt>
                <c:pt idx="181">
                  <c:v>0.0534262994230768</c:v>
                </c:pt>
                <c:pt idx="182">
                  <c:v>0.0538927753787878</c:v>
                </c:pt>
                <c:pt idx="183">
                  <c:v>0.0541657520754716</c:v>
                </c:pt>
                <c:pt idx="184">
                  <c:v>0.0543938505639098</c:v>
                </c:pt>
                <c:pt idx="185">
                  <c:v>0.0547145936329587</c:v>
                </c:pt>
                <c:pt idx="186">
                  <c:v>0.0552054794444444</c:v>
                </c:pt>
                <c:pt idx="187">
                  <c:v>0.0557295199261992</c:v>
                </c:pt>
                <c:pt idx="188">
                  <c:v>0.0559593308823531</c:v>
                </c:pt>
                <c:pt idx="189">
                  <c:v>0.0557428668498167</c:v>
                </c:pt>
                <c:pt idx="190">
                  <c:v>0.0566123791970803</c:v>
                </c:pt>
                <c:pt idx="191">
                  <c:v>0.0568395393501805</c:v>
                </c:pt>
                <c:pt idx="192">
                  <c:v>0.0572789904676258</c:v>
                </c:pt>
                <c:pt idx="193">
                  <c:v>0.0577299437275985</c:v>
                </c:pt>
                <c:pt idx="194">
                  <c:v>0.0573077505357144</c:v>
                </c:pt>
                <c:pt idx="195">
                  <c:v>0.0568532443060498</c:v>
                </c:pt>
                <c:pt idx="196">
                  <c:v>0.0559802684859156</c:v>
                </c:pt>
                <c:pt idx="197">
                  <c:v>0.0563989931578947</c:v>
                </c:pt>
                <c:pt idx="198">
                  <c:v>0.0571494793706295</c:v>
                </c:pt>
                <c:pt idx="199">
                  <c:v>0.0569133054006968</c:v>
                </c:pt>
                <c:pt idx="200">
                  <c:v>0.0567080855902777</c:v>
                </c:pt>
                <c:pt idx="201">
                  <c:v>0.0565042859861592</c:v>
                </c:pt>
                <c:pt idx="202">
                  <c:v>0.0563018918965518</c:v>
                </c:pt>
                <c:pt idx="203">
                  <c:v>0.056100888831615</c:v>
                </c:pt>
                <c:pt idx="204">
                  <c:v>0.0559012624999999</c:v>
                </c:pt>
                <c:pt idx="205">
                  <c:v>0.0561687288395905</c:v>
                </c:pt>
                <c:pt idx="206">
                  <c:v>0.0565195920068027</c:v>
                </c:pt>
                <c:pt idx="207">
                  <c:v>0.0569108866101694</c:v>
                </c:pt>
                <c:pt idx="208">
                  <c:v>0.0567112091216217</c:v>
                </c:pt>
                <c:pt idx="209">
                  <c:v>0.0574986214765101</c:v>
                </c:pt>
                <c:pt idx="210">
                  <c:v>0.0580260520066889</c:v>
                </c:pt>
                <c:pt idx="211">
                  <c:v>0.0583229363333333</c:v>
                </c:pt>
                <c:pt idx="212">
                  <c:v>0.0578234940199337</c:v>
                </c:pt>
                <c:pt idx="213">
                  <c:v>0.0574253895695364</c:v>
                </c:pt>
                <c:pt idx="214">
                  <c:v>0.0572286150165016</c:v>
                </c:pt>
                <c:pt idx="215">
                  <c:v>0.0570331470394737</c:v>
                </c:pt>
                <c:pt idx="216">
                  <c:v>0.0577340724590165</c:v>
                </c:pt>
                <c:pt idx="217">
                  <c:v>0.0583943460784314</c:v>
                </c:pt>
                <c:pt idx="218">
                  <c:v>0.0584037451140065</c:v>
                </c:pt>
                <c:pt idx="219">
                  <c:v>0.0582949676948051</c:v>
                </c:pt>
                <c:pt idx="220">
                  <c:v>0.0583292443365696</c:v>
                </c:pt>
                <c:pt idx="221">
                  <c:v>0.0581339974193548</c:v>
                </c:pt>
                <c:pt idx="222">
                  <c:v>0.0579400061093247</c:v>
                </c:pt>
                <c:pt idx="223">
                  <c:v>0.0587177722756411</c:v>
                </c:pt>
                <c:pt idx="224">
                  <c:v>0.0591940907348244</c:v>
                </c:pt>
                <c:pt idx="225">
                  <c:v>0.0603987585987262</c:v>
                </c:pt>
                <c:pt idx="226">
                  <c:v>0.0608655923809524</c:v>
                </c:pt>
                <c:pt idx="227">
                  <c:v>0.0609490976265823</c:v>
                </c:pt>
                <c:pt idx="228">
                  <c:v>0.0607498746056783</c:v>
                </c:pt>
                <c:pt idx="229">
                  <c:v>0.0605519045597483</c:v>
                </c:pt>
                <c:pt idx="230">
                  <c:v>0.0610262836990597</c:v>
                </c:pt>
                <c:pt idx="231">
                  <c:v>0.0612685235937501</c:v>
                </c:pt>
                <c:pt idx="232">
                  <c:v>0.060748018847352</c:v>
                </c:pt>
                <c:pt idx="233">
                  <c:v>0.0610721854037268</c:v>
                </c:pt>
                <c:pt idx="234">
                  <c:v>0.0606494509287925</c:v>
                </c:pt>
                <c:pt idx="235">
                  <c:v>0.0604554456790124</c:v>
                </c:pt>
                <c:pt idx="236">
                  <c:v>0.0602626343076923</c:v>
                </c:pt>
                <c:pt idx="237">
                  <c:v>0.0599333023006135</c:v>
                </c:pt>
                <c:pt idx="238">
                  <c:v>0.0595477519877675</c:v>
                </c:pt>
                <c:pt idx="239">
                  <c:v>0.0590305374999999</c:v>
                </c:pt>
                <c:pt idx="240">
                  <c:v>0.0585722156534955</c:v>
                </c:pt>
                <c:pt idx="241">
                  <c:v>0.0587820554545456</c:v>
                </c:pt>
                <c:pt idx="242">
                  <c:v>0.0585978057401812</c:v>
                </c:pt>
                <c:pt idx="243">
                  <c:v>0.0584146659638555</c:v>
                </c:pt>
                <c:pt idx="244">
                  <c:v>0.0588316316816816</c:v>
                </c:pt>
                <c:pt idx="245">
                  <c:v>0.0595619020958083</c:v>
                </c:pt>
                <c:pt idx="246">
                  <c:v>0.0600743911940299</c:v>
                </c:pt>
                <c:pt idx="247">
                  <c:v>0.0605150446428571</c:v>
                </c:pt>
                <c:pt idx="248">
                  <c:v>0.0603289112759643</c:v>
                </c:pt>
                <c:pt idx="249">
                  <c:v>0.0601438792899407</c:v>
                </c:pt>
                <c:pt idx="250">
                  <c:v>0.0600483356932154</c:v>
                </c:pt>
                <c:pt idx="251">
                  <c:v>0.0603487564705882</c:v>
                </c:pt>
                <c:pt idx="252">
                  <c:v>0.0597257527859238</c:v>
                </c:pt>
                <c:pt idx="253">
                  <c:v>0.0599913893274854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中证REITs全收益-期间年化收益率</c:f>
              <c:strCache>
                <c:ptCount val="1"/>
                <c:pt idx="0">
                  <c:v>中证REITs全收益-期间年化收益率</c:v>
                </c:pt>
              </c:strCache>
            </c:strRef>
          </c:tx>
          <c:spPr>
            <a:ln w="28575" cap="rnd" cmpd="sng" algn="ctr">
              <a:solidFill>
                <a:srgbClr val="BFBFBF"/>
              </a:solidFill>
              <a:prstDash val="solid"/>
              <a:round/>
            </a:ln>
          </c:spPr>
          <c:marker>
            <c:symbol val="none"/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dLbl>
              <c:idx val="27"/>
              <c:delete val="1"/>
            </c:dLbl>
            <c:dLbl>
              <c:idx val="28"/>
              <c:delete val="1"/>
            </c:dLbl>
            <c:dLbl>
              <c:idx val="29"/>
              <c:delete val="1"/>
            </c:dLbl>
            <c:dLbl>
              <c:idx val="30"/>
              <c:delete val="1"/>
            </c:dLbl>
            <c:dLbl>
              <c:idx val="31"/>
              <c:delete val="1"/>
            </c:dLbl>
            <c:dLbl>
              <c:idx val="32"/>
              <c:delete val="1"/>
            </c:dLbl>
            <c:dLbl>
              <c:idx val="33"/>
              <c:delete val="1"/>
            </c:dLbl>
            <c:dLbl>
              <c:idx val="34"/>
              <c:delete val="1"/>
            </c:dLbl>
            <c:dLbl>
              <c:idx val="35"/>
              <c:delete val="1"/>
            </c:dLbl>
            <c:dLbl>
              <c:idx val="36"/>
              <c:delete val="1"/>
            </c:dLbl>
            <c:dLbl>
              <c:idx val="37"/>
              <c:delete val="1"/>
            </c:dLbl>
            <c:dLbl>
              <c:idx val="38"/>
              <c:delete val="1"/>
            </c:dLbl>
            <c:dLbl>
              <c:idx val="39"/>
              <c:delete val="1"/>
            </c:dLbl>
            <c:dLbl>
              <c:idx val="40"/>
              <c:delete val="1"/>
            </c:dLbl>
            <c:dLbl>
              <c:idx val="41"/>
              <c:delete val="1"/>
            </c:dLbl>
            <c:dLbl>
              <c:idx val="42"/>
              <c:delete val="1"/>
            </c:dLbl>
            <c:dLbl>
              <c:idx val="43"/>
              <c:delete val="1"/>
            </c:dLbl>
            <c:dLbl>
              <c:idx val="44"/>
              <c:delete val="1"/>
            </c:dLbl>
            <c:dLbl>
              <c:idx val="45"/>
              <c:delete val="1"/>
            </c:dLbl>
            <c:dLbl>
              <c:idx val="46"/>
              <c:delete val="1"/>
            </c:dLbl>
            <c:dLbl>
              <c:idx val="47"/>
              <c:delete val="1"/>
            </c:dLbl>
            <c:dLbl>
              <c:idx val="48"/>
              <c:delete val="1"/>
            </c:dLbl>
            <c:dLbl>
              <c:idx val="49"/>
              <c:delete val="1"/>
            </c:dLbl>
            <c:dLbl>
              <c:idx val="50"/>
              <c:delete val="1"/>
            </c:dLbl>
            <c:dLbl>
              <c:idx val="51"/>
              <c:delete val="1"/>
            </c:dLbl>
            <c:dLbl>
              <c:idx val="52"/>
              <c:delete val="1"/>
            </c:dLbl>
            <c:dLbl>
              <c:idx val="53"/>
              <c:delete val="1"/>
            </c:dLbl>
            <c:dLbl>
              <c:idx val="54"/>
              <c:delete val="1"/>
            </c:dLbl>
            <c:dLbl>
              <c:idx val="55"/>
              <c:delete val="1"/>
            </c:dLbl>
            <c:dLbl>
              <c:idx val="56"/>
              <c:delete val="1"/>
            </c:dLbl>
            <c:dLbl>
              <c:idx val="57"/>
              <c:delete val="1"/>
            </c:dLbl>
            <c:dLbl>
              <c:idx val="58"/>
              <c:delete val="1"/>
            </c:dLbl>
            <c:dLbl>
              <c:idx val="59"/>
              <c:delete val="1"/>
            </c:dLbl>
            <c:dLbl>
              <c:idx val="60"/>
              <c:delete val="1"/>
            </c:dLbl>
            <c:dLbl>
              <c:idx val="61"/>
              <c:delete val="1"/>
            </c:dLbl>
            <c:dLbl>
              <c:idx val="62"/>
              <c:delete val="1"/>
            </c:dLbl>
            <c:dLbl>
              <c:idx val="63"/>
              <c:delete val="1"/>
            </c:dLbl>
            <c:dLbl>
              <c:idx val="64"/>
              <c:delete val="1"/>
            </c:dLbl>
            <c:dLbl>
              <c:idx val="65"/>
              <c:delete val="1"/>
            </c:dLbl>
            <c:dLbl>
              <c:idx val="66"/>
              <c:delete val="1"/>
            </c:dLbl>
            <c:dLbl>
              <c:idx val="67"/>
              <c:delete val="1"/>
            </c:dLbl>
            <c:dLbl>
              <c:idx val="68"/>
              <c:delete val="1"/>
            </c:dLbl>
            <c:dLbl>
              <c:idx val="69"/>
              <c:delete val="1"/>
            </c:dLbl>
            <c:dLbl>
              <c:idx val="70"/>
              <c:delete val="1"/>
            </c:dLbl>
            <c:dLbl>
              <c:idx val="71"/>
              <c:delete val="1"/>
            </c:dLbl>
            <c:dLbl>
              <c:idx val="72"/>
              <c:delete val="1"/>
            </c:dLbl>
            <c:dLbl>
              <c:idx val="73"/>
              <c:delete val="1"/>
            </c:dLbl>
            <c:dLbl>
              <c:idx val="74"/>
              <c:delete val="1"/>
            </c:dLbl>
            <c:dLbl>
              <c:idx val="75"/>
              <c:delete val="1"/>
            </c:dLbl>
            <c:dLbl>
              <c:idx val="76"/>
              <c:delete val="1"/>
            </c:dLbl>
            <c:dLbl>
              <c:idx val="77"/>
              <c:delete val="1"/>
            </c:dLbl>
            <c:dLbl>
              <c:idx val="78"/>
              <c:delete val="1"/>
            </c:dLbl>
            <c:dLbl>
              <c:idx val="79"/>
              <c:delete val="1"/>
            </c:dLbl>
            <c:dLbl>
              <c:idx val="80"/>
              <c:delete val="1"/>
            </c:dLbl>
            <c:dLbl>
              <c:idx val="81"/>
              <c:delete val="1"/>
            </c:dLbl>
            <c:dLbl>
              <c:idx val="82"/>
              <c:delete val="1"/>
            </c:dLbl>
            <c:dLbl>
              <c:idx val="83"/>
              <c:delete val="1"/>
            </c:dLbl>
            <c:dLbl>
              <c:idx val="84"/>
              <c:delete val="1"/>
            </c:dLbl>
            <c:dLbl>
              <c:idx val="85"/>
              <c:delete val="1"/>
            </c:dLbl>
            <c:dLbl>
              <c:idx val="86"/>
              <c:delete val="1"/>
            </c:dLbl>
            <c:dLbl>
              <c:idx val="87"/>
              <c:delete val="1"/>
            </c:dLbl>
            <c:dLbl>
              <c:idx val="88"/>
              <c:delete val="1"/>
            </c:dLbl>
            <c:dLbl>
              <c:idx val="89"/>
              <c:delete val="1"/>
            </c:dLbl>
            <c:dLbl>
              <c:idx val="90"/>
              <c:delete val="1"/>
            </c:dLbl>
            <c:dLbl>
              <c:idx val="91"/>
              <c:delete val="1"/>
            </c:dLbl>
            <c:dLbl>
              <c:idx val="92"/>
              <c:delete val="1"/>
            </c:dLbl>
            <c:dLbl>
              <c:idx val="93"/>
              <c:delete val="1"/>
            </c:dLbl>
            <c:dLbl>
              <c:idx val="94"/>
              <c:delete val="1"/>
            </c:dLbl>
            <c:dLbl>
              <c:idx val="95"/>
              <c:delete val="1"/>
            </c:dLbl>
            <c:dLbl>
              <c:idx val="96"/>
              <c:delete val="1"/>
            </c:dLbl>
            <c:dLbl>
              <c:idx val="97"/>
              <c:delete val="1"/>
            </c:dLbl>
            <c:dLbl>
              <c:idx val="98"/>
              <c:delete val="1"/>
            </c:dLbl>
            <c:dLbl>
              <c:idx val="99"/>
              <c:delete val="1"/>
            </c:dLbl>
            <c:dLbl>
              <c:idx val="100"/>
              <c:delete val="1"/>
            </c:dLbl>
            <c:dLbl>
              <c:idx val="101"/>
              <c:delete val="1"/>
            </c:dLbl>
            <c:dLbl>
              <c:idx val="102"/>
              <c:delete val="1"/>
            </c:dLbl>
            <c:dLbl>
              <c:idx val="103"/>
              <c:delete val="1"/>
            </c:dLbl>
            <c:dLbl>
              <c:idx val="104"/>
              <c:delete val="1"/>
            </c:dLbl>
            <c:dLbl>
              <c:idx val="105"/>
              <c:delete val="1"/>
            </c:dLbl>
            <c:dLbl>
              <c:idx val="106"/>
              <c:delete val="1"/>
            </c:dLbl>
            <c:dLbl>
              <c:idx val="107"/>
              <c:delete val="1"/>
            </c:dLbl>
            <c:dLbl>
              <c:idx val="108"/>
              <c:delete val="1"/>
            </c:dLbl>
            <c:dLbl>
              <c:idx val="109"/>
              <c:delete val="1"/>
            </c:dLbl>
            <c:dLbl>
              <c:idx val="110"/>
              <c:delete val="1"/>
            </c:dLbl>
            <c:dLbl>
              <c:idx val="111"/>
              <c:delete val="1"/>
            </c:dLbl>
            <c:dLbl>
              <c:idx val="112"/>
              <c:delete val="1"/>
            </c:dLbl>
            <c:dLbl>
              <c:idx val="113"/>
              <c:delete val="1"/>
            </c:dLbl>
            <c:dLbl>
              <c:idx val="114"/>
              <c:delete val="1"/>
            </c:dLbl>
            <c:dLbl>
              <c:idx val="115"/>
              <c:delete val="1"/>
            </c:dLbl>
            <c:dLbl>
              <c:idx val="116"/>
              <c:delete val="1"/>
            </c:dLbl>
            <c:dLbl>
              <c:idx val="117"/>
              <c:delete val="1"/>
            </c:dLbl>
            <c:dLbl>
              <c:idx val="118"/>
              <c:delete val="1"/>
            </c:dLbl>
            <c:dLbl>
              <c:idx val="119"/>
              <c:delete val="1"/>
            </c:dLbl>
            <c:dLbl>
              <c:idx val="120"/>
              <c:delete val="1"/>
            </c:dLbl>
            <c:dLbl>
              <c:idx val="121"/>
              <c:delete val="1"/>
            </c:dLbl>
            <c:dLbl>
              <c:idx val="122"/>
              <c:delete val="1"/>
            </c:dLbl>
            <c:dLbl>
              <c:idx val="123"/>
              <c:delete val="1"/>
            </c:dLbl>
            <c:dLbl>
              <c:idx val="124"/>
              <c:delete val="1"/>
            </c:dLbl>
            <c:dLbl>
              <c:idx val="125"/>
              <c:delete val="1"/>
            </c:dLbl>
            <c:dLbl>
              <c:idx val="126"/>
              <c:delete val="1"/>
            </c:dLbl>
            <c:dLbl>
              <c:idx val="127"/>
              <c:delete val="1"/>
            </c:dLbl>
            <c:dLbl>
              <c:idx val="128"/>
              <c:delete val="1"/>
            </c:dLbl>
            <c:dLbl>
              <c:idx val="129"/>
              <c:delete val="1"/>
            </c:dLbl>
            <c:dLbl>
              <c:idx val="130"/>
              <c:delete val="1"/>
            </c:dLbl>
            <c:dLbl>
              <c:idx val="131"/>
              <c:delete val="1"/>
            </c:dLbl>
            <c:dLbl>
              <c:idx val="132"/>
              <c:delete val="1"/>
            </c:dLbl>
            <c:dLbl>
              <c:idx val="133"/>
              <c:delete val="1"/>
            </c:dLbl>
            <c:dLbl>
              <c:idx val="134"/>
              <c:delete val="1"/>
            </c:dLbl>
            <c:dLbl>
              <c:idx val="135"/>
              <c:delete val="1"/>
            </c:dLbl>
            <c:dLbl>
              <c:idx val="136"/>
              <c:delete val="1"/>
            </c:dLbl>
            <c:dLbl>
              <c:idx val="137"/>
              <c:delete val="1"/>
            </c:dLbl>
            <c:dLbl>
              <c:idx val="138"/>
              <c:delete val="1"/>
            </c:dLbl>
            <c:dLbl>
              <c:idx val="139"/>
              <c:delete val="1"/>
            </c:dLbl>
            <c:dLbl>
              <c:idx val="140"/>
              <c:delete val="1"/>
            </c:dLbl>
            <c:dLbl>
              <c:idx val="141"/>
              <c:delete val="1"/>
            </c:dLbl>
            <c:dLbl>
              <c:idx val="142"/>
              <c:delete val="1"/>
            </c:dLbl>
            <c:dLbl>
              <c:idx val="143"/>
              <c:delete val="1"/>
            </c:dLbl>
            <c:dLbl>
              <c:idx val="144"/>
              <c:delete val="1"/>
            </c:dLbl>
            <c:dLbl>
              <c:idx val="145"/>
              <c:delete val="1"/>
            </c:dLbl>
            <c:dLbl>
              <c:idx val="146"/>
              <c:delete val="1"/>
            </c:dLbl>
            <c:dLbl>
              <c:idx val="147"/>
              <c:delete val="1"/>
            </c:dLbl>
            <c:dLbl>
              <c:idx val="148"/>
              <c:delete val="1"/>
            </c:dLbl>
            <c:dLbl>
              <c:idx val="149"/>
              <c:delete val="1"/>
            </c:dLbl>
            <c:dLbl>
              <c:idx val="150"/>
              <c:delete val="1"/>
            </c:dLbl>
            <c:dLbl>
              <c:idx val="151"/>
              <c:delete val="1"/>
            </c:dLbl>
            <c:dLbl>
              <c:idx val="152"/>
              <c:delete val="1"/>
            </c:dLbl>
            <c:dLbl>
              <c:idx val="153"/>
              <c:delete val="1"/>
            </c:dLbl>
            <c:dLbl>
              <c:idx val="154"/>
              <c:delete val="1"/>
            </c:dLbl>
            <c:dLbl>
              <c:idx val="155"/>
              <c:delete val="1"/>
            </c:dLbl>
            <c:dLbl>
              <c:idx val="156"/>
              <c:delete val="1"/>
            </c:dLbl>
            <c:dLbl>
              <c:idx val="157"/>
              <c:delete val="1"/>
            </c:dLbl>
            <c:dLbl>
              <c:idx val="158"/>
              <c:delete val="1"/>
            </c:dLbl>
            <c:dLbl>
              <c:idx val="159"/>
              <c:delete val="1"/>
            </c:dLbl>
            <c:dLbl>
              <c:idx val="160"/>
              <c:delete val="1"/>
            </c:dLbl>
            <c:dLbl>
              <c:idx val="161"/>
              <c:delete val="1"/>
            </c:dLbl>
            <c:dLbl>
              <c:idx val="162"/>
              <c:delete val="1"/>
            </c:dLbl>
            <c:dLbl>
              <c:idx val="163"/>
              <c:delete val="1"/>
            </c:dLbl>
            <c:dLbl>
              <c:idx val="164"/>
              <c:delete val="1"/>
            </c:dLbl>
            <c:dLbl>
              <c:idx val="165"/>
              <c:delete val="1"/>
            </c:dLbl>
            <c:dLbl>
              <c:idx val="166"/>
              <c:delete val="1"/>
            </c:dLbl>
            <c:dLbl>
              <c:idx val="167"/>
              <c:delete val="1"/>
            </c:dLbl>
            <c:dLbl>
              <c:idx val="168"/>
              <c:delete val="1"/>
            </c:dLbl>
            <c:dLbl>
              <c:idx val="169"/>
              <c:delete val="1"/>
            </c:dLbl>
            <c:dLbl>
              <c:idx val="170"/>
              <c:delete val="1"/>
            </c:dLbl>
            <c:dLbl>
              <c:idx val="171"/>
              <c:delete val="1"/>
            </c:dLbl>
            <c:dLbl>
              <c:idx val="172"/>
              <c:delete val="1"/>
            </c:dLbl>
            <c:dLbl>
              <c:idx val="173"/>
              <c:delete val="1"/>
            </c:dLbl>
            <c:dLbl>
              <c:idx val="174"/>
              <c:delete val="1"/>
            </c:dLbl>
            <c:dLbl>
              <c:idx val="175"/>
              <c:delete val="1"/>
            </c:dLbl>
            <c:dLbl>
              <c:idx val="176"/>
              <c:delete val="1"/>
            </c:dLbl>
            <c:dLbl>
              <c:idx val="177"/>
              <c:delete val="1"/>
            </c:dLbl>
            <c:dLbl>
              <c:idx val="178"/>
              <c:delete val="1"/>
            </c:dLbl>
            <c:dLbl>
              <c:idx val="179"/>
              <c:delete val="1"/>
            </c:dLbl>
            <c:dLbl>
              <c:idx val="180"/>
              <c:delete val="1"/>
            </c:dLbl>
            <c:dLbl>
              <c:idx val="181"/>
              <c:delete val="1"/>
            </c:dLbl>
            <c:dLbl>
              <c:idx val="182"/>
              <c:delete val="1"/>
            </c:dLbl>
            <c:dLbl>
              <c:idx val="183"/>
              <c:delete val="1"/>
            </c:dLbl>
            <c:dLbl>
              <c:idx val="184"/>
              <c:delete val="1"/>
            </c:dLbl>
            <c:dLbl>
              <c:idx val="185"/>
              <c:delete val="1"/>
            </c:dLbl>
            <c:dLbl>
              <c:idx val="186"/>
              <c:delete val="1"/>
            </c:dLbl>
            <c:dLbl>
              <c:idx val="187"/>
              <c:delete val="1"/>
            </c:dLbl>
            <c:dLbl>
              <c:idx val="188"/>
              <c:delete val="1"/>
            </c:dLbl>
            <c:dLbl>
              <c:idx val="189"/>
              <c:delete val="1"/>
            </c:dLbl>
            <c:dLbl>
              <c:idx val="190"/>
              <c:delete val="1"/>
            </c:dLbl>
            <c:dLbl>
              <c:idx val="191"/>
              <c:delete val="1"/>
            </c:dLbl>
            <c:dLbl>
              <c:idx val="192"/>
              <c:delete val="1"/>
            </c:dLbl>
            <c:dLbl>
              <c:idx val="193"/>
              <c:delete val="1"/>
            </c:dLbl>
            <c:dLbl>
              <c:idx val="194"/>
              <c:delete val="1"/>
            </c:dLbl>
            <c:dLbl>
              <c:idx val="195"/>
              <c:delete val="1"/>
            </c:dLbl>
            <c:dLbl>
              <c:idx val="196"/>
              <c:delete val="1"/>
            </c:dLbl>
            <c:dLbl>
              <c:idx val="197"/>
              <c:delete val="1"/>
            </c:dLbl>
            <c:dLbl>
              <c:idx val="198"/>
              <c:delete val="1"/>
            </c:dLbl>
            <c:dLbl>
              <c:idx val="199"/>
              <c:delete val="1"/>
            </c:dLbl>
            <c:dLbl>
              <c:idx val="200"/>
              <c:delete val="1"/>
            </c:dLbl>
            <c:dLbl>
              <c:idx val="201"/>
              <c:delete val="1"/>
            </c:dLbl>
            <c:dLbl>
              <c:idx val="202"/>
              <c:delete val="1"/>
            </c:dLbl>
            <c:dLbl>
              <c:idx val="203"/>
              <c:delete val="1"/>
            </c:dLbl>
            <c:dLbl>
              <c:idx val="204"/>
              <c:delete val="1"/>
            </c:dLbl>
            <c:dLbl>
              <c:idx val="205"/>
              <c:delete val="1"/>
            </c:dLbl>
            <c:dLbl>
              <c:idx val="206"/>
              <c:delete val="1"/>
            </c:dLbl>
            <c:dLbl>
              <c:idx val="207"/>
              <c:delete val="1"/>
            </c:dLbl>
            <c:dLbl>
              <c:idx val="208"/>
              <c:delete val="1"/>
            </c:dLbl>
            <c:dLbl>
              <c:idx val="209"/>
              <c:delete val="1"/>
            </c:dLbl>
            <c:dLbl>
              <c:idx val="210"/>
              <c:delete val="1"/>
            </c:dLbl>
            <c:dLbl>
              <c:idx val="211"/>
              <c:delete val="1"/>
            </c:dLbl>
            <c:dLbl>
              <c:idx val="212"/>
              <c:delete val="1"/>
            </c:dLbl>
            <c:dLbl>
              <c:idx val="213"/>
              <c:delete val="1"/>
            </c:dLbl>
            <c:dLbl>
              <c:idx val="214"/>
              <c:delete val="1"/>
            </c:dLbl>
            <c:dLbl>
              <c:idx val="215"/>
              <c:delete val="1"/>
            </c:dLbl>
            <c:dLbl>
              <c:idx val="216"/>
              <c:delete val="1"/>
            </c:dLbl>
            <c:dLbl>
              <c:idx val="217"/>
              <c:delete val="1"/>
            </c:dLbl>
            <c:dLbl>
              <c:idx val="218"/>
              <c:delete val="1"/>
            </c:dLbl>
            <c:dLbl>
              <c:idx val="219"/>
              <c:delete val="1"/>
            </c:dLbl>
            <c:dLbl>
              <c:idx val="220"/>
              <c:delete val="1"/>
            </c:dLbl>
            <c:dLbl>
              <c:idx val="221"/>
              <c:delete val="1"/>
            </c:dLbl>
            <c:dLbl>
              <c:idx val="222"/>
              <c:delete val="1"/>
            </c:dLbl>
            <c:dLbl>
              <c:idx val="223"/>
              <c:delete val="1"/>
            </c:dLbl>
            <c:dLbl>
              <c:idx val="224"/>
              <c:delete val="1"/>
            </c:dLbl>
            <c:dLbl>
              <c:idx val="225"/>
              <c:delete val="1"/>
            </c:dLbl>
            <c:dLbl>
              <c:idx val="226"/>
              <c:delete val="1"/>
            </c:dLbl>
            <c:dLbl>
              <c:idx val="227"/>
              <c:delete val="1"/>
            </c:dLbl>
            <c:dLbl>
              <c:idx val="228"/>
              <c:delete val="1"/>
            </c:dLbl>
            <c:dLbl>
              <c:idx val="229"/>
              <c:delete val="1"/>
            </c:dLbl>
            <c:dLbl>
              <c:idx val="230"/>
              <c:delete val="1"/>
            </c:dLbl>
            <c:dLbl>
              <c:idx val="231"/>
              <c:delete val="1"/>
            </c:dLbl>
            <c:dLbl>
              <c:idx val="232"/>
              <c:delete val="1"/>
            </c:dLbl>
            <c:dLbl>
              <c:idx val="233"/>
              <c:delete val="1"/>
            </c:dLbl>
            <c:dLbl>
              <c:idx val="234"/>
              <c:delete val="1"/>
            </c:dLbl>
            <c:dLbl>
              <c:idx val="235"/>
              <c:delete val="1"/>
            </c:dLbl>
            <c:dLbl>
              <c:idx val="236"/>
              <c:delete val="1"/>
            </c:dLbl>
            <c:dLbl>
              <c:idx val="237"/>
              <c:delete val="1"/>
            </c:dLbl>
            <c:dLbl>
              <c:idx val="238"/>
              <c:delete val="1"/>
            </c:dLbl>
            <c:dLbl>
              <c:idx val="239"/>
              <c:delete val="1"/>
            </c:dLbl>
            <c:dLbl>
              <c:idx val="240"/>
              <c:delete val="1"/>
            </c:dLbl>
            <c:dLbl>
              <c:idx val="241"/>
              <c:delete val="1"/>
            </c:dLbl>
            <c:dLbl>
              <c:idx val="242"/>
              <c:delete val="1"/>
            </c:dLbl>
            <c:dLbl>
              <c:idx val="243"/>
              <c:delete val="1"/>
            </c:dLbl>
            <c:dLbl>
              <c:idx val="244"/>
              <c:delete val="1"/>
            </c:dLbl>
            <c:dLbl>
              <c:idx val="245"/>
              <c:delete val="1"/>
            </c:dLbl>
            <c:dLbl>
              <c:idx val="246"/>
              <c:delete val="1"/>
            </c:dLbl>
            <c:dLbl>
              <c:idx val="247"/>
              <c:delete val="1"/>
            </c:dLbl>
            <c:dLbl>
              <c:idx val="248"/>
              <c:delete val="1"/>
            </c:dLbl>
            <c:dLbl>
              <c:idx val="249"/>
              <c:delete val="1"/>
            </c:dLbl>
            <c:dLbl>
              <c:idx val="250"/>
              <c:delete val="1"/>
            </c:dLbl>
            <c:dLbl>
              <c:idx val="251"/>
              <c:delete val="1"/>
            </c:dLbl>
            <c:dLbl>
              <c:idx val="252"/>
              <c:delete val="1"/>
            </c:dLbl>
            <c:dLbl>
              <c:idx val="253"/>
              <c:layout/>
              <c:numFmt formatCode="0.0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lang="zh-CN" sz="1000" b="0" i="0" u="none" strike="noStrike" kern="1200" baseline="0">
                      <a:solidFill>
                        <a:srgbClr val="BFBFBF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/>
              </c:ext>
            </c:extLst>
          </c:dLbls>
          <c:cat>
            <c:numRef>
              <c:f>'[20260624-产品一页通.xlsx]汇鑫1号'!$A$2:$A$255</c:f>
              <c:numCache>
                <c:formatCode>yyyy/mm/dd</c:formatCode>
                <c:ptCount val="254"/>
                <c:pt idx="0" c:formatCode="yyyy/mm/dd">
                  <c:v>45856</c:v>
                </c:pt>
                <c:pt idx="1" c:formatCode="yyyy/mm/dd">
                  <c:v>45859</c:v>
                </c:pt>
                <c:pt idx="2" c:formatCode="yyyy/mm/dd">
                  <c:v>45860</c:v>
                </c:pt>
                <c:pt idx="3" c:formatCode="yyyy/mm/dd">
                  <c:v>45861</c:v>
                </c:pt>
                <c:pt idx="4" c:formatCode="yyyy/mm/dd">
                  <c:v>45862</c:v>
                </c:pt>
                <c:pt idx="5" c:formatCode="yyyy/mm/dd">
                  <c:v>45863</c:v>
                </c:pt>
                <c:pt idx="6" c:formatCode="yyyy/mm/dd">
                  <c:v>45866</c:v>
                </c:pt>
                <c:pt idx="7" c:formatCode="yyyy/mm/dd">
                  <c:v>45867</c:v>
                </c:pt>
                <c:pt idx="8" c:formatCode="yyyy/mm/dd">
                  <c:v>45868</c:v>
                </c:pt>
                <c:pt idx="9" c:formatCode="yyyy/mm/dd">
                  <c:v>45869</c:v>
                </c:pt>
                <c:pt idx="10" c:formatCode="yyyy/mm/dd">
                  <c:v>45870</c:v>
                </c:pt>
                <c:pt idx="11" c:formatCode="yyyy/mm/dd">
                  <c:v>45873</c:v>
                </c:pt>
                <c:pt idx="12" c:formatCode="yyyy/mm/dd">
                  <c:v>45874</c:v>
                </c:pt>
                <c:pt idx="13" c:formatCode="yyyy/mm/dd">
                  <c:v>45875</c:v>
                </c:pt>
                <c:pt idx="14" c:formatCode="yyyy/mm/dd">
                  <c:v>45876</c:v>
                </c:pt>
                <c:pt idx="15" c:formatCode="yyyy/mm/dd">
                  <c:v>45877</c:v>
                </c:pt>
                <c:pt idx="16" c:formatCode="yyyy/mm/dd">
                  <c:v>45880</c:v>
                </c:pt>
                <c:pt idx="17" c:formatCode="yyyy/mm/dd">
                  <c:v>45881</c:v>
                </c:pt>
                <c:pt idx="18" c:formatCode="yyyy/mm/dd">
                  <c:v>45882</c:v>
                </c:pt>
                <c:pt idx="19" c:formatCode="yyyy/mm/dd">
                  <c:v>45883</c:v>
                </c:pt>
                <c:pt idx="20" c:formatCode="yyyy/mm/dd">
                  <c:v>45884</c:v>
                </c:pt>
                <c:pt idx="21" c:formatCode="yyyy/mm/dd">
                  <c:v>45887</c:v>
                </c:pt>
                <c:pt idx="22" c:formatCode="yyyy/mm/dd">
                  <c:v>45888</c:v>
                </c:pt>
                <c:pt idx="23" c:formatCode="yyyy/mm/dd">
                  <c:v>45889</c:v>
                </c:pt>
                <c:pt idx="24" c:formatCode="yyyy/mm/dd">
                  <c:v>45890</c:v>
                </c:pt>
                <c:pt idx="25" c:formatCode="yyyy/mm/dd">
                  <c:v>45891</c:v>
                </c:pt>
                <c:pt idx="26" c:formatCode="yyyy/mm/dd">
                  <c:v>45894</c:v>
                </c:pt>
                <c:pt idx="27" c:formatCode="yyyy/mm/dd">
                  <c:v>45895</c:v>
                </c:pt>
                <c:pt idx="28" c:formatCode="yyyy/mm/dd">
                  <c:v>45896</c:v>
                </c:pt>
                <c:pt idx="29" c:formatCode="yyyy/mm/dd">
                  <c:v>45897</c:v>
                </c:pt>
                <c:pt idx="30" c:formatCode="yyyy/mm/dd">
                  <c:v>45898</c:v>
                </c:pt>
                <c:pt idx="31" c:formatCode="yyyy/mm/dd">
                  <c:v>45901</c:v>
                </c:pt>
                <c:pt idx="32" c:formatCode="yyyy/mm/dd">
                  <c:v>45902</c:v>
                </c:pt>
                <c:pt idx="33" c:formatCode="yyyy/mm/dd">
                  <c:v>45903</c:v>
                </c:pt>
                <c:pt idx="34" c:formatCode="yyyy/mm/dd">
                  <c:v>45904</c:v>
                </c:pt>
                <c:pt idx="35" c:formatCode="yyyy/mm/dd">
                  <c:v>45905</c:v>
                </c:pt>
                <c:pt idx="36" c:formatCode="yyyy/mm/dd">
                  <c:v>45908</c:v>
                </c:pt>
                <c:pt idx="37" c:formatCode="yyyy/mm/dd">
                  <c:v>45909</c:v>
                </c:pt>
                <c:pt idx="38" c:formatCode="yyyy/mm/dd">
                  <c:v>45910</c:v>
                </c:pt>
                <c:pt idx="39" c:formatCode="yyyy/mm/dd">
                  <c:v>45911</c:v>
                </c:pt>
                <c:pt idx="40" c:formatCode="yyyy/mm/dd">
                  <c:v>45912</c:v>
                </c:pt>
                <c:pt idx="41" c:formatCode="yyyy/mm/dd">
                  <c:v>45915</c:v>
                </c:pt>
                <c:pt idx="42" c:formatCode="yyyy/mm/dd">
                  <c:v>45916</c:v>
                </c:pt>
                <c:pt idx="43" c:formatCode="yyyy/mm/dd">
                  <c:v>45917</c:v>
                </c:pt>
                <c:pt idx="44" c:formatCode="yyyy/mm/dd">
                  <c:v>45918</c:v>
                </c:pt>
                <c:pt idx="45" c:formatCode="yyyy/mm/dd">
                  <c:v>45919</c:v>
                </c:pt>
                <c:pt idx="46" c:formatCode="yyyy/mm/dd">
                  <c:v>45922</c:v>
                </c:pt>
                <c:pt idx="47" c:formatCode="yyyy/mm/dd">
                  <c:v>45923</c:v>
                </c:pt>
                <c:pt idx="48" c:formatCode="yyyy/mm/dd">
                  <c:v>45924</c:v>
                </c:pt>
                <c:pt idx="49" c:formatCode="yyyy/mm/dd">
                  <c:v>45925</c:v>
                </c:pt>
                <c:pt idx="50" c:formatCode="yyyy/mm/dd">
                  <c:v>45926</c:v>
                </c:pt>
                <c:pt idx="51" c:formatCode="yyyy/mm/dd">
                  <c:v>45927</c:v>
                </c:pt>
                <c:pt idx="52" c:formatCode="yyyy/mm/dd">
                  <c:v>45929</c:v>
                </c:pt>
                <c:pt idx="53" c:formatCode="yyyy/mm/dd">
                  <c:v>45930</c:v>
                </c:pt>
                <c:pt idx="54" c:formatCode="yyyy/mm/dd">
                  <c:v>45939</c:v>
                </c:pt>
                <c:pt idx="55" c:formatCode="yyyy/mm/dd">
                  <c:v>45940</c:v>
                </c:pt>
                <c:pt idx="56" c:formatCode="yyyy/mm/dd">
                  <c:v>45943</c:v>
                </c:pt>
                <c:pt idx="57" c:formatCode="yyyy/mm/dd">
                  <c:v>45944</c:v>
                </c:pt>
                <c:pt idx="58" c:formatCode="yyyy/mm/dd">
                  <c:v>45945</c:v>
                </c:pt>
                <c:pt idx="59" c:formatCode="yyyy/mm/dd">
                  <c:v>45946</c:v>
                </c:pt>
                <c:pt idx="60" c:formatCode="yyyy/mm/dd">
                  <c:v>45947</c:v>
                </c:pt>
                <c:pt idx="61" c:formatCode="yyyy/mm/dd">
                  <c:v>45950</c:v>
                </c:pt>
                <c:pt idx="62" c:formatCode="yyyy/mm/dd">
                  <c:v>45951</c:v>
                </c:pt>
                <c:pt idx="63" c:formatCode="yyyy/mm/dd">
                  <c:v>45952</c:v>
                </c:pt>
                <c:pt idx="64" c:formatCode="yyyy/mm/dd">
                  <c:v>45953</c:v>
                </c:pt>
                <c:pt idx="65" c:formatCode="yyyy/mm/dd">
                  <c:v>45954</c:v>
                </c:pt>
                <c:pt idx="66" c:formatCode="yyyy/mm/dd">
                  <c:v>45955</c:v>
                </c:pt>
                <c:pt idx="67" c:formatCode="yyyy/mm/dd">
                  <c:v>45956</c:v>
                </c:pt>
                <c:pt idx="68" c:formatCode="yyyy/mm/dd">
                  <c:v>45957</c:v>
                </c:pt>
                <c:pt idx="69" c:formatCode="yyyy/mm/dd">
                  <c:v>45958</c:v>
                </c:pt>
                <c:pt idx="70" c:formatCode="yyyy/mm/dd">
                  <c:v>45959</c:v>
                </c:pt>
                <c:pt idx="71" c:formatCode="yyyy/mm/dd">
                  <c:v>45960</c:v>
                </c:pt>
                <c:pt idx="72" c:formatCode="yyyy/mm/dd">
                  <c:v>45961</c:v>
                </c:pt>
                <c:pt idx="73" c:formatCode="yyyy/mm/dd">
                  <c:v>45964</c:v>
                </c:pt>
                <c:pt idx="74" c:formatCode="yyyy/mm/dd">
                  <c:v>45965</c:v>
                </c:pt>
                <c:pt idx="75" c:formatCode="yyyy/mm/dd">
                  <c:v>45966</c:v>
                </c:pt>
                <c:pt idx="76" c:formatCode="yyyy/mm/dd">
                  <c:v>45967</c:v>
                </c:pt>
                <c:pt idx="77" c:formatCode="yyyy/mm/dd">
                  <c:v>45968</c:v>
                </c:pt>
                <c:pt idx="78" c:formatCode="yyyy/mm/dd">
                  <c:v>45969</c:v>
                </c:pt>
                <c:pt idx="79" c:formatCode="yyyy/mm/dd">
                  <c:v>45970</c:v>
                </c:pt>
                <c:pt idx="80" c:formatCode="yyyy/mm/dd">
                  <c:v>45971</c:v>
                </c:pt>
                <c:pt idx="81" c:formatCode="yyyy/mm/dd">
                  <c:v>45972</c:v>
                </c:pt>
                <c:pt idx="82" c:formatCode="yyyy/mm/dd">
                  <c:v>45973</c:v>
                </c:pt>
                <c:pt idx="83" c:formatCode="yyyy/mm/dd">
                  <c:v>45974</c:v>
                </c:pt>
                <c:pt idx="84" c:formatCode="yyyy/mm/dd">
                  <c:v>45975</c:v>
                </c:pt>
                <c:pt idx="85" c:formatCode="yyyy/mm/dd">
                  <c:v>45978</c:v>
                </c:pt>
                <c:pt idx="86" c:formatCode="yyyy/mm/dd">
                  <c:v>45979</c:v>
                </c:pt>
                <c:pt idx="87" c:formatCode="yyyy/mm/dd">
                  <c:v>45980</c:v>
                </c:pt>
                <c:pt idx="88" c:formatCode="yyyy/mm/dd">
                  <c:v>45981</c:v>
                </c:pt>
                <c:pt idx="89" c:formatCode="yyyy/mm/dd">
                  <c:v>45982</c:v>
                </c:pt>
                <c:pt idx="90" c:formatCode="yyyy/mm/dd">
                  <c:v>45985</c:v>
                </c:pt>
                <c:pt idx="91" c:formatCode="yyyy/mm/dd">
                  <c:v>45986</c:v>
                </c:pt>
                <c:pt idx="92" c:formatCode="yyyy/mm/dd">
                  <c:v>45987</c:v>
                </c:pt>
                <c:pt idx="93" c:formatCode="yyyy/mm/dd">
                  <c:v>45988</c:v>
                </c:pt>
                <c:pt idx="94" c:formatCode="yyyy/mm/dd">
                  <c:v>45989</c:v>
                </c:pt>
                <c:pt idx="95" c:formatCode="yyyy/mm/dd">
                  <c:v>45991</c:v>
                </c:pt>
                <c:pt idx="96" c:formatCode="yyyy/mm/dd">
                  <c:v>45992</c:v>
                </c:pt>
                <c:pt idx="97" c:formatCode="yyyy/mm/dd">
                  <c:v>45993</c:v>
                </c:pt>
                <c:pt idx="98" c:formatCode="yyyy/mm/dd">
                  <c:v>45994</c:v>
                </c:pt>
                <c:pt idx="99" c:formatCode="yyyy/mm/dd">
                  <c:v>45995</c:v>
                </c:pt>
                <c:pt idx="100" c:formatCode="yyyy/mm/dd">
                  <c:v>45996</c:v>
                </c:pt>
                <c:pt idx="101" c:formatCode="yyyy/mm/dd">
                  <c:v>45999</c:v>
                </c:pt>
                <c:pt idx="102" c:formatCode="yyyy/mm/dd">
                  <c:v>46000</c:v>
                </c:pt>
                <c:pt idx="103" c:formatCode="yyyy/mm/dd">
                  <c:v>46001</c:v>
                </c:pt>
                <c:pt idx="104" c:formatCode="yyyy/mm/dd">
                  <c:v>46002</c:v>
                </c:pt>
                <c:pt idx="105" c:formatCode="yyyy/mm/dd">
                  <c:v>46003</c:v>
                </c:pt>
                <c:pt idx="106" c:formatCode="yyyy/mm/dd">
                  <c:v>46006</c:v>
                </c:pt>
                <c:pt idx="107" c:formatCode="yyyy/mm/dd">
                  <c:v>46007</c:v>
                </c:pt>
                <c:pt idx="108" c:formatCode="yyyy/mm/dd">
                  <c:v>46008</c:v>
                </c:pt>
                <c:pt idx="109" c:formatCode="yyyy/mm/dd">
                  <c:v>46009</c:v>
                </c:pt>
                <c:pt idx="110" c:formatCode="yyyy/mm/dd">
                  <c:v>46010</c:v>
                </c:pt>
                <c:pt idx="111" c:formatCode="yyyy/mm/dd">
                  <c:v>46013</c:v>
                </c:pt>
                <c:pt idx="112" c:formatCode="yyyy/mm/dd">
                  <c:v>46014</c:v>
                </c:pt>
                <c:pt idx="113" c:formatCode="yyyy/mm/dd">
                  <c:v>46015</c:v>
                </c:pt>
                <c:pt idx="114" c:formatCode="yyyy/mm/dd">
                  <c:v>46016</c:v>
                </c:pt>
                <c:pt idx="115" c:formatCode="yyyy/mm/dd">
                  <c:v>46017</c:v>
                </c:pt>
                <c:pt idx="116" c:formatCode="yyyy/mm/dd">
                  <c:v>46020</c:v>
                </c:pt>
                <c:pt idx="117" c:formatCode="yyyy/mm/dd">
                  <c:v>46021</c:v>
                </c:pt>
                <c:pt idx="118" c:formatCode="yyyy/mm/dd">
                  <c:v>46022</c:v>
                </c:pt>
                <c:pt idx="119" c:formatCode="yyyy/mm/dd">
                  <c:v>46026</c:v>
                </c:pt>
                <c:pt idx="120" c:formatCode="yyyy/mm/dd">
                  <c:v>46027</c:v>
                </c:pt>
                <c:pt idx="121" c:formatCode="yyyy/mm/dd">
                  <c:v>46028</c:v>
                </c:pt>
                <c:pt idx="122" c:formatCode="yyyy/mm/dd">
                  <c:v>46029</c:v>
                </c:pt>
                <c:pt idx="123" c:formatCode="yyyy/mm/dd">
                  <c:v>46030</c:v>
                </c:pt>
                <c:pt idx="124" c:formatCode="yyyy/mm/dd">
                  <c:v>46031</c:v>
                </c:pt>
                <c:pt idx="125" c:formatCode="yyyy/mm/dd">
                  <c:v>46034</c:v>
                </c:pt>
                <c:pt idx="126" c:formatCode="yyyy/mm/dd">
                  <c:v>46035</c:v>
                </c:pt>
                <c:pt idx="127" c:formatCode="yyyy/mm/dd">
                  <c:v>46036</c:v>
                </c:pt>
                <c:pt idx="128" c:formatCode="yyyy/mm/dd">
                  <c:v>46037</c:v>
                </c:pt>
                <c:pt idx="129" c:formatCode="yyyy/mm/dd">
                  <c:v>46038</c:v>
                </c:pt>
                <c:pt idx="130" c:formatCode="yyyy/mm/dd">
                  <c:v>46041</c:v>
                </c:pt>
                <c:pt idx="131" c:formatCode="yyyy/mm/dd">
                  <c:v>46042</c:v>
                </c:pt>
                <c:pt idx="132" c:formatCode="yyyy/mm/dd">
                  <c:v>46043</c:v>
                </c:pt>
                <c:pt idx="133" c:formatCode="yyyy/mm/dd">
                  <c:v>46044</c:v>
                </c:pt>
                <c:pt idx="134" c:formatCode="yyyy/mm/dd">
                  <c:v>46045</c:v>
                </c:pt>
                <c:pt idx="135" c:formatCode="yyyy/mm/dd">
                  <c:v>46048</c:v>
                </c:pt>
                <c:pt idx="136" c:formatCode="yyyy/mm/dd">
                  <c:v>46049</c:v>
                </c:pt>
                <c:pt idx="137" c:formatCode="yyyy/mm/dd">
                  <c:v>46050</c:v>
                </c:pt>
                <c:pt idx="138" c:formatCode="yyyy/mm/dd">
                  <c:v>46051</c:v>
                </c:pt>
                <c:pt idx="139" c:formatCode="yyyy/mm/dd">
                  <c:v>46052</c:v>
                </c:pt>
                <c:pt idx="140" c:formatCode="yyyy/mm/dd">
                  <c:v>46053</c:v>
                </c:pt>
                <c:pt idx="141" c:formatCode="yyyy/mm/dd">
                  <c:v>46055</c:v>
                </c:pt>
                <c:pt idx="142" c:formatCode="yyyy/mm/dd">
                  <c:v>46056</c:v>
                </c:pt>
                <c:pt idx="143" c:formatCode="yyyy/mm/dd">
                  <c:v>46057</c:v>
                </c:pt>
                <c:pt idx="144" c:formatCode="yyyy/mm/dd">
                  <c:v>46058</c:v>
                </c:pt>
                <c:pt idx="145" c:formatCode="yyyy/mm/dd">
                  <c:v>46059</c:v>
                </c:pt>
                <c:pt idx="146" c:formatCode="yyyy/mm/dd">
                  <c:v>46062</c:v>
                </c:pt>
                <c:pt idx="147" c:formatCode="yyyy/mm/dd">
                  <c:v>46063</c:v>
                </c:pt>
                <c:pt idx="148" c:formatCode="yyyy/mm/dd">
                  <c:v>46064</c:v>
                </c:pt>
                <c:pt idx="149" c:formatCode="yyyy/mm/dd">
                  <c:v>46065</c:v>
                </c:pt>
                <c:pt idx="150" c:formatCode="yyyy/mm/dd">
                  <c:v>46066</c:v>
                </c:pt>
                <c:pt idx="151" c:formatCode="yyyy/mm/dd">
                  <c:v>46067</c:v>
                </c:pt>
                <c:pt idx="152" c:formatCode="yyyy/mm/dd">
                  <c:v>46077</c:v>
                </c:pt>
                <c:pt idx="153" c:formatCode="yyyy/mm/dd">
                  <c:v>46078</c:v>
                </c:pt>
                <c:pt idx="154" c:formatCode="yyyy/mm/dd">
                  <c:v>46079</c:v>
                </c:pt>
                <c:pt idx="155" c:formatCode="yyyy/mm/dd">
                  <c:v>46080</c:v>
                </c:pt>
                <c:pt idx="156" c:formatCode="yyyy/mm/dd">
                  <c:v>46081</c:v>
                </c:pt>
                <c:pt idx="157" c:formatCode="yyyy/mm/dd">
                  <c:v>46083</c:v>
                </c:pt>
                <c:pt idx="158" c:formatCode="yyyy/mm/dd">
                  <c:v>46084</c:v>
                </c:pt>
                <c:pt idx="159" c:formatCode="yyyy/mm/dd">
                  <c:v>46085</c:v>
                </c:pt>
                <c:pt idx="160" c:formatCode="yyyy/mm/dd">
                  <c:v>46086</c:v>
                </c:pt>
                <c:pt idx="161" c:formatCode="yyyy/mm/dd">
                  <c:v>46087</c:v>
                </c:pt>
                <c:pt idx="162" c:formatCode="yyyy/mm/dd">
                  <c:v>46090</c:v>
                </c:pt>
                <c:pt idx="163" c:formatCode="yyyy/mm/dd">
                  <c:v>46091</c:v>
                </c:pt>
                <c:pt idx="164" c:formatCode="yyyy/mm/dd">
                  <c:v>46092</c:v>
                </c:pt>
                <c:pt idx="165" c:formatCode="yyyy/mm/dd">
                  <c:v>46093</c:v>
                </c:pt>
                <c:pt idx="166" c:formatCode="yyyy/mm/dd">
                  <c:v>46094</c:v>
                </c:pt>
                <c:pt idx="167" c:formatCode="yyyy/mm/dd">
                  <c:v>46097</c:v>
                </c:pt>
                <c:pt idx="168" c:formatCode="yyyy/mm/dd">
                  <c:v>46098</c:v>
                </c:pt>
                <c:pt idx="169" c:formatCode="yyyy/mm/dd">
                  <c:v>46099</c:v>
                </c:pt>
                <c:pt idx="170" c:formatCode="yyyy/mm/dd">
                  <c:v>46100</c:v>
                </c:pt>
                <c:pt idx="171" c:formatCode="yyyy/mm/dd">
                  <c:v>46101</c:v>
                </c:pt>
                <c:pt idx="172" c:formatCode="yyyy/mm/dd">
                  <c:v>46104</c:v>
                </c:pt>
                <c:pt idx="173" c:formatCode="yyyy/mm/dd">
                  <c:v>46105</c:v>
                </c:pt>
                <c:pt idx="174" c:formatCode="yyyy/mm/dd">
                  <c:v>46106</c:v>
                </c:pt>
                <c:pt idx="175" c:formatCode="yyyy/mm/dd">
                  <c:v>46107</c:v>
                </c:pt>
                <c:pt idx="176" c:formatCode="yyyy/mm/dd">
                  <c:v>46108</c:v>
                </c:pt>
                <c:pt idx="177" c:formatCode="yyyy/mm/dd">
                  <c:v>46111</c:v>
                </c:pt>
                <c:pt idx="178" c:formatCode="yyyy/mm/dd">
                  <c:v>46112</c:v>
                </c:pt>
                <c:pt idx="179" c:formatCode="yyyy/mm/dd">
                  <c:v>46113</c:v>
                </c:pt>
                <c:pt idx="180" c:formatCode="yyyy/mm/dd">
                  <c:v>46114</c:v>
                </c:pt>
                <c:pt idx="181" c:formatCode="yyyy/mm/dd">
                  <c:v>46115</c:v>
                </c:pt>
                <c:pt idx="182" c:formatCode="yyyy/mm/dd">
                  <c:v>46119</c:v>
                </c:pt>
                <c:pt idx="183" c:formatCode="yyyy/mm/dd">
                  <c:v>46120</c:v>
                </c:pt>
                <c:pt idx="184" c:formatCode="yyyy/mm/dd">
                  <c:v>46121</c:v>
                </c:pt>
                <c:pt idx="185" c:formatCode="yyyy/mm/dd">
                  <c:v>46122</c:v>
                </c:pt>
                <c:pt idx="186" c:formatCode="yyyy/mm/dd">
                  <c:v>46125</c:v>
                </c:pt>
                <c:pt idx="187" c:formatCode="yyyy/mm/dd">
                  <c:v>46126</c:v>
                </c:pt>
                <c:pt idx="188" c:formatCode="yyyy/mm/dd">
                  <c:v>46127</c:v>
                </c:pt>
                <c:pt idx="189" c:formatCode="yyyy/mm/dd">
                  <c:v>46128</c:v>
                </c:pt>
                <c:pt idx="190" c:formatCode="yyyy/mm/dd">
                  <c:v>46129</c:v>
                </c:pt>
                <c:pt idx="191" c:formatCode="yyyy/mm/dd">
                  <c:v>46132</c:v>
                </c:pt>
                <c:pt idx="192" c:formatCode="yyyy/mm/dd">
                  <c:v>46133</c:v>
                </c:pt>
                <c:pt idx="193" c:formatCode="yyyy/mm/dd">
                  <c:v>46134</c:v>
                </c:pt>
                <c:pt idx="194" c:formatCode="yyyy/mm/dd">
                  <c:v>46135</c:v>
                </c:pt>
                <c:pt idx="195" c:formatCode="yyyy/mm/dd">
                  <c:v>46136</c:v>
                </c:pt>
                <c:pt idx="196" c:formatCode="yyyy/mm/dd">
                  <c:v>46139</c:v>
                </c:pt>
                <c:pt idx="197" c:formatCode="yyyy/mm/dd">
                  <c:v>46140</c:v>
                </c:pt>
                <c:pt idx="198" c:formatCode="yyyy/mm/dd">
                  <c:v>46141</c:v>
                </c:pt>
                <c:pt idx="199" c:formatCode="yyyy/mm/dd">
                  <c:v>46142</c:v>
                </c:pt>
                <c:pt idx="200" c:formatCode="yyyy/mm/dd">
                  <c:v>46143</c:v>
                </c:pt>
                <c:pt idx="201" c:formatCode="yyyy/mm/dd">
                  <c:v>46144</c:v>
                </c:pt>
                <c:pt idx="202" c:formatCode="yyyy/mm/dd">
                  <c:v>46145</c:v>
                </c:pt>
                <c:pt idx="203" c:formatCode="yyyy/mm/dd">
                  <c:v>46146</c:v>
                </c:pt>
                <c:pt idx="204" c:formatCode="yyyy/mm/dd">
                  <c:v>46147</c:v>
                </c:pt>
                <c:pt idx="205" c:formatCode="yyyy/mm/dd">
                  <c:v>46148</c:v>
                </c:pt>
                <c:pt idx="206" c:formatCode="yyyy/mm/dd">
                  <c:v>46149</c:v>
                </c:pt>
                <c:pt idx="207" c:formatCode="yyyy/mm/dd">
                  <c:v>46150</c:v>
                </c:pt>
                <c:pt idx="208" c:formatCode="yyyy/mm/dd">
                  <c:v>46151</c:v>
                </c:pt>
                <c:pt idx="209" c:formatCode="yyyy/mm/dd">
                  <c:v>46153</c:v>
                </c:pt>
                <c:pt idx="210" c:formatCode="yyyy/mm/dd">
                  <c:v>46154</c:v>
                </c:pt>
                <c:pt idx="211" c:formatCode="yyyy/mm/dd">
                  <c:v>46155</c:v>
                </c:pt>
                <c:pt idx="212" c:formatCode="yyyy/mm/dd">
                  <c:v>46156</c:v>
                </c:pt>
                <c:pt idx="213" c:formatCode="yyyy/mm/dd">
                  <c:v>46157</c:v>
                </c:pt>
                <c:pt idx="214" c:formatCode="yyyy/mm/dd">
                  <c:v>46158</c:v>
                </c:pt>
                <c:pt idx="215" c:formatCode="yyyy/mm/dd">
                  <c:v>46159</c:v>
                </c:pt>
                <c:pt idx="216" c:formatCode="yyyy/mm/dd">
                  <c:v>46160</c:v>
                </c:pt>
                <c:pt idx="217" c:formatCode="yyyy/mm/dd">
                  <c:v>46161</c:v>
                </c:pt>
                <c:pt idx="218" c:formatCode="yyyy/mm/dd">
                  <c:v>46162</c:v>
                </c:pt>
                <c:pt idx="219" c:formatCode="yyyy/mm/dd">
                  <c:v>46163</c:v>
                </c:pt>
                <c:pt idx="220" c:formatCode="yyyy/mm/dd">
                  <c:v>46164</c:v>
                </c:pt>
                <c:pt idx="221" c:formatCode="yyyy/mm/dd">
                  <c:v>46165</c:v>
                </c:pt>
                <c:pt idx="222" c:formatCode="yyyy/mm/dd">
                  <c:v>46166</c:v>
                </c:pt>
                <c:pt idx="223" c:formatCode="yyyy/mm/dd">
                  <c:v>46167</c:v>
                </c:pt>
                <c:pt idx="224" c:formatCode="yyyy/mm/dd">
                  <c:v>46168</c:v>
                </c:pt>
                <c:pt idx="225" c:formatCode="yyyy/mm/dd">
                  <c:v>46169</c:v>
                </c:pt>
                <c:pt idx="226" c:formatCode="yyyy/mm/dd">
                  <c:v>46170</c:v>
                </c:pt>
                <c:pt idx="227" c:formatCode="yyyy/mm/dd">
                  <c:v>46171</c:v>
                </c:pt>
                <c:pt idx="228" c:formatCode="yyyy/mm/dd">
                  <c:v>46172</c:v>
                </c:pt>
                <c:pt idx="229" c:formatCode="yyyy/mm/dd">
                  <c:v>46173</c:v>
                </c:pt>
                <c:pt idx="230" c:formatCode="yyyy/mm/dd">
                  <c:v>46174</c:v>
                </c:pt>
                <c:pt idx="231" c:formatCode="yyyy/mm/dd">
                  <c:v>46175</c:v>
                </c:pt>
                <c:pt idx="232" c:formatCode="yyyy/mm/dd">
                  <c:v>46176</c:v>
                </c:pt>
                <c:pt idx="233" c:formatCode="yyyy/mm/dd">
                  <c:v>46177</c:v>
                </c:pt>
                <c:pt idx="234" c:formatCode="yyyy/mm/dd">
                  <c:v>46178</c:v>
                </c:pt>
                <c:pt idx="235" c:formatCode="yyyy/mm/dd">
                  <c:v>46179</c:v>
                </c:pt>
                <c:pt idx="236" c:formatCode="yyyy/mm/dd">
                  <c:v>46180</c:v>
                </c:pt>
                <c:pt idx="237" c:formatCode="yyyy/mm/dd">
                  <c:v>46181</c:v>
                </c:pt>
                <c:pt idx="238" c:formatCode="yyyy/mm/dd">
                  <c:v>46182</c:v>
                </c:pt>
                <c:pt idx="239" c:formatCode="yyyy/mm/dd">
                  <c:v>46183</c:v>
                </c:pt>
                <c:pt idx="240" c:formatCode="yyyy/mm/dd">
                  <c:v>46184</c:v>
                </c:pt>
                <c:pt idx="241" c:formatCode="yyyy/mm/dd">
                  <c:v>46185</c:v>
                </c:pt>
                <c:pt idx="242" c:formatCode="yyyy/mm/dd">
                  <c:v>46186</c:v>
                </c:pt>
                <c:pt idx="243" c:formatCode="yyyy/mm/dd">
                  <c:v>46187</c:v>
                </c:pt>
                <c:pt idx="244" c:formatCode="yyyy/mm/dd">
                  <c:v>46188</c:v>
                </c:pt>
                <c:pt idx="245" c:formatCode="yyyy/mm/dd">
                  <c:v>46189</c:v>
                </c:pt>
                <c:pt idx="246" c:formatCode="yyyy/mm/dd">
                  <c:v>46190</c:v>
                </c:pt>
                <c:pt idx="247" c:formatCode="yyyy/mm/dd">
                  <c:v>46191</c:v>
                </c:pt>
                <c:pt idx="248" c:formatCode="yyyy/mm/dd">
                  <c:v>46192</c:v>
                </c:pt>
                <c:pt idx="249" c:formatCode="yyyy/mm/dd">
                  <c:v>46193</c:v>
                </c:pt>
                <c:pt idx="250" c:formatCode="yyyy/mm/dd">
                  <c:v>46194</c:v>
                </c:pt>
                <c:pt idx="251" c:formatCode="yyyy/mm/dd">
                  <c:v>46195</c:v>
                </c:pt>
                <c:pt idx="252" c:formatCode="yyyy/mm/dd">
                  <c:v>46196</c:v>
                </c:pt>
                <c:pt idx="253" c:formatCode="yyyy/mm/dd">
                  <c:v>46197</c:v>
                </c:pt>
              </c:numCache>
            </c:numRef>
          </c:cat>
          <c:val>
            <c:numRef>
              <c:f>'[20260624-产品一页通.xlsx]汇鑫1号'!$H$2:$H$255</c:f>
              <c:numCache>
                <c:formatCode>0.00%</c:formatCode>
                <c:ptCount val="254"/>
                <c:pt idx="0">
                  <c:v>-0.231169418683571</c:v>
                </c:pt>
                <c:pt idx="1">
                  <c:v>-0.47389730830129</c:v>
                </c:pt>
                <c:pt idx="2">
                  <c:v>-0.746346980321191</c:v>
                </c:pt>
                <c:pt idx="3">
                  <c:v>-1.01549423207419</c:v>
                </c:pt>
                <c:pt idx="4">
                  <c:v>-0.84730668562381</c:v>
                </c:pt>
                <c:pt idx="5">
                  <c:v>-0.738503732187292</c:v>
                </c:pt>
                <c:pt idx="6">
                  <c:v>-0.401394172441443</c:v>
                </c:pt>
                <c:pt idx="7">
                  <c:v>-0.431241046520397</c:v>
                </c:pt>
                <c:pt idx="8">
                  <c:v>-0.313221860699805</c:v>
                </c:pt>
                <c:pt idx="9">
                  <c:v>-0.0731250201958165</c:v>
                </c:pt>
                <c:pt idx="10">
                  <c:v>-0.0957701877403282</c:v>
                </c:pt>
                <c:pt idx="11">
                  <c:v>-0.152828671240794</c:v>
                </c:pt>
                <c:pt idx="12">
                  <c:v>-0.196407100084524</c:v>
                </c:pt>
                <c:pt idx="13">
                  <c:v>-0.18080750961321</c:v>
                </c:pt>
                <c:pt idx="14">
                  <c:v>-0.128165357977619</c:v>
                </c:pt>
                <c:pt idx="15">
                  <c:v>-0.119187349632951</c:v>
                </c:pt>
                <c:pt idx="16">
                  <c:v>-0.153628590816559</c:v>
                </c:pt>
                <c:pt idx="17">
                  <c:v>-0.152292380770101</c:v>
                </c:pt>
                <c:pt idx="18">
                  <c:v>-0.170747358985315</c:v>
                </c:pt>
                <c:pt idx="19">
                  <c:v>-0.211944614986913</c:v>
                </c:pt>
                <c:pt idx="20">
                  <c:v>-0.27717554929841</c:v>
                </c:pt>
                <c:pt idx="21">
                  <c:v>-0.440976306265551</c:v>
                </c:pt>
                <c:pt idx="22">
                  <c:v>-0.512575654760681</c:v>
                </c:pt>
                <c:pt idx="23">
                  <c:v>-0.45311148662134</c:v>
                </c:pt>
                <c:pt idx="24">
                  <c:v>-0.424691246324361</c:v>
                </c:pt>
                <c:pt idx="25">
                  <c:v>-0.39619869813265</c:v>
                </c:pt>
                <c:pt idx="26">
                  <c:v>-0.346669450582593</c:v>
                </c:pt>
                <c:pt idx="27">
                  <c:v>-0.232903189323683</c:v>
                </c:pt>
                <c:pt idx="28">
                  <c:v>-0.220537236360829</c:v>
                </c:pt>
                <c:pt idx="29">
                  <c:v>-0.226766191661011</c:v>
                </c:pt>
                <c:pt idx="30">
                  <c:v>-0.245147104464423</c:v>
                </c:pt>
                <c:pt idx="31">
                  <c:v>-0.250840356795138</c:v>
                </c:pt>
                <c:pt idx="32">
                  <c:v>-0.208403798120191</c:v>
                </c:pt>
                <c:pt idx="33">
                  <c:v>-0.183765927768982</c:v>
                </c:pt>
                <c:pt idx="34">
                  <c:v>-0.149350271662613</c:v>
                </c:pt>
                <c:pt idx="35">
                  <c:v>-0.177207871522279</c:v>
                </c:pt>
                <c:pt idx="36">
                  <c:v>-0.199640651607038</c:v>
                </c:pt>
                <c:pt idx="37">
                  <c:v>-0.192213090720216</c:v>
                </c:pt>
                <c:pt idx="38">
                  <c:v>-0.206611420698732</c:v>
                </c:pt>
                <c:pt idx="39">
                  <c:v>-0.209880602320095</c:v>
                </c:pt>
                <c:pt idx="40">
                  <c:v>-0.203996872978647</c:v>
                </c:pt>
                <c:pt idx="41">
                  <c:v>-0.183559526502299</c:v>
                </c:pt>
                <c:pt idx="42">
                  <c:v>-0.192244169963772</c:v>
                </c:pt>
                <c:pt idx="43">
                  <c:v>-0.180727612348688</c:v>
                </c:pt>
                <c:pt idx="44">
                  <c:v>-0.178487952520976</c:v>
                </c:pt>
                <c:pt idx="45">
                  <c:v>-0.174976673829451</c:v>
                </c:pt>
                <c:pt idx="46">
                  <c:v>-0.180450158166417</c:v>
                </c:pt>
                <c:pt idx="47">
                  <c:v>-0.18109889963676</c:v>
                </c:pt>
                <c:pt idx="48">
                  <c:v>-0.186467092172077</c:v>
                </c:pt>
                <c:pt idx="49">
                  <c:v>-0.196446828448639</c:v>
                </c:pt>
                <c:pt idx="50">
                  <c:v>-0.189912421827959</c:v>
                </c:pt>
                <c:pt idx="52">
                  <c:v>-0.193414722118635</c:v>
                </c:pt>
                <c:pt idx="53">
                  <c:v>-0.192773279046973</c:v>
                </c:pt>
                <c:pt idx="54">
                  <c:v>-0.179470815695652</c:v>
                </c:pt>
                <c:pt idx="55">
                  <c:v>-0.180817222613995</c:v>
                </c:pt>
                <c:pt idx="56">
                  <c:v>-0.174615471612757</c:v>
                </c:pt>
                <c:pt idx="57">
                  <c:v>-0.184787111564062</c:v>
                </c:pt>
                <c:pt idx="58">
                  <c:v>-0.195650054035035</c:v>
                </c:pt>
                <c:pt idx="59">
                  <c:v>-0.208560541471648</c:v>
                </c:pt>
                <c:pt idx="60">
                  <c:v>-0.221800595969828</c:v>
                </c:pt>
                <c:pt idx="61">
                  <c:v>-0.237913308491768</c:v>
                </c:pt>
                <c:pt idx="62">
                  <c:v>-0.253151153585161</c:v>
                </c:pt>
                <c:pt idx="63">
                  <c:v>-0.250098755471193</c:v>
                </c:pt>
                <c:pt idx="64">
                  <c:v>-0.232214061829211</c:v>
                </c:pt>
                <c:pt idx="65">
                  <c:v>-0.200546976208591</c:v>
                </c:pt>
                <c:pt idx="68">
                  <c:v>-0.209574180271521</c:v>
                </c:pt>
                <c:pt idx="69">
                  <c:v>-0.179068128064862</c:v>
                </c:pt>
                <c:pt idx="70">
                  <c:v>-0.169249038679032</c:v>
                </c:pt>
                <c:pt idx="71">
                  <c:v>-0.169335530638403</c:v>
                </c:pt>
                <c:pt idx="72">
                  <c:v>-0.185434013477699</c:v>
                </c:pt>
                <c:pt idx="73">
                  <c:v>-0.200417523537578</c:v>
                </c:pt>
                <c:pt idx="74">
                  <c:v>-0.216758857518867</c:v>
                </c:pt>
                <c:pt idx="75">
                  <c:v>-0.206326887846906</c:v>
                </c:pt>
                <c:pt idx="76">
                  <c:v>-0.206548696157947</c:v>
                </c:pt>
                <c:pt idx="77">
                  <c:v>-0.186279883020099</c:v>
                </c:pt>
                <c:pt idx="80">
                  <c:v>-0.166999976600707</c:v>
                </c:pt>
                <c:pt idx="81">
                  <c:v>-0.164979884274162</c:v>
                </c:pt>
                <c:pt idx="82">
                  <c:v>-0.160811075030958</c:v>
                </c:pt>
                <c:pt idx="83">
                  <c:v>-0.160764038707544</c:v>
                </c:pt>
                <c:pt idx="84">
                  <c:v>-0.150810525522129</c:v>
                </c:pt>
                <c:pt idx="85">
                  <c:v>-0.144715814948243</c:v>
                </c:pt>
                <c:pt idx="86">
                  <c:v>-0.14400150309009</c:v>
                </c:pt>
                <c:pt idx="87">
                  <c:v>-0.151541461207871</c:v>
                </c:pt>
                <c:pt idx="88">
                  <c:v>-0.160010124837087</c:v>
                </c:pt>
                <c:pt idx="89">
                  <c:v>-0.166655208587504</c:v>
                </c:pt>
                <c:pt idx="90">
                  <c:v>-0.174875854749186</c:v>
                </c:pt>
                <c:pt idx="91">
                  <c:v>-0.163583245129509</c:v>
                </c:pt>
                <c:pt idx="92">
                  <c:v>-0.154162982459748</c:v>
                </c:pt>
                <c:pt idx="93">
                  <c:v>-0.160775723520518</c:v>
                </c:pt>
                <c:pt idx="94">
                  <c:v>-0.159970223526115</c:v>
                </c:pt>
                <c:pt idx="96">
                  <c:v>-0.162469435028902</c:v>
                </c:pt>
                <c:pt idx="97">
                  <c:v>-0.16744227976489</c:v>
                </c:pt>
                <c:pt idx="98">
                  <c:v>-0.164954704411092</c:v>
                </c:pt>
                <c:pt idx="99">
                  <c:v>-0.16976799043526</c:v>
                </c:pt>
                <c:pt idx="100">
                  <c:v>-0.172732974953518</c:v>
                </c:pt>
                <c:pt idx="101">
                  <c:v>-0.177528022820378</c:v>
                </c:pt>
                <c:pt idx="102">
                  <c:v>-0.182521351855174</c:v>
                </c:pt>
                <c:pt idx="103">
                  <c:v>-0.171205609590591</c:v>
                </c:pt>
                <c:pt idx="104">
                  <c:v>-0.173994863722463</c:v>
                </c:pt>
                <c:pt idx="105">
                  <c:v>-0.171257267219719</c:v>
                </c:pt>
                <c:pt idx="106">
                  <c:v>-0.182398576331207</c:v>
                </c:pt>
                <c:pt idx="107">
                  <c:v>-0.189671900855962</c:v>
                </c:pt>
                <c:pt idx="108">
                  <c:v>-0.198706411615389</c:v>
                </c:pt>
                <c:pt idx="109">
                  <c:v>-0.209875241248234</c:v>
                </c:pt>
                <c:pt idx="110">
                  <c:v>-0.225970770005326</c:v>
                </c:pt>
                <c:pt idx="111">
                  <c:v>-0.236603781148088</c:v>
                </c:pt>
                <c:pt idx="112">
                  <c:v>-0.252230136612139</c:v>
                </c:pt>
                <c:pt idx="113">
                  <c:v>-0.203387808188193</c:v>
                </c:pt>
                <c:pt idx="114">
                  <c:v>-0.181694650461308</c:v>
                </c:pt>
                <c:pt idx="115">
                  <c:v>-0.184385131569027</c:v>
                </c:pt>
                <c:pt idx="116">
                  <c:v>-0.189558923320516</c:v>
                </c:pt>
                <c:pt idx="117">
                  <c:v>-0.190446200091022</c:v>
                </c:pt>
                <c:pt idx="118">
                  <c:v>-0.188673004590231</c:v>
                </c:pt>
                <c:pt idx="120">
                  <c:v>-0.171649053407889</c:v>
                </c:pt>
                <c:pt idx="121">
                  <c:v>-0.156435457152084</c:v>
                </c:pt>
                <c:pt idx="122">
                  <c:v>-0.144281602695599</c:v>
                </c:pt>
                <c:pt idx="123">
                  <c:v>-0.140796329208001</c:v>
                </c:pt>
                <c:pt idx="124">
                  <c:v>-0.143204951574099</c:v>
                </c:pt>
                <c:pt idx="125">
                  <c:v>-0.141007810614399</c:v>
                </c:pt>
                <c:pt idx="126">
                  <c:v>-0.142150845711126</c:v>
                </c:pt>
                <c:pt idx="127">
                  <c:v>-0.141420218170185</c:v>
                </c:pt>
                <c:pt idx="128">
                  <c:v>-0.145215765912441</c:v>
                </c:pt>
                <c:pt idx="129">
                  <c:v>-0.144350053087413</c:v>
                </c:pt>
                <c:pt idx="130">
                  <c:v>-0.143335692552407</c:v>
                </c:pt>
                <c:pt idx="131">
                  <c:v>-0.13287385073912</c:v>
                </c:pt>
                <c:pt idx="132">
                  <c:v>-0.123963722465794</c:v>
                </c:pt>
                <c:pt idx="133">
                  <c:v>-0.108158632022011</c:v>
                </c:pt>
                <c:pt idx="134">
                  <c:v>-0.100358813795402</c:v>
                </c:pt>
                <c:pt idx="135">
                  <c:v>-0.103213466580252</c:v>
                </c:pt>
                <c:pt idx="136">
                  <c:v>-0.101336638396407</c:v>
                </c:pt>
                <c:pt idx="137">
                  <c:v>-0.100037930854488</c:v>
                </c:pt>
                <c:pt idx="138">
                  <c:v>-0.0816675052739938</c:v>
                </c:pt>
                <c:pt idx="139">
                  <c:v>-0.0885618592389574</c:v>
                </c:pt>
                <c:pt idx="141">
                  <c:v>-0.102342004071477</c:v>
                </c:pt>
                <c:pt idx="142">
                  <c:v>-0.0995490766029611</c:v>
                </c:pt>
                <c:pt idx="143">
                  <c:v>-0.0973560034130533</c:v>
                </c:pt>
                <c:pt idx="144">
                  <c:v>-0.100211373616517</c:v>
                </c:pt>
                <c:pt idx="145">
                  <c:v>-0.101047584833526</c:v>
                </c:pt>
                <c:pt idx="146">
                  <c:v>-0.102949362233608</c:v>
                </c:pt>
                <c:pt idx="147">
                  <c:v>-0.0970879804429908</c:v>
                </c:pt>
                <c:pt idx="148">
                  <c:v>-0.0952329519074361</c:v>
                </c:pt>
                <c:pt idx="149">
                  <c:v>-0.0933169612563414</c:v>
                </c:pt>
                <c:pt idx="150">
                  <c:v>-0.0910435009128128</c:v>
                </c:pt>
                <c:pt idx="152">
                  <c:v>-0.0912925818829459</c:v>
                </c:pt>
                <c:pt idx="153">
                  <c:v>-0.090172363252029</c:v>
                </c:pt>
                <c:pt idx="154">
                  <c:v>-0.0951657268879051</c:v>
                </c:pt>
                <c:pt idx="155">
                  <c:v>-0.101964060418709</c:v>
                </c:pt>
                <c:pt idx="157">
                  <c:v>-0.107212784279178</c:v>
                </c:pt>
                <c:pt idx="158">
                  <c:v>-0.10339892276738</c:v>
                </c:pt>
                <c:pt idx="159">
                  <c:v>-0.105706165239027</c:v>
                </c:pt>
                <c:pt idx="160">
                  <c:v>-0.106478035272426</c:v>
                </c:pt>
                <c:pt idx="161">
                  <c:v>-0.110502967810372</c:v>
                </c:pt>
                <c:pt idx="162">
                  <c:v>-0.11550039222858</c:v>
                </c:pt>
                <c:pt idx="163">
                  <c:v>-0.109343694769571</c:v>
                </c:pt>
                <c:pt idx="164">
                  <c:v>-0.109927398673573</c:v>
                </c:pt>
                <c:pt idx="165">
                  <c:v>-0.115598585057185</c:v>
                </c:pt>
                <c:pt idx="166">
                  <c:v>-0.113442972348595</c:v>
                </c:pt>
                <c:pt idx="167">
                  <c:v>-0.11880525142025</c:v>
                </c:pt>
                <c:pt idx="168">
                  <c:v>-0.115448807273181</c:v>
                </c:pt>
                <c:pt idx="169">
                  <c:v>-0.110549871885672</c:v>
                </c:pt>
                <c:pt idx="170">
                  <c:v>-0.110031251586814</c:v>
                </c:pt>
                <c:pt idx="171">
                  <c:v>-0.112054073040165</c:v>
                </c:pt>
                <c:pt idx="172">
                  <c:v>-0.12362192493112</c:v>
                </c:pt>
                <c:pt idx="173">
                  <c:v>-0.120828952725628</c:v>
                </c:pt>
                <c:pt idx="174">
                  <c:v>-0.119216055930091</c:v>
                </c:pt>
                <c:pt idx="175">
                  <c:v>-0.121088743119958</c:v>
                </c:pt>
                <c:pt idx="176">
                  <c:v>-0.119970532304944</c:v>
                </c:pt>
                <c:pt idx="177">
                  <c:v>-0.119557933725401</c:v>
                </c:pt>
                <c:pt idx="178">
                  <c:v>-0.121932552189453</c:v>
                </c:pt>
                <c:pt idx="179">
                  <c:v>-0.12099914257008</c:v>
                </c:pt>
                <c:pt idx="180">
                  <c:v>-0.12042995915423</c:v>
                </c:pt>
                <c:pt idx="181">
                  <c:v>-0.116804064517252</c:v>
                </c:pt>
                <c:pt idx="182">
                  <c:v>-0.11109391814549</c:v>
                </c:pt>
                <c:pt idx="183">
                  <c:v>-0.102910892694814</c:v>
                </c:pt>
                <c:pt idx="184">
                  <c:v>-0.105727108996196</c:v>
                </c:pt>
                <c:pt idx="185">
                  <c:v>-0.105677448541054</c:v>
                </c:pt>
                <c:pt idx="186">
                  <c:v>-0.106631481062605</c:v>
                </c:pt>
                <c:pt idx="187">
                  <c:v>-0.101558562746903</c:v>
                </c:pt>
                <c:pt idx="188">
                  <c:v>-0.100918078156393</c:v>
                </c:pt>
                <c:pt idx="189">
                  <c:v>-0.0921774448125953</c:v>
                </c:pt>
                <c:pt idx="190">
                  <c:v>-0.0912142940874427</c:v>
                </c:pt>
                <c:pt idx="191">
                  <c:v>-0.0892845681547783</c:v>
                </c:pt>
                <c:pt idx="192">
                  <c:v>-0.0910422623222392</c:v>
                </c:pt>
                <c:pt idx="193">
                  <c:v>-0.0898518718498143</c:v>
                </c:pt>
                <c:pt idx="194">
                  <c:v>-0.0934702879115908</c:v>
                </c:pt>
                <c:pt idx="195">
                  <c:v>-0.0948064921464284</c:v>
                </c:pt>
                <c:pt idx="196">
                  <c:v>-0.100921498227091</c:v>
                </c:pt>
                <c:pt idx="197">
                  <c:v>-0.103348373194919</c:v>
                </c:pt>
                <c:pt idx="198">
                  <c:v>-0.105665901617044</c:v>
                </c:pt>
                <c:pt idx="199">
                  <c:v>-0.108358507503387</c:v>
                </c:pt>
                <c:pt idx="205">
                  <c:v>-0.107886576091614</c:v>
                </c:pt>
                <c:pt idx="206">
                  <c:v>-0.106576066300757</c:v>
                </c:pt>
                <c:pt idx="207">
                  <c:v>-0.104770682298276</c:v>
                </c:pt>
                <c:pt idx="209">
                  <c:v>-0.106641577947836</c:v>
                </c:pt>
                <c:pt idx="210">
                  <c:v>-0.107842245772873</c:v>
                </c:pt>
                <c:pt idx="211">
                  <c:v>-0.113537208776295</c:v>
                </c:pt>
                <c:pt idx="212">
                  <c:v>-0.121289887211519</c:v>
                </c:pt>
                <c:pt idx="213">
                  <c:v>-0.126104339463518</c:v>
                </c:pt>
                <c:pt idx="216">
                  <c:v>-0.123445552337762</c:v>
                </c:pt>
                <c:pt idx="217">
                  <c:v>-0.0977235801204293</c:v>
                </c:pt>
                <c:pt idx="218">
                  <c:v>-0.101267050138995</c:v>
                </c:pt>
                <c:pt idx="219">
                  <c:v>-0.107843321573247</c:v>
                </c:pt>
                <c:pt idx="220">
                  <c:v>-0.107772187610031</c:v>
                </c:pt>
                <c:pt idx="223">
                  <c:v>-0.108598820315626</c:v>
                </c:pt>
                <c:pt idx="224">
                  <c:v>-0.11327407024129</c:v>
                </c:pt>
                <c:pt idx="225">
                  <c:v>-0.121611100465785</c:v>
                </c:pt>
                <c:pt idx="226">
                  <c:v>-0.12928713248098</c:v>
                </c:pt>
                <c:pt idx="227">
                  <c:v>-0.120621945318517</c:v>
                </c:pt>
                <c:pt idx="230">
                  <c:v>-0.10907304053963</c:v>
                </c:pt>
                <c:pt idx="231">
                  <c:v>-0.110104755711378</c:v>
                </c:pt>
                <c:pt idx="232">
                  <c:v>-0.108578640177403</c:v>
                </c:pt>
                <c:pt idx="233">
                  <c:v>-0.107205587111766</c:v>
                </c:pt>
                <c:pt idx="234">
                  <c:v>-0.10477771794202</c:v>
                </c:pt>
                <c:pt idx="237">
                  <c:v>-0.106903193486747</c:v>
                </c:pt>
                <c:pt idx="238">
                  <c:v>-0.112272189930323</c:v>
                </c:pt>
                <c:pt idx="239">
                  <c:v>-0.119028086571298</c:v>
                </c:pt>
                <c:pt idx="240">
                  <c:v>-0.125110535582798</c:v>
                </c:pt>
                <c:pt idx="241">
                  <c:v>-0.121529065822212</c:v>
                </c:pt>
                <c:pt idx="244">
                  <c:v>-0.121693690976659</c:v>
                </c:pt>
                <c:pt idx="245">
                  <c:v>-0.122575161822927</c:v>
                </c:pt>
                <c:pt idx="246">
                  <c:v>-0.122662732481001</c:v>
                </c:pt>
                <c:pt idx="247">
                  <c:v>-0.134809513038421</c:v>
                </c:pt>
                <c:pt idx="251">
                  <c:v>-0.152377556315446</c:v>
                </c:pt>
                <c:pt idx="252">
                  <c:v>-0.15839995860864</c:v>
                </c:pt>
                <c:pt idx="253">
                  <c:v>-0.170229142939532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0"/>
        <c:smooth val="0"/>
        <c:axId val="576331615"/>
        <c:axId val="576340735"/>
      </c:lineChart>
      <c:dateAx>
        <c:axId val="576340255"/>
        <c:scaling>
          <c:orientation val="minMax"/>
          <c:max val="46197"/>
          <c:min val="45856"/>
        </c:scaling>
        <c:delete val="0"/>
        <c:axPos val="b"/>
        <c:numFmt formatCode="yyyy&quot;年&quot;mm&quot;月&quot;dd&quot;日&quot;" sourceLinked="0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</a:p>
        </c:txPr>
        <c:crossAx val="576334495"/>
        <c:crosses val="autoZero"/>
        <c:auto val="0"/>
        <c:lblOffset val="100"/>
        <c:baseTimeUnit val="days"/>
        <c:majorUnit val="341"/>
        <c:majorTimeUnit val="days"/>
        <c:minorUnit val="341"/>
        <c:minorTimeUnit val="days"/>
      </c:dateAx>
      <c:valAx>
        <c:axId val="576334495"/>
        <c:scaling>
          <c:orientation val="minMax"/>
          <c:max val="1.12"/>
          <c:min val="1"/>
        </c:scaling>
        <c:delete val="0"/>
        <c:axPos val="l"/>
        <c:majorGridlines/>
        <c:numFmt formatCode="0.0000" sourceLinked="0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</a:p>
        </c:txPr>
        <c:crossAx val="576340255"/>
        <c:crosses val="autoZero"/>
        <c:crossBetween val="between"/>
      </c:valAx>
      <c:dateAx>
        <c:axId val="576331615"/>
        <c:scaling>
          <c:orientation val="minMax"/>
        </c:scaling>
        <c:delete val="1"/>
        <c:axPos val="b"/>
        <c:numFmt formatCode="yyyy/mm/dd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</a:p>
        </c:txPr>
        <c:crossAx val="576340735"/>
        <c:crosses val="autoZero"/>
        <c:auto val="1"/>
        <c:lblOffset val="100"/>
        <c:baseTimeUnit val="days"/>
      </c:dateAx>
      <c:valAx>
        <c:axId val="576340735"/>
        <c:scaling>
          <c:orientation val="minMax"/>
          <c:max val="0.07"/>
          <c:min val="-1.12"/>
        </c:scaling>
        <c:delete val="0"/>
        <c:axPos val="r"/>
        <c:numFmt formatCode=";;;" sourceLinked="0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</a:p>
        </c:txPr>
        <c:crossAx val="576331615"/>
        <c:crosses val="max"/>
        <c:crossBetween val="between"/>
      </c:valAx>
      <c:spPr>
        <a:solidFill>
          <a:sysClr val="window" lastClr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1000" b="0" i="0" u="none" strike="noStrike" kern="1200" baseline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6ee8bc24-006f-4579-bddc-ab47df677e12}"/>
      </c:ext>
    </c:extLst>
  </c:chart>
  <c:spPr>
    <a:solidFill>
      <a:srgbClr val="FFFFFF"/>
    </a:solidFill>
    <a:ln w="12700" cap="flat" cmpd="sng" algn="ctr">
      <a:noFill/>
      <a:prstDash val="solid"/>
      <a:round/>
    </a:ln>
    <a:effectLst/>
  </c:spPr>
  <c:txPr>
    <a:bodyPr/>
    <a:lstStyle/>
    <a:p>
      <a:pPr>
        <a:defRPr lang="zh-CN">
          <a:latin typeface="微软雅黑" panose="020B0503020204020204" charset="-122"/>
          <a:ea typeface="微软雅黑" panose="020B0503020204020204" charset="-122"/>
          <a:cs typeface="微软雅黑" panose="020B0503020204020204" charset="-122"/>
        </a:defRPr>
      </a:pPr>
    </a:p>
  </c:tx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92AB64-EA69-4C05-B1D3-23DF23312D0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589213" y="1143000"/>
            <a:ext cx="1679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22AE32-A0E8-440A-874D-C4DD7E813268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22AE32-A0E8-440A-874D-C4DD7E81326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22AE32-A0E8-440A-874D-C4DD7E81326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22AE32-A0E8-440A-874D-C4DD7E81326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22AE32-A0E8-440A-874D-C4DD7E81326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062083"/>
            <a:ext cx="5829300" cy="438666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617911"/>
            <a:ext cx="5143500" cy="3042080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99DD52-47F5-48D8-9EB5-2FBFA2EFDA5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969704-BC52-4A8F-989D-E9DA3DD6597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99DD52-47F5-48D8-9EB5-2FBFA2EFDA5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969704-BC52-4A8F-989D-E9DA3DD6597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141251"/>
            <a:ext cx="5915025" cy="5241244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432079"/>
            <a:ext cx="5915025" cy="2756246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99DD52-47F5-48D8-9EB5-2FBFA2EFDA5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969704-BC52-4A8F-989D-E9DA3DD6597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354163"/>
            <a:ext cx="2914650" cy="799457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354163"/>
            <a:ext cx="2914650" cy="799457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99DD52-47F5-48D8-9EB5-2FBFA2EFDA5C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969704-BC52-4A8F-989D-E9DA3DD6597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70836"/>
            <a:ext cx="5915025" cy="243541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3088748"/>
            <a:ext cx="2901255" cy="1513748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602496"/>
            <a:ext cx="2901255" cy="676957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3088748"/>
            <a:ext cx="2915543" cy="1513748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602496"/>
            <a:ext cx="2915543" cy="676957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99DD52-47F5-48D8-9EB5-2FBFA2EFDA5C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969704-BC52-4A8F-989D-E9DA3DD6597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99DD52-47F5-48D8-9EB5-2FBFA2EFDA5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969704-BC52-4A8F-989D-E9DA3DD6597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99DD52-47F5-48D8-9EB5-2FBFA2EFDA5C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969704-BC52-4A8F-989D-E9DA3DD6597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39999"/>
            <a:ext cx="2211884" cy="293999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814168"/>
            <a:ext cx="3471863" cy="8954158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779996"/>
            <a:ext cx="2211884" cy="700291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99DD52-47F5-48D8-9EB5-2FBFA2EFDA5C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969704-BC52-4A8F-989D-E9DA3DD6597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39999"/>
            <a:ext cx="2211884" cy="293999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814168"/>
            <a:ext cx="3471863" cy="8954158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779996"/>
            <a:ext cx="2211884" cy="700291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99DD52-47F5-48D8-9EB5-2FBFA2EFDA5C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969704-BC52-4A8F-989D-E9DA3DD6597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99DD52-47F5-48D8-9EB5-2FBFA2EFDA5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969704-BC52-4A8F-989D-E9DA3DD6597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70833"/>
            <a:ext cx="1478756" cy="10677907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70833"/>
            <a:ext cx="4350544" cy="10677907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99DD52-47F5-48D8-9EB5-2FBFA2EFDA5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969704-BC52-4A8F-989D-E9DA3DD6597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70836"/>
            <a:ext cx="5915025" cy="2435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354163"/>
            <a:ext cx="5915025" cy="79945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678325"/>
            <a:ext cx="1543050" cy="670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99DD52-47F5-48D8-9EB5-2FBFA2EFDA5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678325"/>
            <a:ext cx="2314575" cy="670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678325"/>
            <a:ext cx="1543050" cy="670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969704-BC52-4A8F-989D-E9DA3DD6597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4.xml"/><Relationship Id="rId5" Type="http://schemas.openxmlformats.org/officeDocument/2006/relationships/image" Target="../media/image5.png"/><Relationship Id="rId4" Type="http://schemas.openxmlformats.org/officeDocument/2006/relationships/image" Target="../media/image4.sv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.xml"/><Relationship Id="rId7" Type="http://schemas.openxmlformats.org/officeDocument/2006/relationships/slideLayout" Target="../slideLayouts/slideLayout4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3.xml"/><Relationship Id="rId8" Type="http://schemas.openxmlformats.org/officeDocument/2006/relationships/slideLayout" Target="../slideLayouts/slideLayout4.xml"/><Relationship Id="rId7" Type="http://schemas.openxmlformats.org/officeDocument/2006/relationships/image" Target="../media/image14.png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0.svg"/><Relationship Id="rId3" Type="http://schemas.openxmlformats.org/officeDocument/2006/relationships/image" Target="../media/image9.png"/><Relationship Id="rId2" Type="http://schemas.openxmlformats.org/officeDocument/2006/relationships/image" Target="../media/image1.jpeg"/><Relationship Id="rId1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4.xml"/><Relationship Id="rId6" Type="http://schemas.openxmlformats.org/officeDocument/2006/relationships/slideLayout" Target="../slideLayouts/slideLayout4.xml"/><Relationship Id="rId5" Type="http://schemas.openxmlformats.org/officeDocument/2006/relationships/image" Target="../media/image6.png"/><Relationship Id="rId4" Type="http://schemas.openxmlformats.org/officeDocument/2006/relationships/image" Target="../media/image1.jpeg"/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表格 13"/>
          <p:cNvGraphicFramePr>
            <a:graphicFrameLocks noGrp="1"/>
          </p:cNvGraphicFramePr>
          <p:nvPr/>
        </p:nvGraphicFramePr>
        <p:xfrm>
          <a:off x="291145" y="1283721"/>
          <a:ext cx="6275705" cy="7458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7901"/>
                <a:gridCol w="3647804"/>
              </a:tblGrid>
              <a:tr h="4835725">
                <a:tc gridSpan="2">
                  <a:txBody>
                    <a:bodyPr/>
                    <a:lstStyle/>
                    <a:p>
                      <a:endParaRPr lang="zh-CN" altLang="en-US" sz="1300" b="0" dirty="0"/>
                    </a:p>
                  </a:txBody>
                  <a:tcPr marL="84224" marR="84224" marT="42112" marB="42112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cPr>
                    <a:noFill/>
                  </a:tcPr>
                </a:tc>
              </a:tr>
              <a:tr h="2622620">
                <a:tc>
                  <a:txBody>
                    <a:bodyPr/>
                    <a:lstStyle/>
                    <a:p>
                      <a:endParaRPr lang="zh-CN" altLang="en-US" sz="1300" dirty="0"/>
                    </a:p>
                    <a:p>
                      <a:endParaRPr lang="zh-CN" altLang="en-US" sz="1300" dirty="0"/>
                    </a:p>
                    <a:p>
                      <a:endParaRPr lang="zh-CN" altLang="en-US" sz="1300" dirty="0"/>
                    </a:p>
                    <a:p>
                      <a:endParaRPr lang="zh-CN" altLang="en-US" sz="1300" dirty="0"/>
                    </a:p>
                    <a:p>
                      <a:endParaRPr lang="zh-CN" altLang="en-US" sz="1300" dirty="0"/>
                    </a:p>
                    <a:p>
                      <a:endParaRPr lang="zh-CN" altLang="en-US" sz="1300" dirty="0"/>
                    </a:p>
                  </a:txBody>
                  <a:tcPr marL="84224" marR="84224" marT="42112" marB="42112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300" dirty="0"/>
                    </a:p>
                    <a:p>
                      <a:endParaRPr lang="zh-CN" altLang="en-US" sz="1300" dirty="0"/>
                    </a:p>
                    <a:p>
                      <a:endParaRPr lang="zh-CN" altLang="en-US" sz="1300" dirty="0"/>
                    </a:p>
                    <a:p>
                      <a:endParaRPr lang="zh-CN" altLang="en-US" sz="800" dirty="0"/>
                    </a:p>
                    <a:p>
                      <a:endParaRPr lang="zh-CN" altLang="en-US" sz="800" dirty="0">
                        <a:solidFill>
                          <a:srgbClr val="252525"/>
                        </a:solidFill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  <a:cs typeface="Times New Roman" panose="02020603050405020304" pitchFamily="18" charset="0"/>
                        <a:sym typeface="+mn-ea"/>
                      </a:endParaRPr>
                    </a:p>
                  </a:txBody>
                  <a:tcPr marL="84224" marR="84224" marT="42112" marB="42112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10" name="标题 1"/>
          <p:cNvSpPr txBox="1"/>
          <p:nvPr/>
        </p:nvSpPr>
        <p:spPr>
          <a:xfrm>
            <a:off x="1003055" y="2201595"/>
            <a:ext cx="1141545" cy="379403"/>
          </a:xfrm>
          <a:prstGeom prst="rect">
            <a:avLst/>
          </a:prstGeom>
        </p:spPr>
        <p:txBody>
          <a:bodyPr vert="horz" lIns="84224" tIns="42112" rIns="84224" bIns="42112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500" b="1" kern="120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zh-CN" altLang="en-US" sz="1840" dirty="0">
                <a:solidFill>
                  <a:srgbClr val="00377A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产品要素</a:t>
            </a:r>
            <a:endParaRPr lang="zh-CN" altLang="en-US" sz="1840" dirty="0">
              <a:solidFill>
                <a:srgbClr val="00377A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cxnSp>
        <p:nvCxnSpPr>
          <p:cNvPr id="11" name="直接连接符 10"/>
          <p:cNvCxnSpPr/>
          <p:nvPr/>
        </p:nvCxnSpPr>
        <p:spPr>
          <a:xfrm>
            <a:off x="739047" y="1958084"/>
            <a:ext cx="4425690" cy="0"/>
          </a:xfrm>
          <a:prstGeom prst="line">
            <a:avLst/>
          </a:prstGeom>
          <a:ln w="19050">
            <a:solidFill>
              <a:srgbClr val="0043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椭圆 11"/>
          <p:cNvSpPr/>
          <p:nvPr/>
        </p:nvSpPr>
        <p:spPr>
          <a:xfrm>
            <a:off x="720191" y="1828412"/>
            <a:ext cx="66318" cy="66318"/>
          </a:xfrm>
          <a:prstGeom prst="ellipse">
            <a:avLst/>
          </a:prstGeom>
          <a:solidFill>
            <a:srgbClr val="00438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60">
              <a:latin typeface="思源黑体 CN Regular" panose="020B0500000000000000" pitchFamily="34" charset="-122"/>
              <a:ea typeface="思源黑体 CN Regular" panose="020B0500000000000000" pitchFamily="34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785930" y="1442202"/>
            <a:ext cx="5078095" cy="5448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kumimoji="1" sz="3200" b="1">
                <a:solidFill>
                  <a:srgbClr val="B29A73"/>
                </a:solidFill>
                <a:latin typeface="Source Han Sans SC" panose="020B0500000000000000" pitchFamily="34" charset="-128"/>
                <a:ea typeface="Source Han Sans SC" panose="020B0500000000000000" pitchFamily="34" charset="-128"/>
              </a:defRPr>
            </a:lvl1pPr>
          </a:lstStyle>
          <a:p>
            <a:r>
              <a:rPr lang="zh-CN" altLang="en-US" sz="2950" dirty="0"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交银国信･交鑫致远产品简介</a:t>
            </a:r>
            <a:endParaRPr lang="zh-CN" altLang="en-US" sz="2950" dirty="0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26" name="圆角矩形 22"/>
          <p:cNvSpPr/>
          <p:nvPr/>
        </p:nvSpPr>
        <p:spPr>
          <a:xfrm>
            <a:off x="536210" y="2209591"/>
            <a:ext cx="434280" cy="379403"/>
          </a:xfrm>
          <a:prstGeom prst="roundRect">
            <a:avLst>
              <a:gd name="adj" fmla="val 0"/>
            </a:avLst>
          </a:prstGeom>
          <a:solidFill>
            <a:srgbClr val="00377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660">
              <a:latin typeface="思源黑体 CN Regular" panose="020B0500000000000000" pitchFamily="34" charset="-122"/>
              <a:ea typeface="思源黑体 CN Regular" panose="020B0500000000000000" pitchFamily="34" charset="-122"/>
            </a:endParaRPr>
          </a:p>
        </p:txBody>
      </p:sp>
      <p:sp>
        <p:nvSpPr>
          <p:cNvPr id="27" name="文本占位符 2"/>
          <p:cNvSpPr txBox="1"/>
          <p:nvPr/>
        </p:nvSpPr>
        <p:spPr>
          <a:xfrm>
            <a:off x="452242" y="2235848"/>
            <a:ext cx="617378" cy="33631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840" dirty="0"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01</a:t>
            </a:r>
            <a:endParaRPr lang="zh-CN" altLang="en-US" sz="1840" dirty="0">
              <a:latin typeface="思源黑体 CN Regular" panose="020B0500000000000000" pitchFamily="34" charset="-122"/>
              <a:ea typeface="思源黑体 CN Regular" panose="020B0500000000000000" pitchFamily="34" charset="-122"/>
            </a:endParaRPr>
          </a:p>
        </p:txBody>
      </p:sp>
      <p:sp>
        <p:nvSpPr>
          <p:cNvPr id="31" name="标题 1"/>
          <p:cNvSpPr txBox="1"/>
          <p:nvPr/>
        </p:nvSpPr>
        <p:spPr>
          <a:xfrm>
            <a:off x="1003055" y="8956629"/>
            <a:ext cx="1141545" cy="379403"/>
          </a:xfrm>
          <a:prstGeom prst="rect">
            <a:avLst/>
          </a:prstGeom>
        </p:spPr>
        <p:txBody>
          <a:bodyPr vert="horz" lIns="84224" tIns="42112" rIns="84224" bIns="42112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500" b="1" kern="120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zh-CN" altLang="en-US" sz="1840" dirty="0">
                <a:solidFill>
                  <a:srgbClr val="00377A"/>
                </a:solidFill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公司</a:t>
            </a:r>
            <a:r>
              <a:rPr lang="zh-CN" altLang="en-US" sz="1840" dirty="0">
                <a:solidFill>
                  <a:srgbClr val="00377A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简介</a:t>
            </a:r>
            <a:endParaRPr lang="zh-CN" altLang="en-US" sz="1840" dirty="0">
              <a:solidFill>
                <a:srgbClr val="00377A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32" name="圆角矩形 22"/>
          <p:cNvSpPr/>
          <p:nvPr/>
        </p:nvSpPr>
        <p:spPr>
          <a:xfrm>
            <a:off x="536210" y="8972520"/>
            <a:ext cx="434280" cy="379403"/>
          </a:xfrm>
          <a:prstGeom prst="roundRect">
            <a:avLst>
              <a:gd name="adj" fmla="val 0"/>
            </a:avLst>
          </a:prstGeom>
          <a:solidFill>
            <a:srgbClr val="00377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660">
              <a:latin typeface="思源黑体 CN Regular" panose="020B0500000000000000" pitchFamily="34" charset="-122"/>
              <a:ea typeface="思源黑体 CN Regular" panose="020B0500000000000000" pitchFamily="34" charset="-122"/>
            </a:endParaRPr>
          </a:p>
        </p:txBody>
      </p:sp>
      <p:sp>
        <p:nvSpPr>
          <p:cNvPr id="33" name="文本占位符 2"/>
          <p:cNvSpPr txBox="1"/>
          <p:nvPr/>
        </p:nvSpPr>
        <p:spPr>
          <a:xfrm>
            <a:off x="443160" y="9002862"/>
            <a:ext cx="617378" cy="33631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840" dirty="0"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02</a:t>
            </a:r>
            <a:endParaRPr lang="zh-CN" altLang="en-US" sz="1840" dirty="0">
              <a:latin typeface="思源黑体 CN Regular" panose="020B0500000000000000" pitchFamily="34" charset="-122"/>
              <a:ea typeface="思源黑体 CN Regular" panose="020B0500000000000000" pitchFamily="3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08007" y="9508020"/>
            <a:ext cx="6275671" cy="1289135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zh-CN" altLang="en-US" sz="1050" dirty="0"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     “交银国际信托有限公司”</a:t>
            </a:r>
            <a:r>
              <a:rPr lang="en-US" altLang="zh-CN" sz="1050" dirty="0"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(</a:t>
            </a:r>
            <a:r>
              <a:rPr lang="zh-CN" altLang="en-US" sz="1050" dirty="0"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以下简称“公司”</a:t>
            </a:r>
            <a:r>
              <a:rPr lang="en-US" altLang="zh-CN" sz="1050" dirty="0"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)</a:t>
            </a:r>
            <a:r>
              <a:rPr lang="zh-CN" altLang="en-US" sz="1050" dirty="0"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成立于</a:t>
            </a:r>
            <a:r>
              <a:rPr lang="en-US" altLang="zh-CN" sz="1050" dirty="0"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1981 </a:t>
            </a:r>
            <a:r>
              <a:rPr lang="zh-CN" altLang="en-US" sz="1050" dirty="0"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年</a:t>
            </a:r>
            <a:r>
              <a:rPr lang="en-US" altLang="zh-CN" sz="1050" dirty="0"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6 </a:t>
            </a:r>
            <a:r>
              <a:rPr lang="zh-CN" altLang="en-US" sz="1050" dirty="0"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月，</a:t>
            </a:r>
            <a:r>
              <a:rPr lang="en-US" altLang="zh-CN" sz="1050" dirty="0"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2007 </a:t>
            </a:r>
            <a:r>
              <a:rPr lang="zh-CN" altLang="en-US" sz="1050" dirty="0"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年</a:t>
            </a:r>
            <a:r>
              <a:rPr lang="en-US" altLang="zh-CN" sz="1050" dirty="0"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5 </a:t>
            </a:r>
            <a:r>
              <a:rPr lang="zh-CN" altLang="en-US" sz="1050" dirty="0"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月，经中国银监会批准，公司引进交通银行股份有限公司（以下简称“交通银行”）实施战略重组。重组完成后，公司更名为“交银国际信托有限公司”，目前注册资本达到</a:t>
            </a:r>
            <a:r>
              <a:rPr lang="en-US" altLang="zh-CN" sz="1050" dirty="0"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57.65 </a:t>
            </a:r>
            <a:r>
              <a:rPr lang="zh-CN" altLang="en-US" sz="1050" dirty="0"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亿元，交通银行持有</a:t>
            </a:r>
            <a:r>
              <a:rPr lang="en-US" altLang="zh-CN" sz="1050" dirty="0"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85%</a:t>
            </a:r>
            <a:r>
              <a:rPr lang="zh-CN" altLang="en-US" sz="1050" dirty="0"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的股份</a:t>
            </a:r>
            <a:r>
              <a:rPr lang="en-US" altLang="zh-CN" sz="1050" dirty="0"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,</a:t>
            </a:r>
            <a:r>
              <a:rPr lang="zh-CN" altLang="en-US" sz="1050" dirty="0"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湖北交通投资集团有限公司持有</a:t>
            </a:r>
            <a:r>
              <a:rPr lang="en-US" altLang="zh-CN" sz="1050" dirty="0"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15%</a:t>
            </a:r>
            <a:r>
              <a:rPr lang="zh-CN" altLang="en-US" sz="1050" dirty="0"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的股份。自成立以来，秉承“受人之托，代人理财”的经营宗旨和诚信服务的管理理念，根据客户的资产状况和风险偏好，利用信托制度及其独特的功能设计，竭诚提供跨市场、多领域、跨地区的财富管理、项目融资和受托托管等专业化信托服务。</a:t>
            </a:r>
            <a:endParaRPr lang="zh-CN" altLang="en-US" sz="1050" b="1" dirty="0">
              <a:latin typeface="思源黑体 CN Regular" panose="020B0500000000000000" pitchFamily="34" charset="-122"/>
              <a:ea typeface="思源黑体 CN Regular" panose="020B0500000000000000" pitchFamily="34" charset="-122"/>
            </a:endParaRPr>
          </a:p>
        </p:txBody>
      </p:sp>
      <p:pic>
        <p:nvPicPr>
          <p:cNvPr id="4" name="图片占位符 18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959" b="37959"/>
          <a:stretch>
            <a:fillRect/>
          </a:stretch>
        </p:blipFill>
        <p:spPr>
          <a:xfrm>
            <a:off x="0" y="10443"/>
            <a:ext cx="6857999" cy="1273277"/>
          </a:xfrm>
          <a:prstGeom prst="round2SameRect">
            <a:avLst>
              <a:gd name="adj1" fmla="val 0"/>
              <a:gd name="adj2" fmla="val 16186"/>
            </a:avLst>
          </a:prstGeom>
        </p:spPr>
      </p:pic>
      <p:graphicFrame>
        <p:nvGraphicFramePr>
          <p:cNvPr id="18" name="表格 17"/>
          <p:cNvGraphicFramePr>
            <a:graphicFrameLocks noGrp="1"/>
          </p:cNvGraphicFramePr>
          <p:nvPr/>
        </p:nvGraphicFramePr>
        <p:xfrm>
          <a:off x="530997" y="3291818"/>
          <a:ext cx="5852275" cy="26047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0945"/>
                <a:gridCol w="4641330"/>
              </a:tblGrid>
              <a:tr h="299435">
                <a:tc>
                  <a:txBody>
                    <a:bodyPr/>
                    <a:lstStyle/>
                    <a:p>
                      <a:pPr algn="ctr" defTabSz="360045"/>
                      <a:r>
                        <a:rPr lang="zh-CN" altLang="en-US" sz="900" b="0" kern="1200" dirty="0">
                          <a:solidFill>
                            <a:srgbClr val="7B5B3D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Times New Roman" panose="02020603050405020304" pitchFamily="18" charset="0"/>
                        </a:rPr>
                        <a:t>产品名称</a:t>
                      </a:r>
                      <a:endParaRPr lang="zh-CN" altLang="en-US" sz="900" b="0" kern="1200" dirty="0">
                        <a:solidFill>
                          <a:srgbClr val="7B5B3D"/>
                        </a:solidFill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84224" marR="84224" marT="42112" marB="4211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zh-CN" altLang="en-US" sz="900" b="0" kern="1200" dirty="0">
                          <a:solidFill>
                            <a:srgbClr val="252525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Times New Roman" panose="02020603050405020304" pitchFamily="18" charset="0"/>
                        </a:rPr>
                        <a:t>交银国信</a:t>
                      </a:r>
                      <a:r>
                        <a:rPr lang="en-US" altLang="zh-CN" sz="900" b="0" kern="1200" dirty="0">
                          <a:solidFill>
                            <a:srgbClr val="252525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Times New Roman" panose="02020603050405020304" pitchFamily="18" charset="0"/>
                        </a:rPr>
                        <a:t>·</a:t>
                      </a:r>
                      <a:r>
                        <a:rPr lang="zh-CN" altLang="en-US" sz="900" b="0" kern="1200" dirty="0">
                          <a:solidFill>
                            <a:srgbClr val="252525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Times New Roman" panose="02020603050405020304" pitchFamily="18" charset="0"/>
                        </a:rPr>
                        <a:t>交鑫致远</a:t>
                      </a:r>
                      <a:r>
                        <a:rPr lang="en-US" altLang="zh-CN" sz="900" b="0" kern="1200" dirty="0">
                          <a:solidFill>
                            <a:srgbClr val="252525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Times New Roman" panose="02020603050405020304" pitchFamily="18" charset="0"/>
                        </a:rPr>
                        <a:t>6</a:t>
                      </a:r>
                      <a:r>
                        <a:rPr lang="zh-CN" altLang="en-US" sz="900" b="0" kern="1200" dirty="0">
                          <a:solidFill>
                            <a:srgbClr val="252525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Times New Roman" panose="02020603050405020304" pitchFamily="18" charset="0"/>
                        </a:rPr>
                        <a:t>个月</a:t>
                      </a:r>
                      <a:r>
                        <a:rPr lang="en-US" altLang="zh-CN" sz="900" b="0" kern="1200" dirty="0">
                          <a:solidFill>
                            <a:srgbClr val="252525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Times New Roman" panose="02020603050405020304" pitchFamily="18" charset="0"/>
                        </a:rPr>
                        <a:t>101/102</a:t>
                      </a:r>
                      <a:r>
                        <a:rPr lang="zh-CN" altLang="en-US" sz="900" b="0" kern="1200" dirty="0">
                          <a:solidFill>
                            <a:srgbClr val="252525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Times New Roman" panose="02020603050405020304" pitchFamily="18" charset="0"/>
                        </a:rPr>
                        <a:t>号集合资金信托计划</a:t>
                      </a:r>
                      <a:endParaRPr lang="zh-CN" altLang="en-US" sz="900" b="0" kern="1200" dirty="0">
                        <a:solidFill>
                          <a:srgbClr val="252525"/>
                        </a:solidFill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84224" marR="84224" marT="42112" marB="42112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298432">
                <a:tc>
                  <a:txBody>
                    <a:bodyPr/>
                    <a:lstStyle/>
                    <a:p>
                      <a:pPr algn="ctr" defTabSz="360045"/>
                      <a:r>
                        <a:rPr lang="zh-CN" altLang="en-US" sz="900" b="0" kern="1200" dirty="0">
                          <a:solidFill>
                            <a:srgbClr val="7B5B3D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Times New Roman" panose="02020603050405020304" pitchFamily="18" charset="0"/>
                        </a:rPr>
                        <a:t>成立日</a:t>
                      </a:r>
                      <a:endParaRPr lang="zh-CN" altLang="en-US" sz="900" b="0" kern="1200" dirty="0">
                        <a:solidFill>
                          <a:srgbClr val="7B5B3D"/>
                        </a:solidFill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84224" marR="84224" marT="42112" marB="4211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altLang="zh-CN" sz="900" b="0" kern="1200" dirty="0">
                          <a:solidFill>
                            <a:srgbClr val="252525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Times New Roman" panose="02020603050405020304" pitchFamily="18" charset="0"/>
                        </a:rPr>
                        <a:t>2025</a:t>
                      </a:r>
                      <a:r>
                        <a:rPr lang="zh-CN" altLang="en-US" sz="900" b="0" kern="1200" dirty="0">
                          <a:solidFill>
                            <a:srgbClr val="252525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Times New Roman" panose="02020603050405020304" pitchFamily="18" charset="0"/>
                        </a:rPr>
                        <a:t>年</a:t>
                      </a:r>
                      <a:r>
                        <a:rPr lang="en-US" altLang="zh-CN" sz="900" b="0" kern="1200" dirty="0">
                          <a:solidFill>
                            <a:srgbClr val="252525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Times New Roman" panose="02020603050405020304" pitchFamily="18" charset="0"/>
                        </a:rPr>
                        <a:t>7</a:t>
                      </a:r>
                      <a:r>
                        <a:rPr lang="zh-CN" altLang="en-US" sz="900" b="0" kern="1200" dirty="0">
                          <a:solidFill>
                            <a:srgbClr val="252525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Times New Roman" panose="02020603050405020304" pitchFamily="18" charset="0"/>
                        </a:rPr>
                        <a:t>月</a:t>
                      </a:r>
                      <a:r>
                        <a:rPr lang="en-US" altLang="zh-CN" sz="900" b="0" kern="1200" dirty="0">
                          <a:solidFill>
                            <a:srgbClr val="252525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Times New Roman" panose="02020603050405020304" pitchFamily="18" charset="0"/>
                        </a:rPr>
                        <a:t>17</a:t>
                      </a:r>
                      <a:r>
                        <a:rPr lang="zh-CN" altLang="en-US" sz="900" b="0" kern="1200" dirty="0">
                          <a:solidFill>
                            <a:srgbClr val="252525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Times New Roman" panose="02020603050405020304" pitchFamily="18" charset="0"/>
                        </a:rPr>
                        <a:t>日</a:t>
                      </a:r>
                      <a:endParaRPr lang="zh-CN" altLang="en-US" sz="900" b="0" kern="1200" dirty="0">
                        <a:solidFill>
                          <a:srgbClr val="252525"/>
                        </a:solidFill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84224" marR="84224" marT="42112" marB="42112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298432">
                <a:tc>
                  <a:txBody>
                    <a:bodyPr/>
                    <a:lstStyle/>
                    <a:p>
                      <a:pPr algn="ctr" defTabSz="360045"/>
                      <a:r>
                        <a:rPr lang="zh-CN" altLang="en-US" sz="900" b="0" kern="1200" dirty="0">
                          <a:solidFill>
                            <a:srgbClr val="7B5B3D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Times New Roman" panose="02020603050405020304" pitchFamily="18" charset="0"/>
                        </a:rPr>
                        <a:t>预计存续期限</a:t>
                      </a:r>
                      <a:endParaRPr lang="zh-CN" altLang="en-US" sz="900" b="0" kern="1200" dirty="0">
                        <a:solidFill>
                          <a:srgbClr val="7B5B3D"/>
                        </a:solidFill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84224" marR="84224" marT="42112" marB="4211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sz="900" b="0" baseline="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长期存续</a:t>
                      </a:r>
                      <a:endParaRPr lang="zh-CN" sz="900" b="0" baseline="0" dirty="0"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84224" marR="84224" marT="42112" marB="42112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298432">
                <a:tc>
                  <a:txBody>
                    <a:bodyPr/>
                    <a:lstStyle/>
                    <a:p>
                      <a:pPr algn="ctr" defTabSz="360045">
                        <a:buNone/>
                      </a:pPr>
                      <a:r>
                        <a:rPr lang="zh-CN" altLang="en-US" sz="900" b="0" kern="1200" dirty="0">
                          <a:solidFill>
                            <a:srgbClr val="7B5B3D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Times New Roman" panose="02020603050405020304" pitchFamily="18" charset="0"/>
                        </a:rPr>
                        <a:t>系列规模</a:t>
                      </a:r>
                      <a:endParaRPr lang="zh-CN" altLang="en-US" sz="900" b="0" kern="1200" dirty="0">
                        <a:solidFill>
                          <a:srgbClr val="7B5B3D"/>
                        </a:solidFill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84224" marR="84224" marT="42112" marB="4211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buNone/>
                      </a:pPr>
                      <a:r>
                        <a:rPr lang="zh-CN" altLang="en-US" sz="900" b="0" kern="1200" dirty="0">
                          <a:solidFill>
                            <a:srgbClr val="252525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Times New Roman" panose="02020603050405020304" pitchFamily="18" charset="0"/>
                        </a:rPr>
                        <a:t>净值合计</a:t>
                      </a:r>
                      <a:r>
                        <a:rPr lang="en-US" altLang="zh-CN" sz="900" b="0" kern="1200">
                          <a:solidFill>
                            <a:srgbClr val="252525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Times New Roman" panose="02020603050405020304" pitchFamily="18" charset="0"/>
                        </a:rPr>
                        <a:t>3.93</a:t>
                      </a:r>
                      <a:r>
                        <a:rPr lang="zh-CN" altLang="en-US" sz="900" b="0" kern="1200">
                          <a:solidFill>
                            <a:srgbClr val="252525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Times New Roman" panose="02020603050405020304" pitchFamily="18" charset="0"/>
                        </a:rPr>
                        <a:t>亿</a:t>
                      </a:r>
                      <a:r>
                        <a:rPr lang="zh-CN" altLang="en-US" sz="900" b="0" kern="1200" dirty="0">
                          <a:solidFill>
                            <a:srgbClr val="252525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Times New Roman" panose="02020603050405020304" pitchFamily="18" charset="0"/>
                        </a:rPr>
                        <a:t>元</a:t>
                      </a:r>
                      <a:endParaRPr lang="zh-CN" altLang="en-US" sz="900" b="0" kern="1200" dirty="0">
                        <a:solidFill>
                          <a:srgbClr val="252525"/>
                        </a:solidFill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84224" marR="84224" marT="42112" marB="42112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298432">
                <a:tc>
                  <a:txBody>
                    <a:bodyPr/>
                    <a:lstStyle/>
                    <a:p>
                      <a:pPr algn="ctr" defTabSz="360045">
                        <a:buNone/>
                      </a:pPr>
                      <a:r>
                        <a:rPr lang="zh-CN" altLang="en-US" sz="900" b="0" kern="1200" dirty="0">
                          <a:solidFill>
                            <a:srgbClr val="7B5B3D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Times New Roman" panose="02020603050405020304" pitchFamily="18" charset="0"/>
                        </a:rPr>
                        <a:t>开放日</a:t>
                      </a:r>
                      <a:endParaRPr lang="zh-CN" altLang="en-US" sz="900" b="0" kern="1200" dirty="0">
                        <a:solidFill>
                          <a:srgbClr val="7B5B3D"/>
                        </a:solidFill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84224" marR="84224" marT="42112" marB="4211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buNone/>
                      </a:pPr>
                      <a:r>
                        <a:rPr lang="en-US" altLang="zh-CN" sz="900" dirty="0">
                          <a:solidFill>
                            <a:srgbClr val="252525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Times New Roman" panose="02020603050405020304" pitchFamily="18" charset="0"/>
                          <a:sym typeface="+mn-ea"/>
                        </a:rPr>
                        <a:t>6</a:t>
                      </a:r>
                      <a:r>
                        <a:rPr lang="zh-CN" altLang="en-US" sz="900" dirty="0">
                          <a:solidFill>
                            <a:srgbClr val="252525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Times New Roman" panose="02020603050405020304" pitchFamily="18" charset="0"/>
                          <a:sym typeface="+mn-ea"/>
                        </a:rPr>
                        <a:t>个月</a:t>
                      </a:r>
                      <a:r>
                        <a:rPr lang="en-US" altLang="zh-CN" sz="900" dirty="0">
                          <a:solidFill>
                            <a:srgbClr val="252525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Times New Roman" panose="02020603050405020304" pitchFamily="18" charset="0"/>
                          <a:sym typeface="+mn-ea"/>
                        </a:rPr>
                        <a:t>101</a:t>
                      </a:r>
                      <a:r>
                        <a:rPr lang="zh-CN" altLang="en-US" sz="900" dirty="0">
                          <a:solidFill>
                            <a:srgbClr val="252525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Times New Roman" panose="02020603050405020304" pitchFamily="18" charset="0"/>
                          <a:sym typeface="+mn-ea"/>
                        </a:rPr>
                        <a:t>：</a:t>
                      </a:r>
                      <a:r>
                        <a:rPr lang="zh-CN" altLang="en-US" sz="900" b="0" kern="1200" dirty="0">
                          <a:solidFill>
                            <a:srgbClr val="252525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Times New Roman" panose="02020603050405020304" pitchFamily="18" charset="0"/>
                        </a:rPr>
                        <a:t>每个自然月度最后一周的周三，遇节假日顺延</a:t>
                      </a:r>
                      <a:endParaRPr lang="zh-CN" altLang="en-US" sz="900" b="0" kern="1200" dirty="0">
                        <a:solidFill>
                          <a:srgbClr val="252525"/>
                        </a:solidFill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  <a:cs typeface="Times New Roman" panose="02020603050405020304" pitchFamily="18" charset="0"/>
                      </a:endParaRPr>
                    </a:p>
                    <a:p>
                      <a:pPr marL="0" algn="ctr" defTabSz="457200" rtl="0" eaLnBrk="1" latinLnBrk="0" hangingPunct="1">
                        <a:buNone/>
                      </a:pPr>
                      <a:r>
                        <a:rPr lang="en-US" altLang="zh-CN" sz="900" dirty="0">
                          <a:solidFill>
                            <a:srgbClr val="252525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Times New Roman" panose="02020603050405020304" pitchFamily="18" charset="0"/>
                          <a:sym typeface="+mn-ea"/>
                        </a:rPr>
                        <a:t>6</a:t>
                      </a:r>
                      <a:r>
                        <a:rPr lang="zh-CN" altLang="en-US" sz="900" dirty="0">
                          <a:solidFill>
                            <a:srgbClr val="252525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Times New Roman" panose="02020603050405020304" pitchFamily="18" charset="0"/>
                          <a:sym typeface="+mn-ea"/>
                        </a:rPr>
                        <a:t>个月</a:t>
                      </a:r>
                      <a:r>
                        <a:rPr lang="en-US" altLang="zh-CN" sz="900" dirty="0">
                          <a:solidFill>
                            <a:srgbClr val="252525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Times New Roman" panose="02020603050405020304" pitchFamily="18" charset="0"/>
                          <a:sym typeface="+mn-ea"/>
                        </a:rPr>
                        <a:t>102</a:t>
                      </a:r>
                      <a:r>
                        <a:rPr lang="zh-CN" altLang="en-US" sz="900" dirty="0">
                          <a:solidFill>
                            <a:srgbClr val="252525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Times New Roman" panose="02020603050405020304" pitchFamily="18" charset="0"/>
                          <a:sym typeface="+mn-ea"/>
                        </a:rPr>
                        <a:t>：每个自然月度第二周的周三，遇节假日顺延</a:t>
                      </a:r>
                      <a:endParaRPr lang="zh-CN" altLang="en-US" sz="900" b="0" kern="1200" dirty="0">
                        <a:solidFill>
                          <a:srgbClr val="252525"/>
                        </a:solidFill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84224" marR="84224" marT="42112" marB="42112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298432">
                <a:tc>
                  <a:txBody>
                    <a:bodyPr/>
                    <a:lstStyle/>
                    <a:p>
                      <a:pPr algn="ctr" defTabSz="360045">
                        <a:buNone/>
                      </a:pPr>
                      <a:r>
                        <a:rPr lang="zh-CN" altLang="en-US" sz="900" b="0" kern="1200" dirty="0">
                          <a:solidFill>
                            <a:srgbClr val="7B5B3D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Times New Roman" panose="02020603050405020304" pitchFamily="18" charset="0"/>
                        </a:rPr>
                        <a:t>赎回锁定期</a:t>
                      </a:r>
                      <a:endParaRPr lang="zh-CN" altLang="en-US" sz="900" b="0" kern="1200" dirty="0">
                        <a:solidFill>
                          <a:srgbClr val="7B5B3D"/>
                        </a:solidFill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84224" marR="84224" marT="42112" marB="4211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buNone/>
                      </a:pPr>
                      <a:r>
                        <a:rPr lang="zh-CN" altLang="en-US" sz="900" b="0" kern="1200" dirty="0">
                          <a:solidFill>
                            <a:srgbClr val="252525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Times New Roman" panose="02020603050405020304" pitchFamily="18" charset="0"/>
                        </a:rPr>
                        <a:t>就任意一份信托单位而言，最低持有期为</a:t>
                      </a:r>
                      <a:r>
                        <a:rPr lang="en-US" altLang="zh-CN" sz="900" b="0" kern="1200" dirty="0">
                          <a:solidFill>
                            <a:srgbClr val="252525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Times New Roman" panose="02020603050405020304" pitchFamily="18" charset="0"/>
                        </a:rPr>
                        <a:t>180</a:t>
                      </a:r>
                      <a:r>
                        <a:rPr lang="zh-CN" altLang="en-US" sz="900" b="0" kern="1200" dirty="0">
                          <a:solidFill>
                            <a:srgbClr val="252525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Times New Roman" panose="02020603050405020304" pitchFamily="18" charset="0"/>
                        </a:rPr>
                        <a:t>天，</a:t>
                      </a:r>
                      <a:endParaRPr lang="zh-CN" altLang="en-US" sz="900" b="0" kern="1200" dirty="0">
                        <a:solidFill>
                          <a:srgbClr val="252525"/>
                        </a:solidFill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84224" marR="84224" marT="42112" marB="42112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298432">
                <a:tc>
                  <a:txBody>
                    <a:bodyPr/>
                    <a:lstStyle/>
                    <a:p>
                      <a:pPr algn="ctr" defTabSz="360045"/>
                      <a:r>
                        <a:rPr lang="zh-CN" altLang="en-US" sz="900" b="0" kern="1200" dirty="0">
                          <a:solidFill>
                            <a:srgbClr val="7B5B3D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Times New Roman" panose="02020603050405020304" pitchFamily="18" charset="0"/>
                        </a:rPr>
                        <a:t>起购金额</a:t>
                      </a:r>
                      <a:endParaRPr lang="zh-CN" altLang="en-US" sz="900" b="0" kern="1200" dirty="0">
                        <a:solidFill>
                          <a:srgbClr val="7B5B3D"/>
                        </a:solidFill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84224" marR="84224" marT="42112" marB="4211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altLang="zh-CN" sz="900" b="0" kern="1200" dirty="0">
                          <a:solidFill>
                            <a:srgbClr val="252525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Times New Roman" panose="02020603050405020304" pitchFamily="18" charset="0"/>
                        </a:rPr>
                        <a:t>40</a:t>
                      </a:r>
                      <a:r>
                        <a:rPr lang="zh-CN" altLang="en-US" sz="900" b="0" kern="1200" dirty="0">
                          <a:solidFill>
                            <a:srgbClr val="252525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Times New Roman" panose="02020603050405020304" pitchFamily="18" charset="0"/>
                        </a:rPr>
                        <a:t>万起，</a:t>
                      </a:r>
                      <a:r>
                        <a:rPr lang="en-US" altLang="zh-CN" sz="900" b="0" kern="1200" dirty="0">
                          <a:solidFill>
                            <a:srgbClr val="252525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Times New Roman" panose="02020603050405020304" pitchFamily="18" charset="0"/>
                        </a:rPr>
                        <a:t>1</a:t>
                      </a:r>
                      <a:r>
                        <a:rPr lang="zh-CN" altLang="en-US" sz="900" b="0" kern="1200" dirty="0">
                          <a:solidFill>
                            <a:srgbClr val="252525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Times New Roman" panose="02020603050405020304" pitchFamily="18" charset="0"/>
                        </a:rPr>
                        <a:t>万递增</a:t>
                      </a:r>
                      <a:endParaRPr lang="zh-CN" altLang="en-US" sz="900" b="0" kern="1200" dirty="0">
                        <a:solidFill>
                          <a:srgbClr val="252525"/>
                        </a:solidFill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84224" marR="84224" marT="42112" marB="42112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454660">
                <a:tc>
                  <a:txBody>
                    <a:bodyPr/>
                    <a:lstStyle/>
                    <a:p>
                      <a:pPr marL="0" marR="0" indent="0" algn="ctr" defTabSz="36004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b="0" kern="1200" dirty="0">
                          <a:solidFill>
                            <a:srgbClr val="7B5B3D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Times New Roman" panose="02020603050405020304" pitchFamily="18" charset="0"/>
                        </a:rPr>
                        <a:t>风险评级</a:t>
                      </a:r>
                      <a:endParaRPr lang="zh-CN" altLang="en-US" sz="900" b="0" kern="1200" dirty="0">
                        <a:solidFill>
                          <a:srgbClr val="7B5B3D"/>
                        </a:solidFill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84224" marR="84224" marT="42112" marB="4211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900" b="0" kern="1200" dirty="0">
                          <a:solidFill>
                            <a:srgbClr val="252525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Times New Roman" panose="02020603050405020304" pitchFamily="18" charset="0"/>
                        </a:rPr>
                        <a:t>【R3】</a:t>
                      </a:r>
                      <a:r>
                        <a:rPr lang="zh-CN" altLang="en-US" sz="900" b="0" kern="1200" dirty="0">
                          <a:solidFill>
                            <a:srgbClr val="252525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Times New Roman" panose="02020603050405020304" pitchFamily="18" charset="0"/>
                        </a:rPr>
                        <a:t>，该类产品总体风险程度中等，公司不承诺本金保障，净值波动较明显，产品本金出现损失或无法按期兑付的可能性不容忽视。</a:t>
                      </a:r>
                      <a:endParaRPr lang="zh-CN" altLang="en-US" sz="900" b="0" kern="1200" dirty="0">
                        <a:solidFill>
                          <a:srgbClr val="252525"/>
                        </a:solidFill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84224" marR="84224" marT="42112" marB="42112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16" name="文本框 15"/>
          <p:cNvSpPr txBox="1"/>
          <p:nvPr/>
        </p:nvSpPr>
        <p:spPr>
          <a:xfrm>
            <a:off x="751849" y="2795562"/>
            <a:ext cx="958747" cy="3165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1475" b="1" dirty="0">
                <a:solidFill>
                  <a:schemeClr val="tx1">
                    <a:lumMod val="75000"/>
                    <a:lumOff val="25000"/>
                  </a:schemeClr>
                </a:solidFill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产品概览</a:t>
            </a:r>
            <a:endParaRPr kumimoji="1" lang="en-US" altLang="zh-CN" sz="1475" b="1" dirty="0">
              <a:solidFill>
                <a:schemeClr val="tx1">
                  <a:lumMod val="75000"/>
                  <a:lumOff val="25000"/>
                </a:schemeClr>
              </a:solidFill>
              <a:latin typeface="思源黑体 CN Regular" panose="020B0500000000000000" pitchFamily="34" charset="-122"/>
              <a:ea typeface="思源黑体 CN Regular" panose="020B0500000000000000" pitchFamily="34" charset="-122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776784" y="6310265"/>
            <a:ext cx="933812" cy="3165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1475" b="1" dirty="0">
                <a:solidFill>
                  <a:schemeClr val="tx1">
                    <a:lumMod val="75000"/>
                    <a:lumOff val="25000"/>
                  </a:schemeClr>
                </a:solidFill>
                <a:ea typeface="思源黑体 CN Regular" panose="020B0500000000000000" pitchFamily="34" charset="-122"/>
              </a:rPr>
              <a:t>投资范围</a:t>
            </a:r>
            <a:endParaRPr kumimoji="1" lang="en-US" altLang="zh-CN" sz="1475" b="1" dirty="0">
              <a:solidFill>
                <a:schemeClr val="tx1">
                  <a:lumMod val="75000"/>
                  <a:lumOff val="25000"/>
                </a:schemeClr>
              </a:solidFill>
              <a:ea typeface="思源黑体 CN Regular" panose="020B0500000000000000" pitchFamily="34" charset="-122"/>
            </a:endParaRPr>
          </a:p>
        </p:txBody>
      </p:sp>
      <p:grpSp>
        <p:nvGrpSpPr>
          <p:cNvPr id="38" name="组合 37"/>
          <p:cNvGrpSpPr/>
          <p:nvPr/>
        </p:nvGrpSpPr>
        <p:grpSpPr>
          <a:xfrm>
            <a:off x="3181689" y="6341998"/>
            <a:ext cx="264153" cy="265273"/>
            <a:chOff x="3717000" y="4051171"/>
            <a:chExt cx="828000" cy="828000"/>
          </a:xfrm>
        </p:grpSpPr>
        <p:sp>
          <p:nvSpPr>
            <p:cNvPr id="35" name="椭圆 34"/>
            <p:cNvSpPr/>
            <p:nvPr/>
          </p:nvSpPr>
          <p:spPr>
            <a:xfrm>
              <a:off x="3717000" y="4051171"/>
              <a:ext cx="828000" cy="828000"/>
            </a:xfrm>
            <a:prstGeom prst="ellipse">
              <a:avLst/>
            </a:prstGeom>
            <a:solidFill>
              <a:srgbClr val="00438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60">
                <a:latin typeface="思源黑体 CN Regular" panose="020B0500000000000000" pitchFamily="34" charset="-122"/>
                <a:ea typeface="思源黑体 CN Regular" panose="020B0500000000000000" pitchFamily="34" charset="-122"/>
              </a:endParaRPr>
            </a:p>
          </p:txBody>
        </p:sp>
        <p:pic>
          <p:nvPicPr>
            <p:cNvPr id="37" name="图片 3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90037" y="4219104"/>
              <a:ext cx="475042" cy="475042"/>
            </a:xfrm>
            <a:prstGeom prst="rect">
              <a:avLst/>
            </a:prstGeom>
          </p:spPr>
        </p:pic>
      </p:grpSp>
      <p:sp>
        <p:nvSpPr>
          <p:cNvPr id="39" name="矩形 38"/>
          <p:cNvSpPr/>
          <p:nvPr/>
        </p:nvSpPr>
        <p:spPr>
          <a:xfrm>
            <a:off x="3498742" y="6312301"/>
            <a:ext cx="1070597" cy="3191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kumimoji="1" lang="zh-CN" altLang="en-US" sz="1475" b="1" dirty="0">
                <a:solidFill>
                  <a:schemeClr val="tx1">
                    <a:lumMod val="75000"/>
                    <a:lumOff val="25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风险提示</a:t>
            </a:r>
            <a:endParaRPr kumimoji="1" lang="en-US" altLang="zh-CN" sz="1475" b="1" dirty="0">
              <a:solidFill>
                <a:schemeClr val="tx1">
                  <a:lumMod val="75000"/>
                  <a:lumOff val="25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3184689" y="6778639"/>
            <a:ext cx="3133090" cy="16744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">
              <a:lnSpc>
                <a:spcPct val="125000"/>
              </a:lnSpc>
            </a:pPr>
            <a:r>
              <a:rPr lang="zh-CN" altLang="en-US" sz="965" b="1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信托财产投资运用过程中存在法律与政策风险、市场风险、利率风险、受托人管理及操作风险、投资管理风险、投资标的管理人/受托人风险、投资标的风险、平仓策略风险、信用风险、信托单位/信托计划提前终止风险、信托利益分配方式风险、保管人的经营及操作风险、信托财产独立性风险、流动性风险、受托人无法承诺信托计划受益人的信托利益、估值风险、认购保障基金的相关风险、网络渠道风险、怠于登录终端风险、不可抗力及其他风险。</a:t>
            </a:r>
            <a:endParaRPr lang="en-US" altLang="zh-CN" sz="965" dirty="0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308008" y="11343844"/>
            <a:ext cx="6275670" cy="1087157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en-US" altLang="zh-CN" sz="1050" b="1" dirty="0"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1</a:t>
            </a:r>
            <a:r>
              <a:rPr lang="zh-CN" altLang="en-US" sz="1050" b="1" dirty="0"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、本材料仅为面向合格投资者的宣传材料，不作为任何法律文件，请您认真阅读信托合同、产品说明书、风险申明书等法律文件，根据风险承受能力选择合适的产品。</a:t>
            </a:r>
            <a:endParaRPr lang="en-US" altLang="zh-CN" sz="1050" b="1" dirty="0">
              <a:latin typeface="思源黑体 CN Regular" panose="020B0500000000000000" pitchFamily="34" charset="-122"/>
              <a:ea typeface="思源黑体 CN Regular" panose="020B0500000000000000" pitchFamily="34" charset="-122"/>
            </a:endParaRPr>
          </a:p>
          <a:p>
            <a:pPr algn="just">
              <a:lnSpc>
                <a:spcPct val="125000"/>
              </a:lnSpc>
            </a:pPr>
            <a:r>
              <a:rPr lang="en-US" altLang="zh-CN" sz="1050" b="1" dirty="0"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2</a:t>
            </a:r>
            <a:r>
              <a:rPr lang="zh-CN" altLang="en-US" sz="1050" b="1" dirty="0"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、业绩比较基准是受托人基于产品性质、投资策略、过往经验等因素对产品设定的投资目标，不代表信托产品的未来表现和实际收益，不构成受托人对信托产品收益的承诺，上述信托产品并非保本保收益信托产品。</a:t>
            </a:r>
            <a:endParaRPr lang="zh-CN" altLang="en-US" sz="1050" b="1" dirty="0">
              <a:latin typeface="思源黑体 CN Regular" panose="020B0500000000000000" pitchFamily="34" charset="-122"/>
              <a:ea typeface="思源黑体 CN Regular" panose="020B0500000000000000" pitchFamily="34" charset="-122"/>
            </a:endParaRPr>
          </a:p>
        </p:txBody>
      </p:sp>
      <p:cxnSp>
        <p:nvCxnSpPr>
          <p:cNvPr id="17" name="直线连接符 10"/>
          <p:cNvCxnSpPr/>
          <p:nvPr/>
        </p:nvCxnSpPr>
        <p:spPr>
          <a:xfrm>
            <a:off x="511900" y="11071355"/>
            <a:ext cx="1553335" cy="4608"/>
          </a:xfrm>
          <a:prstGeom prst="line">
            <a:avLst/>
          </a:prstGeom>
          <a:ln w="15875" cmpd="sng">
            <a:gradFill flip="none" rotWithShape="1">
              <a:gsLst>
                <a:gs pos="32000">
                  <a:srgbClr val="00488D"/>
                </a:gs>
                <a:gs pos="75000">
                  <a:srgbClr val="1DBBE6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线连接符 10"/>
          <p:cNvCxnSpPr/>
          <p:nvPr/>
        </p:nvCxnSpPr>
        <p:spPr>
          <a:xfrm flipH="1" flipV="1">
            <a:off x="4819824" y="11067036"/>
            <a:ext cx="1603727" cy="12936"/>
          </a:xfrm>
          <a:prstGeom prst="line">
            <a:avLst/>
          </a:prstGeom>
          <a:ln w="15875" cmpd="sng">
            <a:gradFill flip="none" rotWithShape="1">
              <a:gsLst>
                <a:gs pos="32000">
                  <a:srgbClr val="00488D"/>
                </a:gs>
                <a:gs pos="75000">
                  <a:srgbClr val="1DBBE6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/>
          <p:cNvSpPr txBox="1"/>
          <p:nvPr/>
        </p:nvSpPr>
        <p:spPr>
          <a:xfrm>
            <a:off x="2096232" y="10904131"/>
            <a:ext cx="2805021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kumimoji="1" sz="3200" b="1">
                <a:solidFill>
                  <a:srgbClr val="B29A73"/>
                </a:solidFill>
                <a:latin typeface="Source Han Sans SC" panose="020B0500000000000000" pitchFamily="34" charset="-128"/>
                <a:ea typeface="Source Han Sans SC" panose="020B0500000000000000" pitchFamily="34" charset="-128"/>
              </a:defRPr>
            </a:lvl1pPr>
          </a:lstStyle>
          <a:p>
            <a:r>
              <a:rPr lang="zh-CN" altLang="en-US" sz="1800" dirty="0"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产品有风险，投资须谨慎</a:t>
            </a:r>
            <a:endParaRPr lang="zh-CN" altLang="en-US" sz="1800" dirty="0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511900" y="6778639"/>
            <a:ext cx="2099620" cy="12738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 algn="just" fontAlgn="auto">
              <a:lnSpc>
                <a:spcPct val="150000"/>
              </a:lnSpc>
            </a:pPr>
            <a:r>
              <a:rPr lang="zh-CN" altLang="en-US" sz="965" b="1" dirty="0">
                <a:solidFill>
                  <a:srgbClr val="002060"/>
                </a:solidFill>
                <a:ea typeface="思源黑体 CN Normal" panose="020B0400000000000000" pitchFamily="34" charset="-122"/>
              </a:rPr>
              <a:t>1.债券类资产；</a:t>
            </a:r>
            <a:endParaRPr lang="zh-CN" altLang="en-US" sz="965" b="1" dirty="0">
              <a:solidFill>
                <a:srgbClr val="002060"/>
              </a:solidFill>
              <a:ea typeface="思源黑体 CN Normal" panose="020B0400000000000000" pitchFamily="34" charset="-122"/>
            </a:endParaRPr>
          </a:p>
          <a:p>
            <a:pPr indent="0" algn="just" fontAlgn="auto">
              <a:lnSpc>
                <a:spcPct val="150000"/>
              </a:lnSpc>
            </a:pPr>
            <a:r>
              <a:rPr lang="zh-CN" altLang="en-US" sz="965" b="1" dirty="0">
                <a:solidFill>
                  <a:srgbClr val="002060"/>
                </a:solidFill>
                <a:ea typeface="思源黑体 CN Normal" panose="020B0400000000000000" pitchFamily="34" charset="-122"/>
              </a:rPr>
              <a:t>2.货币市场工具；</a:t>
            </a:r>
            <a:endParaRPr lang="zh-CN" altLang="en-US" sz="965" b="1" dirty="0">
              <a:solidFill>
                <a:srgbClr val="002060"/>
              </a:solidFill>
              <a:ea typeface="思源黑体 CN Normal" panose="020B0400000000000000" pitchFamily="34" charset="-122"/>
            </a:endParaRPr>
          </a:p>
          <a:p>
            <a:pPr indent="0" algn="just" fontAlgn="auto">
              <a:lnSpc>
                <a:spcPct val="150000"/>
              </a:lnSpc>
            </a:pPr>
            <a:r>
              <a:rPr lang="zh-CN" altLang="en-US" sz="965" b="1" dirty="0">
                <a:solidFill>
                  <a:srgbClr val="002060"/>
                </a:solidFill>
                <a:ea typeface="思源黑体 CN Normal" panose="020B0400000000000000" pitchFamily="34" charset="-122"/>
              </a:rPr>
              <a:t>3.受托人发行的证券投资类产品；</a:t>
            </a:r>
            <a:endParaRPr lang="zh-CN" altLang="en-US" sz="965" b="1" dirty="0">
              <a:solidFill>
                <a:srgbClr val="002060"/>
              </a:solidFill>
              <a:ea typeface="思源黑体 CN Normal" panose="020B0400000000000000" pitchFamily="34" charset="-122"/>
            </a:endParaRPr>
          </a:p>
          <a:p>
            <a:pPr indent="0" algn="just" fontAlgn="auto">
              <a:lnSpc>
                <a:spcPct val="150000"/>
              </a:lnSpc>
            </a:pPr>
            <a:r>
              <a:rPr lang="zh-CN" altLang="en-US" sz="965" b="1" dirty="0">
                <a:solidFill>
                  <a:srgbClr val="002060"/>
                </a:solidFill>
                <a:ea typeface="思源黑体 CN Normal" panose="020B0400000000000000" pitchFamily="34" charset="-122"/>
              </a:rPr>
              <a:t>4.其他相关金融产品；</a:t>
            </a:r>
            <a:endParaRPr lang="zh-CN" altLang="en-US" sz="965" b="1" dirty="0">
              <a:solidFill>
                <a:srgbClr val="002060"/>
              </a:solidFill>
              <a:ea typeface="思源黑体 CN Normal" panose="020B0400000000000000" pitchFamily="34" charset="-122"/>
            </a:endParaRPr>
          </a:p>
          <a:p>
            <a:pPr indent="0" algn="just" fontAlgn="auto">
              <a:lnSpc>
                <a:spcPct val="150000"/>
              </a:lnSpc>
            </a:pPr>
            <a:r>
              <a:rPr lang="zh-CN" altLang="en-US" sz="965" b="1" dirty="0">
                <a:solidFill>
                  <a:srgbClr val="002060"/>
                </a:solidFill>
                <a:ea typeface="思源黑体 CN Normal" panose="020B0400000000000000" pitchFamily="34" charset="-122"/>
              </a:rPr>
              <a:t>5.信托业保障基金。</a:t>
            </a:r>
            <a:endParaRPr lang="zh-CN" altLang="en-US" sz="965" b="1" dirty="0">
              <a:solidFill>
                <a:srgbClr val="002060"/>
              </a:solidFill>
              <a:ea typeface="思源黑体 CN Normal" panose="020B0400000000000000" pitchFamily="34" charset="-122"/>
            </a:endParaRPr>
          </a:p>
        </p:txBody>
      </p:sp>
      <p:grpSp>
        <p:nvGrpSpPr>
          <p:cNvPr id="5" name="组合 4"/>
          <p:cNvGrpSpPr/>
          <p:nvPr/>
        </p:nvGrpSpPr>
        <p:grpSpPr>
          <a:xfrm>
            <a:off x="530997" y="6338448"/>
            <a:ext cx="264153" cy="265273"/>
            <a:chOff x="3717000" y="4051171"/>
            <a:chExt cx="828000" cy="828000"/>
          </a:xfrm>
        </p:grpSpPr>
        <p:sp>
          <p:nvSpPr>
            <p:cNvPr id="6" name="椭圆 5"/>
            <p:cNvSpPr/>
            <p:nvPr/>
          </p:nvSpPr>
          <p:spPr>
            <a:xfrm>
              <a:off x="3717000" y="4051171"/>
              <a:ext cx="828000" cy="828000"/>
            </a:xfrm>
            <a:prstGeom prst="ellipse">
              <a:avLst/>
            </a:prstGeom>
            <a:solidFill>
              <a:srgbClr val="00438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60" dirty="0">
                <a:latin typeface="思源黑体 CN Regular" panose="020B0500000000000000" pitchFamily="34" charset="-122"/>
                <a:ea typeface="思源黑体 CN Regular" panose="020B0500000000000000" pitchFamily="34" charset="-122"/>
              </a:endParaRPr>
            </a:p>
          </p:txBody>
        </p:sp>
        <p:pic>
          <p:nvPicPr>
            <p:cNvPr id="8" name="图片 7" descr="目标 纯色填充"/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>
              <a:fillRect/>
            </a:stretch>
          </p:blipFill>
          <p:spPr>
            <a:xfrm>
              <a:off x="3824258" y="4151783"/>
              <a:ext cx="613481" cy="610891"/>
            </a:xfrm>
            <a:prstGeom prst="rect">
              <a:avLst/>
            </a:prstGeom>
          </p:spPr>
        </p:pic>
      </p:grpSp>
      <p:pic>
        <p:nvPicPr>
          <p:cNvPr id="15" name="图片 14"/>
          <p:cNvPicPr>
            <a:picLocks noChangeAspect="1"/>
          </p:cNvPicPr>
          <p:nvPr/>
        </p:nvPicPr>
        <p:blipFill>
          <a:blip r:embed="rId5" cstate="screen"/>
          <a:stretch>
            <a:fillRect/>
          </a:stretch>
        </p:blipFill>
        <p:spPr>
          <a:xfrm>
            <a:off x="485416" y="2789875"/>
            <a:ext cx="309734" cy="3165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7" name="直接箭头连接符 56"/>
          <p:cNvCxnSpPr>
            <a:endCxn id="53" idx="0"/>
          </p:cNvCxnSpPr>
          <p:nvPr/>
        </p:nvCxnSpPr>
        <p:spPr>
          <a:xfrm>
            <a:off x="4251529" y="5645964"/>
            <a:ext cx="1404968" cy="4585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标题 1"/>
          <p:cNvSpPr txBox="1"/>
          <p:nvPr/>
        </p:nvSpPr>
        <p:spPr>
          <a:xfrm>
            <a:off x="923045" y="2174186"/>
            <a:ext cx="1141545" cy="379403"/>
          </a:xfrm>
          <a:prstGeom prst="rect">
            <a:avLst/>
          </a:prstGeom>
        </p:spPr>
        <p:txBody>
          <a:bodyPr vert="horz" lIns="84224" tIns="42112" rIns="84224" bIns="42112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500" b="1" kern="120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zh-CN" altLang="en-US" sz="1840" dirty="0">
                <a:solidFill>
                  <a:srgbClr val="00377A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产品亮点</a:t>
            </a:r>
            <a:endParaRPr lang="zh-CN" altLang="en-US" sz="1840" dirty="0">
              <a:solidFill>
                <a:srgbClr val="00377A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cxnSp>
        <p:nvCxnSpPr>
          <p:cNvPr id="11" name="直接连接符 10"/>
          <p:cNvCxnSpPr/>
          <p:nvPr/>
        </p:nvCxnSpPr>
        <p:spPr>
          <a:xfrm>
            <a:off x="739047" y="1958084"/>
            <a:ext cx="4425690" cy="0"/>
          </a:xfrm>
          <a:prstGeom prst="line">
            <a:avLst/>
          </a:prstGeom>
          <a:ln w="19050">
            <a:solidFill>
              <a:srgbClr val="0043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圆角矩形 22"/>
          <p:cNvSpPr/>
          <p:nvPr/>
        </p:nvSpPr>
        <p:spPr>
          <a:xfrm>
            <a:off x="460311" y="2168161"/>
            <a:ext cx="434280" cy="379403"/>
          </a:xfrm>
          <a:prstGeom prst="roundRect">
            <a:avLst>
              <a:gd name="adj" fmla="val 0"/>
            </a:avLst>
          </a:prstGeom>
          <a:solidFill>
            <a:srgbClr val="00377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60" dirty="0">
                <a:latin typeface="思源黑体 CN Regular" panose="020B0500000000000000" pitchFamily="34" charset="-122"/>
                <a:ea typeface="思源黑体 CN Regular" panose="020B0500000000000000" pitchFamily="34" charset="-122"/>
                <a:sym typeface="+mn-ea"/>
              </a:rPr>
              <a:t>03</a:t>
            </a:r>
            <a:endParaRPr kumimoji="1" lang="zh-CN" altLang="en-US" sz="1660">
              <a:latin typeface="思源黑体 CN Regular" panose="020B0500000000000000" pitchFamily="34" charset="-122"/>
              <a:ea typeface="思源黑体 CN Regular" panose="020B0500000000000000" pitchFamily="34" charset="-122"/>
            </a:endParaRPr>
          </a:p>
        </p:txBody>
      </p:sp>
      <p:sp>
        <p:nvSpPr>
          <p:cNvPr id="31" name="标题 1"/>
          <p:cNvSpPr txBox="1"/>
          <p:nvPr/>
        </p:nvSpPr>
        <p:spPr>
          <a:xfrm>
            <a:off x="849212" y="6846164"/>
            <a:ext cx="1141545" cy="379403"/>
          </a:xfrm>
          <a:prstGeom prst="rect">
            <a:avLst/>
          </a:prstGeom>
        </p:spPr>
        <p:txBody>
          <a:bodyPr vert="horz" lIns="84224" tIns="42112" rIns="84224" bIns="42112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500" b="1" kern="120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zh-CN" altLang="en-US" sz="1840" dirty="0">
                <a:solidFill>
                  <a:srgbClr val="00377A"/>
                </a:solidFill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公司</a:t>
            </a:r>
            <a:r>
              <a:rPr lang="zh-CN" altLang="en-US" sz="1840" dirty="0">
                <a:solidFill>
                  <a:srgbClr val="00377A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荣誉</a:t>
            </a:r>
            <a:endParaRPr lang="zh-CN" altLang="en-US" sz="1840" dirty="0">
              <a:solidFill>
                <a:srgbClr val="00377A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pic>
        <p:nvPicPr>
          <p:cNvPr id="4" name="图片占位符 18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959" b="37959"/>
          <a:stretch>
            <a:fillRect/>
          </a:stretch>
        </p:blipFill>
        <p:spPr>
          <a:xfrm>
            <a:off x="0" y="10443"/>
            <a:ext cx="6857999" cy="1273277"/>
          </a:xfrm>
          <a:prstGeom prst="round2SameRect">
            <a:avLst>
              <a:gd name="adj1" fmla="val 0"/>
              <a:gd name="adj2" fmla="val 16186"/>
            </a:avLst>
          </a:prstGeom>
        </p:spPr>
      </p:pic>
      <p:sp>
        <p:nvSpPr>
          <p:cNvPr id="7" name="文本框 6"/>
          <p:cNvSpPr txBox="1"/>
          <p:nvPr/>
        </p:nvSpPr>
        <p:spPr>
          <a:xfrm>
            <a:off x="308008" y="11343844"/>
            <a:ext cx="6275670" cy="130302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en-US" altLang="zh-CN" sz="1050" b="1" dirty="0"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1</a:t>
            </a:r>
            <a:r>
              <a:rPr lang="zh-CN" altLang="en-US" sz="1050" b="1" dirty="0"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、本产品由交银国际信托有限公司发行及管理，本材料仅为面向合格投资者的宣传材料，不作为任何法律文件，请您认真阅读信托合同、产品说明书、风险申明书等法律文件，根据风险承受能力选择合适的产品。</a:t>
            </a:r>
            <a:endParaRPr lang="en-US" altLang="zh-CN" sz="1050" b="1" dirty="0">
              <a:latin typeface="思源黑体 CN Regular" panose="020B0500000000000000" pitchFamily="34" charset="-122"/>
              <a:ea typeface="思源黑体 CN Regular" panose="020B0500000000000000" pitchFamily="34" charset="-122"/>
            </a:endParaRPr>
          </a:p>
          <a:p>
            <a:pPr algn="just">
              <a:lnSpc>
                <a:spcPct val="125000"/>
              </a:lnSpc>
            </a:pPr>
            <a:r>
              <a:rPr lang="en-US" altLang="zh-CN" sz="1050" b="1" dirty="0"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2</a:t>
            </a:r>
            <a:r>
              <a:rPr lang="zh-CN" altLang="en-US" sz="1050" b="1" dirty="0"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、业绩比较基准是受托人基于产品性质、投资策略、过往经验等因素对产品设定的投资目标，不代表信托产品的未来表现和实际收益，不构成受托人对信托产品收益的承诺，上述信托产品并非保本保收益信托产品。</a:t>
            </a:r>
            <a:endParaRPr lang="zh-CN" altLang="en-US" sz="1050" b="1" dirty="0">
              <a:latin typeface="思源黑体 CN Regular" panose="020B0500000000000000" pitchFamily="34" charset="-122"/>
              <a:ea typeface="思源黑体 CN Regular" panose="020B0500000000000000" pitchFamily="34" charset="-122"/>
            </a:endParaRPr>
          </a:p>
        </p:txBody>
      </p:sp>
      <p:cxnSp>
        <p:nvCxnSpPr>
          <p:cNvPr id="17" name="直线连接符 10"/>
          <p:cNvCxnSpPr/>
          <p:nvPr/>
        </p:nvCxnSpPr>
        <p:spPr>
          <a:xfrm>
            <a:off x="511900" y="11010395"/>
            <a:ext cx="1553335" cy="4608"/>
          </a:xfrm>
          <a:prstGeom prst="line">
            <a:avLst/>
          </a:prstGeom>
          <a:ln w="15875" cmpd="sng">
            <a:gradFill flip="none" rotWithShape="1">
              <a:gsLst>
                <a:gs pos="32000">
                  <a:srgbClr val="00488D"/>
                </a:gs>
                <a:gs pos="75000">
                  <a:srgbClr val="1DBBE6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线连接符 10"/>
          <p:cNvCxnSpPr/>
          <p:nvPr/>
        </p:nvCxnSpPr>
        <p:spPr>
          <a:xfrm flipH="1" flipV="1">
            <a:off x="4819824" y="10965436"/>
            <a:ext cx="1603727" cy="12936"/>
          </a:xfrm>
          <a:prstGeom prst="line">
            <a:avLst/>
          </a:prstGeom>
          <a:ln w="15875" cmpd="sng">
            <a:gradFill flip="none" rotWithShape="1">
              <a:gsLst>
                <a:gs pos="32000">
                  <a:srgbClr val="00488D"/>
                </a:gs>
                <a:gs pos="75000">
                  <a:srgbClr val="1DBBE6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/>
          <p:cNvSpPr txBox="1"/>
          <p:nvPr/>
        </p:nvSpPr>
        <p:spPr>
          <a:xfrm>
            <a:off x="2096232" y="10782211"/>
            <a:ext cx="2805021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kumimoji="1" sz="3200" b="1">
                <a:solidFill>
                  <a:srgbClr val="B29A73"/>
                </a:solidFill>
                <a:latin typeface="Source Han Sans SC" panose="020B0500000000000000" pitchFamily="34" charset="-128"/>
                <a:ea typeface="Source Han Sans SC" panose="020B0500000000000000" pitchFamily="34" charset="-128"/>
              </a:defRPr>
            </a:lvl1pPr>
          </a:lstStyle>
          <a:p>
            <a:r>
              <a:rPr lang="zh-CN" altLang="en-US" sz="1800" dirty="0"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产品有风险，投资须谨慎</a:t>
            </a:r>
            <a:endParaRPr lang="zh-CN" altLang="en-US" sz="1800" dirty="0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70732" y="2352052"/>
            <a:ext cx="6256020" cy="391922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0" fontAlgn="auto">
              <a:lnSpc>
                <a:spcPct val="150000"/>
              </a:lnSpc>
              <a:buFont typeface="Wingdings" panose="05000000000000000000" pitchFamily="2" charset="2"/>
              <a:buNone/>
            </a:pPr>
            <a:endParaRPr lang="zh-CN" altLang="en-US" sz="1000" dirty="0">
              <a:solidFill>
                <a:schemeClr val="accent1">
                  <a:lumMod val="75000"/>
                </a:schemeClr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  <a:sym typeface="+mn-ea"/>
            </a:endParaRPr>
          </a:p>
          <a:p>
            <a:pPr marL="158115" indent="-158115" fontAlgn="auto"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zh-CN" altLang="en-US" sz="1000"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思源黑体 CN Normal" panose="020B0400000000000000" pitchFamily="34" charset="-122"/>
                <a:ea typeface="思源黑体 CN Normal" panose="020B0400000000000000" pitchFamily="34" charset="-122"/>
                <a:cs typeface="Times New Roman" panose="02020603050405020304" pitchFamily="18" charset="0"/>
                <a:sym typeface="+mn-ea"/>
              </a:rPr>
              <a:t>“票息+稳定现金流”双收益来源：</a:t>
            </a:r>
            <a:r>
              <a:rPr lang="zh-CN" altLang="en-US" sz="1000" dirty="0">
                <a:solidFill>
                  <a:srgbClr val="252525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cs typeface="Times New Roman" panose="02020603050405020304" pitchFamily="18" charset="0"/>
                <a:sym typeface="+mn-ea"/>
              </a:rPr>
              <a:t>本系列采用“固收+不动产”的配置逻辑，固收部分可提供基础票息，不动产ABS部分通过运营收入等产生稳定现金流，可以一定程度弥补低利率环境下收益不足的问题。</a:t>
            </a:r>
            <a:endParaRPr lang="zh-CN" altLang="en-US" sz="1000" dirty="0">
              <a:solidFill>
                <a:srgbClr val="252525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  <a:cs typeface="Times New Roman" panose="02020603050405020304" pitchFamily="18" charset="0"/>
              <a:sym typeface="+mn-ea"/>
            </a:endParaRPr>
          </a:p>
          <a:p>
            <a:pPr marL="158115" indent="-158115" fontAlgn="auto"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zh-CN" altLang="en-US" sz="1000"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思源黑体 CN Normal" panose="020B0400000000000000" pitchFamily="34" charset="-122"/>
                <a:ea typeface="思源黑体 CN Normal" panose="020B0400000000000000" pitchFamily="34" charset="-122"/>
                <a:cs typeface="Times New Roman" panose="02020603050405020304" pitchFamily="18" charset="0"/>
                <a:sym typeface="+mn-ea"/>
              </a:rPr>
              <a:t>风险分散+资产质量优化：</a:t>
            </a:r>
            <a:r>
              <a:rPr lang="zh-CN" altLang="en-US" sz="1000" dirty="0">
                <a:solidFill>
                  <a:srgbClr val="252525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cs typeface="Times New Roman" panose="02020603050405020304" pitchFamily="18" charset="0"/>
                <a:sym typeface="+mn-ea"/>
              </a:rPr>
              <a:t>不动产ABS资产抗周期性强，同时可以降低单一固收市场的波动风险。</a:t>
            </a:r>
            <a:endParaRPr lang="zh-CN" altLang="en-US" sz="1000" dirty="0">
              <a:solidFill>
                <a:srgbClr val="252525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  <a:cs typeface="Times New Roman" panose="02020603050405020304" pitchFamily="18" charset="0"/>
              <a:sym typeface="+mn-ea"/>
            </a:endParaRPr>
          </a:p>
          <a:p>
            <a:pPr marL="158115" indent="-158115" fontAlgn="auto"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zh-CN" altLang="en-US" sz="1000"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思源黑体 CN Normal" panose="020B0400000000000000" pitchFamily="34" charset="-122"/>
                <a:ea typeface="思源黑体 CN Normal" panose="020B0400000000000000" pitchFamily="34" charset="-122"/>
                <a:cs typeface="Times New Roman" panose="02020603050405020304" pitchFamily="18" charset="0"/>
                <a:sym typeface="+mn-ea"/>
              </a:rPr>
              <a:t>政策红利+通胀对冲属性</a:t>
            </a:r>
            <a:r>
              <a:rPr lang="zh-CN" altLang="en-US" sz="1000" dirty="0">
                <a:solidFill>
                  <a:srgbClr val="252525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cs typeface="Times New Roman" panose="02020603050405020304" pitchFamily="18" charset="0"/>
                <a:sym typeface="+mn-ea"/>
              </a:rPr>
              <a:t>：国内公募REITs扩容、不动产ABS发行简化等政策持续加码，底层资产流动性改善较为明显，组合天然具备</a:t>
            </a:r>
            <a:r>
              <a:rPr lang="en-US" altLang="zh-CN" sz="1000" dirty="0">
                <a:solidFill>
                  <a:srgbClr val="252525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cs typeface="Times New Roman" panose="02020603050405020304" pitchFamily="18" charset="0"/>
                <a:sym typeface="+mn-ea"/>
              </a:rPr>
              <a:t>“</a:t>
            </a:r>
            <a:r>
              <a:rPr lang="zh-CN" altLang="en-US" sz="1000" dirty="0">
                <a:solidFill>
                  <a:srgbClr val="252525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cs typeface="Times New Roman" panose="02020603050405020304" pitchFamily="18" charset="0"/>
                <a:sym typeface="+mn-ea"/>
              </a:rPr>
              <a:t>固收防守+不动产进攻</a:t>
            </a:r>
            <a:r>
              <a:rPr lang="en-US" altLang="zh-CN" sz="1000" dirty="0">
                <a:solidFill>
                  <a:srgbClr val="252525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cs typeface="Times New Roman" panose="02020603050405020304" pitchFamily="18" charset="0"/>
                <a:sym typeface="+mn-ea"/>
              </a:rPr>
              <a:t>”</a:t>
            </a:r>
            <a:r>
              <a:rPr lang="zh-CN" altLang="en-US" sz="1000" dirty="0">
                <a:solidFill>
                  <a:srgbClr val="252525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cs typeface="Times New Roman" panose="02020603050405020304" pitchFamily="18" charset="0"/>
                <a:sym typeface="+mn-ea"/>
              </a:rPr>
              <a:t>特性，可以对冲潜在的通胀侵蚀风险。</a:t>
            </a:r>
            <a:endParaRPr lang="zh-CN" altLang="en-US" sz="1000" dirty="0">
              <a:solidFill>
                <a:srgbClr val="252525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  <a:cs typeface="Times New Roman" panose="02020603050405020304" pitchFamily="18" charset="0"/>
              <a:sym typeface="+mn-ea"/>
            </a:endParaRPr>
          </a:p>
          <a:p>
            <a:pPr marL="158115" indent="-158115" fontAlgn="auto">
              <a:lnSpc>
                <a:spcPct val="150000"/>
              </a:lnSpc>
              <a:buFont typeface="Wingdings" panose="05000000000000000000" pitchFamily="2" charset="2"/>
              <a:buChar char="u"/>
            </a:pPr>
            <a:endParaRPr lang="zh-CN" altLang="en-US" sz="1000" dirty="0">
              <a:latin typeface="思源黑体 CN Normal" panose="020B0400000000000000" pitchFamily="34" charset="-122"/>
              <a:ea typeface="思源黑体 CN Normal" panose="020B0400000000000000" pitchFamily="34" charset="-122"/>
              <a:sym typeface="+mn-ea"/>
            </a:endParaRPr>
          </a:p>
          <a:p>
            <a:pPr marL="158115" indent="-158115" fontAlgn="auto">
              <a:lnSpc>
                <a:spcPct val="150000"/>
              </a:lnSpc>
              <a:buFont typeface="Wingdings" panose="05000000000000000000" pitchFamily="2" charset="2"/>
              <a:buChar char="u"/>
            </a:pPr>
            <a:endParaRPr lang="zh-CN" altLang="en-US" sz="1000" dirty="0">
              <a:latin typeface="思源黑体 CN Normal" panose="020B0400000000000000" pitchFamily="34" charset="-122"/>
              <a:ea typeface="思源黑体 CN Normal" panose="020B0400000000000000" pitchFamily="34" charset="-122"/>
              <a:sym typeface="+mn-ea"/>
            </a:endParaRPr>
          </a:p>
          <a:p>
            <a:pPr marL="158115" indent="-158115" fontAlgn="auto">
              <a:lnSpc>
                <a:spcPct val="150000"/>
              </a:lnSpc>
              <a:buFont typeface="Wingdings" panose="05000000000000000000" pitchFamily="2" charset="2"/>
              <a:buChar char="u"/>
            </a:pPr>
            <a:endParaRPr lang="zh-CN" altLang="en-US" sz="1000" dirty="0">
              <a:latin typeface="思源黑体 CN Normal" panose="020B0400000000000000" pitchFamily="34" charset="-122"/>
              <a:ea typeface="思源黑体 CN Normal" panose="020B0400000000000000" pitchFamily="34" charset="-122"/>
              <a:sym typeface="+mn-ea"/>
            </a:endParaRPr>
          </a:p>
          <a:p>
            <a:pPr marL="158115" indent="-158115" fontAlgn="auto">
              <a:lnSpc>
                <a:spcPct val="150000"/>
              </a:lnSpc>
              <a:buFont typeface="Wingdings" panose="05000000000000000000" pitchFamily="2" charset="2"/>
              <a:buChar char="u"/>
            </a:pPr>
            <a:endParaRPr lang="zh-CN" altLang="en-US" sz="1000" dirty="0">
              <a:latin typeface="思源黑体 CN Normal" panose="020B0400000000000000" pitchFamily="34" charset="-122"/>
              <a:ea typeface="思源黑体 CN Normal" panose="020B0400000000000000" pitchFamily="34" charset="-122"/>
              <a:sym typeface="+mn-ea"/>
            </a:endParaRPr>
          </a:p>
          <a:p>
            <a:pPr marL="158115" indent="-158115" fontAlgn="auto">
              <a:lnSpc>
                <a:spcPct val="150000"/>
              </a:lnSpc>
              <a:buFont typeface="Wingdings" panose="05000000000000000000" pitchFamily="2" charset="2"/>
              <a:buChar char="u"/>
            </a:pPr>
            <a:endParaRPr lang="zh-CN" altLang="en-US" sz="1000" dirty="0">
              <a:latin typeface="思源黑体 CN Normal" panose="020B0400000000000000" pitchFamily="34" charset="-122"/>
              <a:ea typeface="思源黑体 CN Normal" panose="020B0400000000000000" pitchFamily="34" charset="-122"/>
              <a:sym typeface="+mn-ea"/>
            </a:endParaRPr>
          </a:p>
          <a:p>
            <a:pPr indent="0" fontAlgn="auto">
              <a:lnSpc>
                <a:spcPct val="150000"/>
              </a:lnSpc>
              <a:buFont typeface="Wingdings" panose="05000000000000000000" pitchFamily="2" charset="2"/>
              <a:buNone/>
            </a:pPr>
            <a:endParaRPr lang="zh-CN" altLang="en-US" sz="1000" dirty="0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思源黑体 CN Normal" panose="020B0400000000000000" pitchFamily="34" charset="-122"/>
              <a:ea typeface="思源黑体 CN Normal" panose="020B0400000000000000" pitchFamily="34" charset="-122"/>
              <a:sym typeface="+mn-ea"/>
            </a:endParaRPr>
          </a:p>
        </p:txBody>
      </p:sp>
      <p:sp>
        <p:nvSpPr>
          <p:cNvPr id="9" name="文本占位符 2"/>
          <p:cNvSpPr txBox="1"/>
          <p:nvPr/>
        </p:nvSpPr>
        <p:spPr>
          <a:xfrm>
            <a:off x="1231038" y="4036840"/>
            <a:ext cx="617378" cy="33631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840" dirty="0">
              <a:latin typeface="思源黑体 CN Regular" panose="020B0500000000000000" pitchFamily="34" charset="-122"/>
              <a:ea typeface="思源黑体 CN Regular" panose="020B0500000000000000" pitchFamily="34" charset="-122"/>
            </a:endParaRPr>
          </a:p>
        </p:txBody>
      </p:sp>
      <p:pic>
        <p:nvPicPr>
          <p:cNvPr id="44" name="图片 43" descr="荣誉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310" y="6902236"/>
            <a:ext cx="223242" cy="282535"/>
          </a:xfrm>
          <a:prstGeom prst="rect">
            <a:avLst/>
          </a:prstGeom>
        </p:spPr>
      </p:pic>
      <p:sp>
        <p:nvSpPr>
          <p:cNvPr id="84" name="文本框 83"/>
          <p:cNvSpPr txBox="1"/>
          <p:nvPr/>
        </p:nvSpPr>
        <p:spPr>
          <a:xfrm>
            <a:off x="4239573" y="7531375"/>
            <a:ext cx="1846580" cy="4559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000" dirty="0">
                <a:solidFill>
                  <a:srgbClr val="00367A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荣获</a:t>
            </a:r>
            <a:endParaRPr lang="zh-CN" altLang="en-US" sz="1000" dirty="0">
              <a:solidFill>
                <a:srgbClr val="00367A"/>
              </a:solidFill>
              <a:uFillTx/>
              <a:latin typeface="思源黑体 CN Regular" panose="020B0500000000000000" pitchFamily="34" charset="-122"/>
              <a:ea typeface="思源黑体 CN Regular" panose="020B0500000000000000" pitchFamily="34" charset="-122"/>
              <a:cs typeface="思源黑体 CN Regular" panose="020B0500000000000000" pitchFamily="34" charset="-122"/>
            </a:endParaRPr>
          </a:p>
          <a:p>
            <a:pPr algn="ctr"/>
            <a:r>
              <a:rPr lang="zh-CN" altLang="en-US" sz="1000" dirty="0">
                <a:solidFill>
                  <a:srgbClr val="00367A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优秀</a:t>
            </a:r>
            <a:r>
              <a:rPr lang="en-US" altLang="zh-CN" sz="1000" dirty="0">
                <a:solidFill>
                  <a:srgbClr val="00367A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 ABN </a:t>
            </a:r>
            <a:r>
              <a:rPr lang="zh-CN" altLang="en-US" sz="1000" dirty="0">
                <a:solidFill>
                  <a:srgbClr val="00367A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管理人奖</a:t>
            </a:r>
            <a:endParaRPr lang="zh-CN" altLang="en-US" sz="1000" dirty="0">
              <a:solidFill>
                <a:srgbClr val="00367A"/>
              </a:solidFill>
              <a:uFillTx/>
              <a:latin typeface="思源黑体 CN Regular" panose="020B0500000000000000" pitchFamily="34" charset="-122"/>
              <a:ea typeface="思源黑体 CN Regular" panose="020B0500000000000000" pitchFamily="34" charset="-122"/>
              <a:cs typeface="思源黑体 CN Regular" panose="020B0500000000000000" pitchFamily="34" charset="-122"/>
            </a:endParaRPr>
          </a:p>
          <a:p>
            <a:pPr algn="ctr"/>
            <a:r>
              <a:rPr lang="zh-CN" altLang="en-US" sz="1000" dirty="0">
                <a:solidFill>
                  <a:srgbClr val="C49E63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第九届结构性融资与资产证券化论坛暨</a:t>
            </a:r>
            <a:r>
              <a:rPr lang="en-US" altLang="zh-CN" sz="1000" dirty="0">
                <a:solidFill>
                  <a:srgbClr val="C49E63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“</a:t>
            </a:r>
            <a:r>
              <a:rPr lang="zh-CN" altLang="en-US" sz="1000" dirty="0">
                <a:solidFill>
                  <a:srgbClr val="C49E63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介甫奖</a:t>
            </a:r>
            <a:r>
              <a:rPr lang="en-US" altLang="zh-CN" sz="1000" dirty="0">
                <a:solidFill>
                  <a:srgbClr val="C49E63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”</a:t>
            </a:r>
            <a:endParaRPr lang="en-US" altLang="zh-CN" sz="1000" dirty="0">
              <a:solidFill>
                <a:srgbClr val="C49E63"/>
              </a:solidFill>
              <a:uFillTx/>
              <a:latin typeface="思源黑体 CN Regular" panose="020B0500000000000000" pitchFamily="34" charset="-122"/>
              <a:ea typeface="思源黑体 CN Regular" panose="020B0500000000000000" pitchFamily="34" charset="-122"/>
              <a:cs typeface="思源黑体 CN Regular" panose="020B0500000000000000" pitchFamily="34" charset="-122"/>
            </a:endParaRPr>
          </a:p>
        </p:txBody>
      </p:sp>
      <p:sp>
        <p:nvSpPr>
          <p:cNvPr id="85" name="文本框 84"/>
          <p:cNvSpPr txBox="1"/>
          <p:nvPr/>
        </p:nvSpPr>
        <p:spPr>
          <a:xfrm>
            <a:off x="943947" y="8649926"/>
            <a:ext cx="1701800" cy="2482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000" dirty="0">
                <a:solidFill>
                  <a:srgbClr val="00367A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蝉联</a:t>
            </a:r>
            <a:endParaRPr lang="zh-CN" altLang="en-US" sz="1000" dirty="0">
              <a:solidFill>
                <a:srgbClr val="00367A"/>
              </a:solidFill>
              <a:uFillTx/>
              <a:latin typeface="思源黑体 CN Regular" panose="020B0500000000000000" pitchFamily="34" charset="-122"/>
              <a:ea typeface="思源黑体 CN Regular" panose="020B0500000000000000" pitchFamily="34" charset="-122"/>
              <a:cs typeface="思源黑体 CN Regular" panose="020B0500000000000000" pitchFamily="34" charset="-122"/>
            </a:endParaRPr>
          </a:p>
          <a:p>
            <a:pPr algn="ctr"/>
            <a:r>
              <a:rPr lang="zh-CN" altLang="en-US" sz="1000" dirty="0">
                <a:solidFill>
                  <a:srgbClr val="00367A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一年期混合类产品金牛奖</a:t>
            </a:r>
            <a:endParaRPr lang="zh-CN" altLang="en-US" sz="1000" dirty="0">
              <a:solidFill>
                <a:srgbClr val="00367A"/>
              </a:solidFill>
              <a:uFillTx/>
              <a:latin typeface="思源黑体 CN Regular" panose="020B0500000000000000" pitchFamily="34" charset="-122"/>
              <a:ea typeface="思源黑体 CN Regular" panose="020B0500000000000000" pitchFamily="34" charset="-122"/>
              <a:cs typeface="思源黑体 CN Regular" panose="020B0500000000000000" pitchFamily="34" charset="-122"/>
            </a:endParaRPr>
          </a:p>
          <a:p>
            <a:pPr algn="ctr"/>
            <a:r>
              <a:rPr lang="zh-CN" altLang="en-US" sz="1000" dirty="0">
                <a:solidFill>
                  <a:srgbClr val="C49E63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中国证券报</a:t>
            </a:r>
            <a:endParaRPr lang="zh-CN" altLang="en-US" sz="1000" dirty="0">
              <a:solidFill>
                <a:srgbClr val="C49E63"/>
              </a:solidFill>
              <a:uFillTx/>
              <a:latin typeface="思源黑体 CN Regular" panose="020B0500000000000000" pitchFamily="34" charset="-122"/>
              <a:ea typeface="思源黑体 CN Regular" panose="020B0500000000000000" pitchFamily="34" charset="-122"/>
              <a:cs typeface="思源黑体 CN Regular" panose="020B0500000000000000" pitchFamily="34" charset="-122"/>
            </a:endParaRPr>
          </a:p>
          <a:p>
            <a:pPr algn="ctr"/>
            <a:r>
              <a:rPr lang="en-US" altLang="zh-CN" sz="1000" dirty="0">
                <a:solidFill>
                  <a:srgbClr val="C49E63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“</a:t>
            </a:r>
            <a:r>
              <a:rPr lang="zh-CN" altLang="en-US" sz="1000" dirty="0">
                <a:solidFill>
                  <a:srgbClr val="C49E63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第三届信托业金牛奖</a:t>
            </a:r>
            <a:r>
              <a:rPr lang="en-US" altLang="zh-CN" sz="1000" dirty="0">
                <a:solidFill>
                  <a:srgbClr val="C49E63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”</a:t>
            </a:r>
            <a:endParaRPr lang="en-US" altLang="zh-CN" sz="1000" dirty="0">
              <a:solidFill>
                <a:srgbClr val="C49E63"/>
              </a:solidFill>
              <a:uFillTx/>
              <a:latin typeface="思源黑体 CN Regular" panose="020B0500000000000000" pitchFamily="34" charset="-122"/>
              <a:ea typeface="思源黑体 CN Regular" panose="020B0500000000000000" pitchFamily="34" charset="-122"/>
              <a:cs typeface="思源黑体 CN Regular" panose="020B0500000000000000" pitchFamily="34" charset="-122"/>
            </a:endParaRPr>
          </a:p>
        </p:txBody>
      </p:sp>
      <p:sp>
        <p:nvSpPr>
          <p:cNvPr id="86" name="文本框 85"/>
          <p:cNvSpPr txBox="1"/>
          <p:nvPr/>
        </p:nvSpPr>
        <p:spPr>
          <a:xfrm>
            <a:off x="4227509" y="8580628"/>
            <a:ext cx="1936750" cy="5448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000" dirty="0">
                <a:solidFill>
                  <a:srgbClr val="00367A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荣获</a:t>
            </a:r>
            <a:endParaRPr lang="zh-CN" altLang="en-US" sz="1000" dirty="0">
              <a:solidFill>
                <a:srgbClr val="00367A"/>
              </a:solidFill>
              <a:uFillTx/>
              <a:latin typeface="思源黑体 CN Regular" panose="020B0500000000000000" pitchFamily="34" charset="-122"/>
              <a:ea typeface="思源黑体 CN Regular" panose="020B0500000000000000" pitchFamily="34" charset="-122"/>
              <a:cs typeface="思源黑体 CN Regular" panose="020B0500000000000000" pitchFamily="34" charset="-122"/>
            </a:endParaRPr>
          </a:p>
          <a:p>
            <a:pPr algn="ctr"/>
            <a:r>
              <a:rPr lang="zh-CN" altLang="en-US" sz="1000" dirty="0">
                <a:solidFill>
                  <a:srgbClr val="00367A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卓越财富管理能力信托公司、</a:t>
            </a:r>
            <a:endParaRPr lang="zh-CN" altLang="en-US" sz="1000" dirty="0">
              <a:solidFill>
                <a:srgbClr val="00367A"/>
              </a:solidFill>
              <a:uFillTx/>
              <a:latin typeface="思源黑体 CN Regular" panose="020B0500000000000000" pitchFamily="34" charset="-122"/>
              <a:ea typeface="思源黑体 CN Regular" panose="020B0500000000000000" pitchFamily="34" charset="-122"/>
              <a:cs typeface="思源黑体 CN Regular" panose="020B0500000000000000" pitchFamily="34" charset="-122"/>
            </a:endParaRPr>
          </a:p>
          <a:p>
            <a:pPr algn="ctr"/>
            <a:r>
              <a:rPr lang="zh-CN" altLang="en-US" sz="1000" dirty="0">
                <a:solidFill>
                  <a:srgbClr val="00367A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卓越家族办公室</a:t>
            </a:r>
            <a:endParaRPr lang="zh-CN" altLang="en-US" sz="1000" dirty="0">
              <a:solidFill>
                <a:srgbClr val="00367A"/>
              </a:solidFill>
              <a:uFillTx/>
              <a:latin typeface="思源黑体 CN Regular" panose="020B0500000000000000" pitchFamily="34" charset="-122"/>
              <a:ea typeface="思源黑体 CN Regular" panose="020B0500000000000000" pitchFamily="34" charset="-122"/>
              <a:cs typeface="思源黑体 CN Regular" panose="020B0500000000000000" pitchFamily="34" charset="-122"/>
            </a:endParaRPr>
          </a:p>
          <a:p>
            <a:pPr algn="ctr"/>
            <a:r>
              <a:rPr lang="zh-CN" altLang="en-US" sz="1000" dirty="0">
                <a:solidFill>
                  <a:srgbClr val="C49E63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普益标准</a:t>
            </a:r>
            <a:r>
              <a:rPr lang="en-US" altLang="zh-CN" sz="1000" dirty="0">
                <a:solidFill>
                  <a:srgbClr val="C49E63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 2024 </a:t>
            </a:r>
            <a:r>
              <a:rPr lang="zh-CN" altLang="en-US" sz="1000" dirty="0">
                <a:solidFill>
                  <a:srgbClr val="C49E63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资产管理与财富管理行业发展大会暨第四届</a:t>
            </a:r>
            <a:r>
              <a:rPr lang="en-US" altLang="zh-CN" sz="1000" dirty="0">
                <a:solidFill>
                  <a:srgbClr val="C49E63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“</a:t>
            </a:r>
            <a:r>
              <a:rPr lang="zh-CN" altLang="en-US" sz="1000" dirty="0">
                <a:solidFill>
                  <a:srgbClr val="C49E63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金誉奖</a:t>
            </a:r>
            <a:r>
              <a:rPr lang="en-US" altLang="zh-CN" sz="1000" dirty="0">
                <a:solidFill>
                  <a:srgbClr val="C49E63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”</a:t>
            </a:r>
            <a:endParaRPr lang="en-US" altLang="zh-CN" sz="1000" dirty="0">
              <a:solidFill>
                <a:srgbClr val="C49E63"/>
              </a:solidFill>
              <a:uFillTx/>
              <a:latin typeface="思源黑体 CN Regular" panose="020B0500000000000000" pitchFamily="34" charset="-122"/>
              <a:ea typeface="思源黑体 CN Regular" panose="020B0500000000000000" pitchFamily="34" charset="-122"/>
              <a:cs typeface="思源黑体 CN Regular" panose="020B0500000000000000" pitchFamily="34" charset="-122"/>
            </a:endParaRPr>
          </a:p>
        </p:txBody>
      </p:sp>
      <p:sp>
        <p:nvSpPr>
          <p:cNvPr id="87" name="文本框 86"/>
          <p:cNvSpPr txBox="1"/>
          <p:nvPr/>
        </p:nvSpPr>
        <p:spPr>
          <a:xfrm>
            <a:off x="893445" y="9664700"/>
            <a:ext cx="1793240" cy="6146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000" dirty="0">
                <a:solidFill>
                  <a:srgbClr val="00367A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荣获</a:t>
            </a:r>
            <a:endParaRPr lang="zh-CN" altLang="en-US" sz="1000" dirty="0">
              <a:solidFill>
                <a:srgbClr val="00367A"/>
              </a:solidFill>
              <a:uFillTx/>
              <a:latin typeface="思源黑体 CN Regular" panose="020B0500000000000000" pitchFamily="34" charset="-122"/>
              <a:ea typeface="思源黑体 CN Regular" panose="020B0500000000000000" pitchFamily="34" charset="-122"/>
              <a:cs typeface="思源黑体 CN Regular" panose="020B0500000000000000" pitchFamily="34" charset="-122"/>
            </a:endParaRPr>
          </a:p>
          <a:p>
            <a:pPr algn="ctr"/>
            <a:r>
              <a:rPr lang="en-US" altLang="zh-CN" sz="1000" dirty="0">
                <a:solidFill>
                  <a:srgbClr val="00367A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2024 </a:t>
            </a:r>
            <a:r>
              <a:rPr lang="zh-CN" altLang="en-US" sz="1000" dirty="0">
                <a:solidFill>
                  <a:srgbClr val="00367A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年度家族信托管理</a:t>
            </a:r>
            <a:endParaRPr lang="zh-CN" altLang="en-US" sz="1000" dirty="0">
              <a:solidFill>
                <a:srgbClr val="00367A"/>
              </a:solidFill>
              <a:uFillTx/>
              <a:latin typeface="思源黑体 CN Regular" panose="020B0500000000000000" pitchFamily="34" charset="-122"/>
              <a:ea typeface="思源黑体 CN Regular" panose="020B0500000000000000" pitchFamily="34" charset="-122"/>
              <a:cs typeface="思源黑体 CN Regular" panose="020B0500000000000000" pitchFamily="34" charset="-122"/>
            </a:endParaRPr>
          </a:p>
          <a:p>
            <a:pPr algn="ctr"/>
            <a:r>
              <a:rPr lang="zh-CN" altLang="en-US" sz="1000" dirty="0">
                <a:solidFill>
                  <a:srgbClr val="00367A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创新优秀案例</a:t>
            </a:r>
            <a:endParaRPr lang="zh-CN" altLang="en-US" sz="1000" dirty="0">
              <a:solidFill>
                <a:srgbClr val="00367A"/>
              </a:solidFill>
              <a:uFillTx/>
              <a:latin typeface="思源黑体 CN Regular" panose="020B0500000000000000" pitchFamily="34" charset="-122"/>
              <a:ea typeface="思源黑体 CN Regular" panose="020B0500000000000000" pitchFamily="34" charset="-122"/>
              <a:cs typeface="思源黑体 CN Regular" panose="020B0500000000000000" pitchFamily="34" charset="-122"/>
            </a:endParaRPr>
          </a:p>
          <a:p>
            <a:pPr algn="ctr"/>
            <a:r>
              <a:rPr lang="zh-CN" altLang="en-US" sz="1000" dirty="0">
                <a:solidFill>
                  <a:srgbClr val="C49E63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银行家</a:t>
            </a:r>
            <a:endParaRPr lang="zh-CN" altLang="en-US" sz="1000" dirty="0">
              <a:solidFill>
                <a:srgbClr val="C49E63"/>
              </a:solidFill>
              <a:uFillTx/>
              <a:latin typeface="思源黑体 CN Regular" panose="020B0500000000000000" pitchFamily="34" charset="-122"/>
              <a:ea typeface="思源黑体 CN Regular" panose="020B0500000000000000" pitchFamily="34" charset="-122"/>
              <a:cs typeface="思源黑体 CN Regular" panose="020B0500000000000000" pitchFamily="34" charset="-122"/>
            </a:endParaRPr>
          </a:p>
          <a:p>
            <a:pPr algn="ctr"/>
            <a:r>
              <a:rPr lang="en-US" altLang="zh-CN" sz="1000" dirty="0">
                <a:solidFill>
                  <a:srgbClr val="C49E63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“2024 </a:t>
            </a:r>
            <a:r>
              <a:rPr lang="zh-CN" altLang="en-US" sz="1000" dirty="0">
                <a:solidFill>
                  <a:srgbClr val="C49E63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银行家金融创新论坛</a:t>
            </a:r>
            <a:endParaRPr lang="zh-CN" altLang="en-US" sz="1000" dirty="0">
              <a:solidFill>
                <a:srgbClr val="C49E63"/>
              </a:solidFill>
              <a:uFillTx/>
              <a:latin typeface="思源黑体 CN Regular" panose="020B0500000000000000" pitchFamily="34" charset="-122"/>
              <a:ea typeface="思源黑体 CN Regular" panose="020B0500000000000000" pitchFamily="34" charset="-122"/>
              <a:cs typeface="思源黑体 CN Regular" panose="020B0500000000000000" pitchFamily="34" charset="-122"/>
            </a:endParaRPr>
          </a:p>
          <a:p>
            <a:pPr algn="ctr"/>
            <a:r>
              <a:rPr lang="zh-CN" altLang="en-US" sz="1000" dirty="0">
                <a:solidFill>
                  <a:srgbClr val="C49E63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暨银行家金融创新成果发布会</a:t>
            </a:r>
            <a:r>
              <a:rPr lang="en-US" altLang="zh-CN" sz="1000" dirty="0">
                <a:solidFill>
                  <a:srgbClr val="C49E63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”</a:t>
            </a:r>
            <a:endParaRPr lang="en-US" altLang="zh-CN" sz="1000" dirty="0">
              <a:solidFill>
                <a:srgbClr val="C49E63"/>
              </a:solidFill>
              <a:uFillTx/>
              <a:latin typeface="思源黑体 CN Regular" panose="020B0500000000000000" pitchFamily="34" charset="-122"/>
              <a:ea typeface="思源黑体 CN Regular" panose="020B0500000000000000" pitchFamily="34" charset="-122"/>
              <a:cs typeface="思源黑体 CN Regular" panose="020B0500000000000000" pitchFamily="34" charset="-122"/>
            </a:endParaRPr>
          </a:p>
        </p:txBody>
      </p:sp>
      <p:sp>
        <p:nvSpPr>
          <p:cNvPr id="88" name="文本框 87"/>
          <p:cNvSpPr txBox="1"/>
          <p:nvPr/>
        </p:nvSpPr>
        <p:spPr>
          <a:xfrm>
            <a:off x="4305614" y="9664656"/>
            <a:ext cx="1780540" cy="5924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000" dirty="0">
                <a:solidFill>
                  <a:srgbClr val="00367A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荣获</a:t>
            </a:r>
            <a:endParaRPr lang="zh-CN" altLang="en-US" sz="1000" dirty="0">
              <a:solidFill>
                <a:srgbClr val="00367A"/>
              </a:solidFill>
              <a:uFillTx/>
              <a:latin typeface="思源黑体 CN Regular" panose="020B0500000000000000" pitchFamily="34" charset="-122"/>
              <a:ea typeface="思源黑体 CN Regular" panose="020B0500000000000000" pitchFamily="34" charset="-122"/>
              <a:cs typeface="思源黑体 CN Regular" panose="020B0500000000000000" pitchFamily="34" charset="-122"/>
            </a:endParaRPr>
          </a:p>
          <a:p>
            <a:pPr algn="ctr"/>
            <a:r>
              <a:rPr lang="zh-CN" altLang="en-US" sz="1000" dirty="0">
                <a:solidFill>
                  <a:srgbClr val="00367A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诚信托</a:t>
            </a:r>
            <a:r>
              <a:rPr lang="en-US" altLang="zh-CN" sz="1000" dirty="0">
                <a:solidFill>
                  <a:srgbClr val="00367A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·</a:t>
            </a:r>
            <a:r>
              <a:rPr lang="zh-CN" altLang="en-US" sz="1000" dirty="0">
                <a:solidFill>
                  <a:srgbClr val="00367A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卓越公司奖、</a:t>
            </a:r>
            <a:endParaRPr lang="zh-CN" altLang="en-US" sz="1000" dirty="0">
              <a:solidFill>
                <a:srgbClr val="00367A"/>
              </a:solidFill>
              <a:uFillTx/>
              <a:latin typeface="思源黑体 CN Regular" panose="020B0500000000000000" pitchFamily="34" charset="-122"/>
              <a:ea typeface="思源黑体 CN Regular" panose="020B0500000000000000" pitchFamily="34" charset="-122"/>
              <a:cs typeface="思源黑体 CN Regular" panose="020B0500000000000000" pitchFamily="34" charset="-122"/>
            </a:endParaRPr>
          </a:p>
          <a:p>
            <a:pPr algn="ctr"/>
            <a:r>
              <a:rPr lang="zh-CN" altLang="en-US" sz="1000" dirty="0">
                <a:solidFill>
                  <a:srgbClr val="00367A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最佳资产管理信托产品奖</a:t>
            </a:r>
            <a:endParaRPr lang="zh-CN" altLang="en-US" sz="1000" dirty="0">
              <a:solidFill>
                <a:srgbClr val="00367A"/>
              </a:solidFill>
              <a:uFillTx/>
              <a:latin typeface="思源黑体 CN Regular" panose="020B0500000000000000" pitchFamily="34" charset="-122"/>
              <a:ea typeface="思源黑体 CN Regular" panose="020B0500000000000000" pitchFamily="34" charset="-122"/>
              <a:cs typeface="思源黑体 CN Regular" panose="020B0500000000000000" pitchFamily="34" charset="-122"/>
            </a:endParaRPr>
          </a:p>
          <a:p>
            <a:pPr algn="ctr"/>
            <a:r>
              <a:rPr lang="zh-CN" altLang="en-US" sz="1000" dirty="0">
                <a:solidFill>
                  <a:srgbClr val="C49E63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上海证券报</a:t>
            </a:r>
            <a:endParaRPr lang="zh-CN" altLang="en-US" sz="1000" dirty="0">
              <a:solidFill>
                <a:srgbClr val="C49E63"/>
              </a:solidFill>
              <a:uFillTx/>
              <a:latin typeface="思源黑体 CN Regular" panose="020B0500000000000000" pitchFamily="34" charset="-122"/>
              <a:ea typeface="思源黑体 CN Regular" panose="020B0500000000000000" pitchFamily="34" charset="-122"/>
              <a:cs typeface="思源黑体 CN Regular" panose="020B0500000000000000" pitchFamily="34" charset="-122"/>
            </a:endParaRPr>
          </a:p>
          <a:p>
            <a:pPr algn="ctr"/>
            <a:r>
              <a:rPr lang="zh-CN" altLang="en-US" sz="1000" dirty="0">
                <a:solidFill>
                  <a:srgbClr val="C49E63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第十七届</a:t>
            </a:r>
            <a:r>
              <a:rPr lang="en-US" altLang="zh-CN" sz="1000" dirty="0">
                <a:solidFill>
                  <a:srgbClr val="C49E63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“</a:t>
            </a:r>
            <a:r>
              <a:rPr lang="zh-CN" altLang="en-US" sz="1000" dirty="0">
                <a:solidFill>
                  <a:srgbClr val="C49E63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诚信托</a:t>
            </a:r>
            <a:r>
              <a:rPr lang="en-US" altLang="zh-CN" sz="1000" dirty="0">
                <a:solidFill>
                  <a:srgbClr val="C49E63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”</a:t>
            </a:r>
            <a:r>
              <a:rPr lang="zh-CN" altLang="en-US" sz="1000" dirty="0">
                <a:solidFill>
                  <a:srgbClr val="C49E63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奖</a:t>
            </a:r>
            <a:endParaRPr lang="zh-CN" altLang="en-US" sz="1000" dirty="0">
              <a:solidFill>
                <a:srgbClr val="C49E63"/>
              </a:solidFill>
              <a:uFillTx/>
              <a:latin typeface="思源黑体 CN Regular" panose="020B0500000000000000" pitchFamily="34" charset="-122"/>
              <a:ea typeface="思源黑体 CN Regular" panose="020B0500000000000000" pitchFamily="34" charset="-122"/>
              <a:cs typeface="思源黑体 CN Regular" panose="020B0500000000000000" pitchFamily="34" charset="-122"/>
            </a:endParaRPr>
          </a:p>
        </p:txBody>
      </p:sp>
      <p:sp>
        <p:nvSpPr>
          <p:cNvPr id="100" name="文本框 99"/>
          <p:cNvSpPr txBox="1"/>
          <p:nvPr/>
        </p:nvSpPr>
        <p:spPr>
          <a:xfrm>
            <a:off x="843211" y="7427508"/>
            <a:ext cx="2010410" cy="4559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000" dirty="0">
                <a:solidFill>
                  <a:srgbClr val="00367A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荣获</a:t>
            </a:r>
            <a:endParaRPr lang="zh-CN" altLang="en-US" sz="1000" dirty="0">
              <a:solidFill>
                <a:srgbClr val="00367A"/>
              </a:solidFill>
              <a:uFillTx/>
              <a:latin typeface="思源黑体 CN Regular" panose="020B0500000000000000" pitchFamily="34" charset="-122"/>
              <a:ea typeface="思源黑体 CN Regular" panose="020B0500000000000000" pitchFamily="34" charset="-122"/>
              <a:cs typeface="思源黑体 CN Regular" panose="020B0500000000000000" pitchFamily="34" charset="-122"/>
            </a:endParaRPr>
          </a:p>
          <a:p>
            <a:pPr algn="ctr"/>
            <a:r>
              <a:rPr lang="zh-CN" altLang="en-US" sz="1000" dirty="0">
                <a:solidFill>
                  <a:srgbClr val="00367A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行业优秀中介机构奖、</a:t>
            </a:r>
            <a:endParaRPr lang="zh-CN" altLang="en-US" sz="1000" dirty="0">
              <a:solidFill>
                <a:srgbClr val="00367A"/>
              </a:solidFill>
              <a:uFillTx/>
              <a:latin typeface="思源黑体 CN Regular" panose="020B0500000000000000" pitchFamily="34" charset="-122"/>
              <a:ea typeface="思源黑体 CN Regular" panose="020B0500000000000000" pitchFamily="34" charset="-122"/>
              <a:cs typeface="思源黑体 CN Regular" panose="020B0500000000000000" pitchFamily="34" charset="-122"/>
            </a:endParaRPr>
          </a:p>
          <a:p>
            <a:pPr algn="ctr"/>
            <a:r>
              <a:rPr lang="zh-CN" altLang="en-US" sz="1000" dirty="0">
                <a:solidFill>
                  <a:srgbClr val="00367A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最具行业影响产品奖、</a:t>
            </a:r>
            <a:endParaRPr lang="zh-CN" altLang="en-US" sz="1000" dirty="0">
              <a:solidFill>
                <a:srgbClr val="00367A"/>
              </a:solidFill>
              <a:uFillTx/>
              <a:latin typeface="思源黑体 CN Regular" panose="020B0500000000000000" pitchFamily="34" charset="-122"/>
              <a:ea typeface="思源黑体 CN Regular" panose="020B0500000000000000" pitchFamily="34" charset="-122"/>
              <a:cs typeface="思源黑体 CN Regular" panose="020B0500000000000000" pitchFamily="34" charset="-122"/>
            </a:endParaRPr>
          </a:p>
          <a:p>
            <a:pPr algn="ctr"/>
            <a:r>
              <a:rPr lang="zh-CN" altLang="en-US" sz="1000" dirty="0">
                <a:solidFill>
                  <a:srgbClr val="00367A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最具创新突破产品奖等多个奖项</a:t>
            </a:r>
            <a:endParaRPr lang="zh-CN" altLang="en-US" sz="1000" dirty="0">
              <a:solidFill>
                <a:srgbClr val="00367A"/>
              </a:solidFill>
              <a:uFillTx/>
              <a:latin typeface="思源黑体 CN Regular" panose="020B0500000000000000" pitchFamily="34" charset="-122"/>
              <a:ea typeface="思源黑体 CN Regular" panose="020B0500000000000000" pitchFamily="34" charset="-122"/>
              <a:cs typeface="思源黑体 CN Regular" panose="020B0500000000000000" pitchFamily="34" charset="-122"/>
            </a:endParaRPr>
          </a:p>
          <a:p>
            <a:pPr algn="ctr"/>
            <a:r>
              <a:rPr lang="zh-CN" altLang="en-US" sz="1000" dirty="0">
                <a:solidFill>
                  <a:srgbClr val="C49E63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第八届</a:t>
            </a:r>
            <a:r>
              <a:rPr lang="en-US" altLang="zh-CN" sz="1000" dirty="0">
                <a:solidFill>
                  <a:srgbClr val="C49E63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 CNABS</a:t>
            </a:r>
            <a:r>
              <a:rPr lang="zh-CN" altLang="en-US" sz="1000" dirty="0">
                <a:solidFill>
                  <a:srgbClr val="C49E63"/>
                </a:solidFill>
                <a:uFillTx/>
                <a:latin typeface="思源黑体 CN Regular" panose="020B0500000000000000" pitchFamily="34" charset="-122"/>
                <a:ea typeface="思源黑体 CN Regular" panose="020B0500000000000000" pitchFamily="34" charset="-122"/>
                <a:cs typeface="思源黑体 CN Regular" panose="020B0500000000000000" pitchFamily="34" charset="-122"/>
              </a:rPr>
              <a:t>资产证券化年会</a:t>
            </a:r>
            <a:endParaRPr lang="zh-CN" altLang="en-US" sz="1000" dirty="0">
              <a:solidFill>
                <a:srgbClr val="C49E63"/>
              </a:solidFill>
              <a:uFillTx/>
              <a:latin typeface="思源黑体 CN Regular" panose="020B0500000000000000" pitchFamily="34" charset="-122"/>
              <a:ea typeface="思源黑体 CN Regular" panose="020B0500000000000000" pitchFamily="34" charset="-122"/>
              <a:cs typeface="思源黑体 CN Regular" panose="020B0500000000000000" pitchFamily="34" charset="-122"/>
            </a:endParaRPr>
          </a:p>
        </p:txBody>
      </p:sp>
      <p:pic>
        <p:nvPicPr>
          <p:cNvPr id="12" name="图片 11" descr="麦穗-左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662" y="7789180"/>
            <a:ext cx="210383" cy="437198"/>
          </a:xfrm>
          <a:prstGeom prst="rect">
            <a:avLst/>
          </a:prstGeom>
        </p:spPr>
      </p:pic>
      <p:pic>
        <p:nvPicPr>
          <p:cNvPr id="13" name="图片 12" descr="麦穗-右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5010" y="7808979"/>
            <a:ext cx="210383" cy="437198"/>
          </a:xfrm>
          <a:prstGeom prst="rect">
            <a:avLst/>
          </a:prstGeom>
        </p:spPr>
      </p:pic>
      <p:pic>
        <p:nvPicPr>
          <p:cNvPr id="15" name="图片 14" descr="麦穗-左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24" y="10106660"/>
            <a:ext cx="210383" cy="437198"/>
          </a:xfrm>
          <a:prstGeom prst="rect">
            <a:avLst/>
          </a:prstGeom>
        </p:spPr>
      </p:pic>
      <p:pic>
        <p:nvPicPr>
          <p:cNvPr id="16" name="图片 15" descr="麦穗-左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024" y="8947840"/>
            <a:ext cx="210383" cy="437198"/>
          </a:xfrm>
          <a:prstGeom prst="rect">
            <a:avLst/>
          </a:prstGeom>
        </p:spPr>
      </p:pic>
      <p:pic>
        <p:nvPicPr>
          <p:cNvPr id="18" name="图片 17" descr="麦穗-左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1146" y="7789180"/>
            <a:ext cx="210383" cy="437198"/>
          </a:xfrm>
          <a:prstGeom prst="rect">
            <a:avLst/>
          </a:prstGeom>
        </p:spPr>
      </p:pic>
      <p:pic>
        <p:nvPicPr>
          <p:cNvPr id="19" name="图片 18" descr="麦穗-左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2584" y="10090925"/>
            <a:ext cx="210383" cy="437198"/>
          </a:xfrm>
          <a:prstGeom prst="rect">
            <a:avLst/>
          </a:prstGeom>
        </p:spPr>
      </p:pic>
      <p:pic>
        <p:nvPicPr>
          <p:cNvPr id="20" name="图片 19" descr="麦穗-左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2938" y="8929708"/>
            <a:ext cx="210383" cy="437198"/>
          </a:xfrm>
          <a:prstGeom prst="rect">
            <a:avLst/>
          </a:prstGeom>
        </p:spPr>
      </p:pic>
      <p:pic>
        <p:nvPicPr>
          <p:cNvPr id="21" name="图片 20" descr="麦穗-右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9665" y="10092690"/>
            <a:ext cx="210383" cy="437198"/>
          </a:xfrm>
          <a:prstGeom prst="rect">
            <a:avLst/>
          </a:prstGeom>
        </p:spPr>
      </p:pic>
      <p:pic>
        <p:nvPicPr>
          <p:cNvPr id="22" name="图片 21" descr="麦穗-右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5010" y="8947840"/>
            <a:ext cx="210383" cy="437198"/>
          </a:xfrm>
          <a:prstGeom prst="rect">
            <a:avLst/>
          </a:prstGeom>
        </p:spPr>
      </p:pic>
      <p:pic>
        <p:nvPicPr>
          <p:cNvPr id="23" name="图片 22" descr="麦穗-右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6154" y="10090925"/>
            <a:ext cx="210383" cy="437198"/>
          </a:xfrm>
          <a:prstGeom prst="rect">
            <a:avLst/>
          </a:prstGeom>
        </p:spPr>
      </p:pic>
      <p:pic>
        <p:nvPicPr>
          <p:cNvPr id="24" name="图片 23" descr="麦穗-右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6153" y="8937478"/>
            <a:ext cx="210383" cy="437198"/>
          </a:xfrm>
          <a:prstGeom prst="rect">
            <a:avLst/>
          </a:prstGeom>
        </p:spPr>
      </p:pic>
      <p:pic>
        <p:nvPicPr>
          <p:cNvPr id="27" name="图片 26" descr="麦穗-右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6153" y="7789180"/>
            <a:ext cx="210383" cy="437198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796276" y="4340054"/>
            <a:ext cx="935158" cy="318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ClrTx/>
              <a:buSzTx/>
              <a:buFontTx/>
            </a:pPr>
            <a:r>
              <a:rPr kumimoji="1" lang="zh-CN" altLang="en-US" sz="1475" b="1" dirty="0">
                <a:solidFill>
                  <a:schemeClr val="tx1">
                    <a:lumMod val="75000"/>
                    <a:lumOff val="25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产品结构</a:t>
            </a:r>
            <a:endParaRPr kumimoji="1" lang="zh-CN" altLang="en-US" sz="1475" b="1" dirty="0">
              <a:solidFill>
                <a:schemeClr val="tx1">
                  <a:lumMod val="75000"/>
                  <a:lumOff val="25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grpSp>
        <p:nvGrpSpPr>
          <p:cNvPr id="14" name="组合 13"/>
          <p:cNvGrpSpPr/>
          <p:nvPr/>
        </p:nvGrpSpPr>
        <p:grpSpPr>
          <a:xfrm>
            <a:off x="450370" y="4363056"/>
            <a:ext cx="264153" cy="265273"/>
            <a:chOff x="3717000" y="4051171"/>
            <a:chExt cx="828000" cy="828000"/>
          </a:xfrm>
        </p:grpSpPr>
        <p:sp>
          <p:nvSpPr>
            <p:cNvPr id="28" name="椭圆 27"/>
            <p:cNvSpPr/>
            <p:nvPr/>
          </p:nvSpPr>
          <p:spPr>
            <a:xfrm>
              <a:off x="3717000" y="4051171"/>
              <a:ext cx="828000" cy="828000"/>
            </a:xfrm>
            <a:prstGeom prst="ellipse">
              <a:avLst/>
            </a:prstGeom>
            <a:solidFill>
              <a:srgbClr val="00438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60" dirty="0">
                <a:latin typeface="思源黑体 CN Regular" panose="020B0500000000000000" pitchFamily="34" charset="-122"/>
                <a:ea typeface="思源黑体 CN Regular" panose="020B0500000000000000" pitchFamily="34" charset="-122"/>
              </a:endParaRPr>
            </a:p>
          </p:txBody>
        </p:sp>
        <p:pic>
          <p:nvPicPr>
            <p:cNvPr id="29" name="图片 7" descr="原子 纯色填充"/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>
              <a:fillRect/>
            </a:stretch>
          </p:blipFill>
          <p:spPr>
            <a:xfrm>
              <a:off x="3824258" y="4151783"/>
              <a:ext cx="613481" cy="610891"/>
            </a:xfrm>
            <a:prstGeom prst="rect">
              <a:avLst/>
            </a:prstGeom>
          </p:spPr>
        </p:pic>
      </p:grpSp>
      <p:sp>
        <p:nvSpPr>
          <p:cNvPr id="30" name="椭圆 29"/>
          <p:cNvSpPr/>
          <p:nvPr/>
        </p:nvSpPr>
        <p:spPr>
          <a:xfrm>
            <a:off x="720191" y="1828412"/>
            <a:ext cx="66318" cy="66318"/>
          </a:xfrm>
          <a:prstGeom prst="ellipse">
            <a:avLst/>
          </a:prstGeom>
          <a:solidFill>
            <a:srgbClr val="00438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60">
              <a:latin typeface="思源黑体 CN Regular" panose="020B0500000000000000" pitchFamily="34" charset="-122"/>
              <a:ea typeface="思源黑体 CN Regular" panose="020B0500000000000000" pitchFamily="34" charset="-122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785930" y="1442202"/>
            <a:ext cx="5078095" cy="5448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kumimoji="1" sz="3200" b="1">
                <a:solidFill>
                  <a:srgbClr val="B29A73"/>
                </a:solidFill>
                <a:latin typeface="Source Han Sans SC" panose="020B0500000000000000" pitchFamily="34" charset="-128"/>
                <a:ea typeface="Source Han Sans SC" panose="020B0500000000000000" pitchFamily="34" charset="-128"/>
              </a:defRPr>
            </a:lvl1pPr>
          </a:lstStyle>
          <a:p>
            <a:r>
              <a:rPr lang="zh-CN" altLang="en-US" sz="2950" dirty="0"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交银国信･交鑫致远产品简介</a:t>
            </a:r>
            <a:endParaRPr lang="zh-CN" altLang="en-US" sz="2950" dirty="0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35" name="矩形: 圆角 34"/>
          <p:cNvSpPr/>
          <p:nvPr/>
        </p:nvSpPr>
        <p:spPr>
          <a:xfrm>
            <a:off x="3531746" y="4707327"/>
            <a:ext cx="1053266" cy="224849"/>
          </a:xfrm>
          <a:prstGeom prst="roundRect">
            <a:avLst>
              <a:gd name="adj" fmla="val 0"/>
            </a:avLst>
          </a:prstGeom>
          <a:solidFill>
            <a:schemeClr val="accent1">
              <a:lumMod val="75000"/>
              <a:alpha val="75000"/>
            </a:schemeClr>
          </a:solidFill>
          <a:ln w="6055" cap="flat">
            <a:noFill/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bg1">
                    <a:lumMod val="95000"/>
                  </a:schemeClr>
                </a:solidFill>
                <a:ea typeface="思源黑体 CN Normal" panose="020B0400000000000000" pitchFamily="34" charset="-122"/>
                <a:cs typeface="Times New Roman" panose="02020603050405020304" pitchFamily="18" charset="0"/>
                <a:sym typeface="Arial" panose="020B0604020202020204" pitchFamily="34" charset="0"/>
              </a:rPr>
              <a:t>投资者</a:t>
            </a:r>
            <a:endParaRPr lang="zh-CN" altLang="en-US" sz="1000" dirty="0">
              <a:solidFill>
                <a:schemeClr val="bg1">
                  <a:lumMod val="95000"/>
                </a:schemeClr>
              </a:solidFill>
              <a:ea typeface="思源黑体 CN Normal" panose="020B0400000000000000" pitchFamily="34" charset="-122"/>
              <a:cs typeface="Times New Roman" panose="02020603050405020304" pitchFamily="18" charset="0"/>
              <a:sym typeface="Arial" panose="020B0604020202020204" pitchFamily="34" charset="0"/>
            </a:endParaRPr>
          </a:p>
        </p:txBody>
      </p:sp>
      <p:sp>
        <p:nvSpPr>
          <p:cNvPr id="37" name="矩形: 圆角 36"/>
          <p:cNvSpPr/>
          <p:nvPr/>
        </p:nvSpPr>
        <p:spPr>
          <a:xfrm>
            <a:off x="3296077" y="5309501"/>
            <a:ext cx="1524605" cy="343497"/>
          </a:xfrm>
          <a:prstGeom prst="roundRect">
            <a:avLst>
              <a:gd name="adj" fmla="val 0"/>
            </a:avLst>
          </a:prstGeom>
          <a:solidFill>
            <a:srgbClr val="C00000">
              <a:alpha val="82000"/>
            </a:srgbClr>
          </a:solidFill>
          <a:ln w="6055" cap="flat">
            <a:noFill/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bg2"/>
                </a:solidFill>
                <a:ea typeface="思源黑体 CN Normal" panose="020B0400000000000000" pitchFamily="34" charset="-122"/>
                <a:cs typeface="Times New Roman" panose="02020603050405020304" pitchFamily="18" charset="0"/>
                <a:sym typeface="Arial" panose="020B0604020202020204" pitchFamily="34" charset="0"/>
              </a:rPr>
              <a:t>交鑫致远系列</a:t>
            </a:r>
            <a:r>
              <a:rPr lang="en-US" altLang="zh-CN" sz="1000" dirty="0">
                <a:solidFill>
                  <a:schemeClr val="bg2"/>
                </a:solidFill>
                <a:ea typeface="思源黑体 CN Normal" panose="020B0400000000000000" pitchFamily="34" charset="-122"/>
                <a:cs typeface="Times New Roman" panose="02020603050405020304" pitchFamily="18" charset="0"/>
                <a:sym typeface="Arial" panose="020B0604020202020204" pitchFamily="34" charset="0"/>
              </a:rPr>
              <a:t>——</a:t>
            </a:r>
            <a:endParaRPr lang="en-US" altLang="zh-CN" sz="1000" dirty="0">
              <a:solidFill>
                <a:schemeClr val="bg2"/>
              </a:solidFill>
              <a:ea typeface="思源黑体 CN Normal" panose="020B0400000000000000" pitchFamily="34" charset="-122"/>
              <a:cs typeface="Times New Roman" panose="02020603050405020304" pitchFamily="18" charset="0"/>
              <a:sym typeface="Arial" panose="020B0604020202020204" pitchFamily="34" charset="0"/>
            </a:endParaRPr>
          </a:p>
          <a:p>
            <a:pPr algn="ctr"/>
            <a:r>
              <a:rPr lang="zh-CN" altLang="en-US" sz="1000" dirty="0">
                <a:solidFill>
                  <a:schemeClr val="bg2"/>
                </a:solidFill>
                <a:ea typeface="思源黑体 CN Normal" panose="020B0400000000000000" pitchFamily="34" charset="-122"/>
                <a:cs typeface="Times New Roman" panose="02020603050405020304" pitchFamily="18" charset="0"/>
                <a:sym typeface="Arial" panose="020B0604020202020204" pitchFamily="34" charset="0"/>
              </a:rPr>
              <a:t>“固收</a:t>
            </a:r>
            <a:r>
              <a:rPr lang="en-US" altLang="zh-CN" sz="1000" dirty="0">
                <a:solidFill>
                  <a:schemeClr val="bg2"/>
                </a:solidFill>
                <a:ea typeface="思源黑体 CN Normal" panose="020B0400000000000000" pitchFamily="34" charset="-122"/>
                <a:cs typeface="Times New Roman" panose="02020603050405020304" pitchFamily="18" charset="0"/>
                <a:sym typeface="Arial" panose="020B0604020202020204" pitchFamily="34" charset="0"/>
              </a:rPr>
              <a:t>+</a:t>
            </a:r>
            <a:r>
              <a:rPr lang="zh-CN" altLang="en-US" sz="1000" dirty="0">
                <a:solidFill>
                  <a:schemeClr val="bg2"/>
                </a:solidFill>
                <a:ea typeface="思源黑体 CN Normal" panose="020B0400000000000000" pitchFamily="34" charset="-122"/>
                <a:cs typeface="Times New Roman" panose="02020603050405020304" pitchFamily="18" charset="0"/>
                <a:sym typeface="Arial" panose="020B0604020202020204" pitchFamily="34" charset="0"/>
              </a:rPr>
              <a:t>”产品</a:t>
            </a:r>
            <a:endParaRPr lang="zh-CN" altLang="en-US" sz="1000" dirty="0">
              <a:solidFill>
                <a:schemeClr val="bg2"/>
              </a:solidFill>
              <a:ea typeface="思源黑体 CN Normal" panose="020B0400000000000000" pitchFamily="34" charset="-122"/>
              <a:cs typeface="Times New Roman" panose="02020603050405020304" pitchFamily="18" charset="0"/>
              <a:sym typeface="Arial" panose="020B0604020202020204" pitchFamily="34" charset="0"/>
            </a:endParaRPr>
          </a:p>
        </p:txBody>
      </p:sp>
      <p:sp>
        <p:nvSpPr>
          <p:cNvPr id="38" name="矩形: 圆角 37"/>
          <p:cNvSpPr/>
          <p:nvPr/>
        </p:nvSpPr>
        <p:spPr>
          <a:xfrm>
            <a:off x="667878" y="5361182"/>
            <a:ext cx="986520" cy="285064"/>
          </a:xfrm>
          <a:prstGeom prst="roundRect">
            <a:avLst>
              <a:gd name="adj" fmla="val 0"/>
            </a:avLst>
          </a:prstGeom>
          <a:solidFill>
            <a:schemeClr val="accent1">
              <a:lumMod val="75000"/>
            </a:schemeClr>
          </a:solidFill>
          <a:ln w="6055" cap="flat">
            <a:noFill/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bg1">
                    <a:lumMod val="95000"/>
                  </a:schemeClr>
                </a:solidFill>
                <a:ea typeface="思源黑体 CN Normal" panose="020B0400000000000000" pitchFamily="34" charset="-122"/>
                <a:cs typeface="Times New Roman" panose="02020603050405020304" pitchFamily="18" charset="0"/>
                <a:sym typeface="Arial" panose="020B0604020202020204" pitchFamily="34" charset="0"/>
              </a:rPr>
              <a:t>交银国信</a:t>
            </a:r>
            <a:endParaRPr lang="zh-CN" altLang="en-US" sz="1000" dirty="0">
              <a:solidFill>
                <a:schemeClr val="bg1">
                  <a:lumMod val="95000"/>
                </a:schemeClr>
              </a:solidFill>
              <a:ea typeface="思源黑体 CN Normal" panose="020B0400000000000000" pitchFamily="34" charset="-122"/>
              <a:cs typeface="Times New Roman" panose="02020603050405020304" pitchFamily="18" charset="0"/>
              <a:sym typeface="Arial" panose="020B0604020202020204" pitchFamily="34" charset="0"/>
            </a:endParaRPr>
          </a:p>
        </p:txBody>
      </p:sp>
      <p:sp>
        <p:nvSpPr>
          <p:cNvPr id="40" name="矩形: 圆角 50"/>
          <p:cNvSpPr/>
          <p:nvPr/>
        </p:nvSpPr>
        <p:spPr>
          <a:xfrm>
            <a:off x="1848417" y="6096431"/>
            <a:ext cx="1350686" cy="453780"/>
          </a:xfrm>
          <a:prstGeom prst="roundRect">
            <a:avLst/>
          </a:prstGeom>
          <a:solidFill>
            <a:schemeClr val="tx2">
              <a:alpha val="93000"/>
            </a:schemeClr>
          </a:solidFill>
          <a:ln w="6055" cap="flat">
            <a:noFill/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rgbClr val="F2F2F2"/>
                </a:solidFill>
                <a:ea typeface="思源黑体 CN Normal" panose="020B0400000000000000" pitchFamily="34" charset="-122"/>
                <a:cs typeface="Times New Roman" panose="02020603050405020304" pitchFamily="18" charset="0"/>
                <a:sym typeface="Arial" panose="020B0604020202020204" pitchFamily="34" charset="0"/>
              </a:rPr>
              <a:t>汇益系列固定收益类底层</a:t>
            </a:r>
            <a:endParaRPr lang="zh-CN" altLang="en-US" sz="1000" dirty="0">
              <a:solidFill>
                <a:srgbClr val="F2F2F2"/>
              </a:solidFill>
              <a:ea typeface="思源黑体 CN Normal" panose="020B0400000000000000" pitchFamily="34" charset="-122"/>
              <a:cs typeface="Times New Roman" panose="02020603050405020304" pitchFamily="18" charset="0"/>
              <a:sym typeface="Arial" panose="020B0604020202020204" pitchFamily="34" charset="0"/>
            </a:endParaRPr>
          </a:p>
        </p:txBody>
      </p:sp>
      <p:sp>
        <p:nvSpPr>
          <p:cNvPr id="42" name="矩形: 圆角 50"/>
          <p:cNvSpPr/>
          <p:nvPr/>
        </p:nvSpPr>
        <p:spPr>
          <a:xfrm>
            <a:off x="4867297" y="6176209"/>
            <a:ext cx="591132" cy="31027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6055" cap="flat">
            <a:noFill/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zh-CN" altLang="en-US" sz="700" dirty="0">
                <a:solidFill>
                  <a:srgbClr val="F2F2F2"/>
                </a:solidFill>
                <a:ea typeface="思源黑体 CN Normal" panose="020B0400000000000000" pitchFamily="34" charset="-122"/>
                <a:cs typeface="Times New Roman" panose="02020603050405020304" pitchFamily="18" charset="0"/>
                <a:sym typeface="Arial" panose="020B0604020202020204" pitchFamily="34" charset="0"/>
              </a:rPr>
              <a:t>汇鑫</a:t>
            </a:r>
            <a:r>
              <a:rPr lang="en-US" altLang="zh-CN" sz="700" dirty="0">
                <a:solidFill>
                  <a:srgbClr val="F2F2F2"/>
                </a:solidFill>
                <a:ea typeface="思源黑体 CN Normal" panose="020B0400000000000000" pitchFamily="34" charset="-122"/>
                <a:cs typeface="Times New Roman" panose="02020603050405020304" pitchFamily="18" charset="0"/>
                <a:sym typeface="Arial" panose="020B0604020202020204" pitchFamily="34" charset="0"/>
              </a:rPr>
              <a:t>1</a:t>
            </a:r>
            <a:r>
              <a:rPr lang="zh-CN" altLang="en-US" sz="700" dirty="0">
                <a:solidFill>
                  <a:srgbClr val="F2F2F2"/>
                </a:solidFill>
                <a:ea typeface="思源黑体 CN Normal" panose="020B0400000000000000" pitchFamily="34" charset="-122"/>
                <a:cs typeface="Times New Roman" panose="02020603050405020304" pitchFamily="18" charset="0"/>
                <a:sym typeface="Arial" panose="020B0604020202020204" pitchFamily="34" charset="0"/>
              </a:rPr>
              <a:t>号</a:t>
            </a:r>
            <a:endParaRPr lang="zh-CN" altLang="en-US" sz="700" dirty="0">
              <a:solidFill>
                <a:srgbClr val="F2F2F2"/>
              </a:solidFill>
              <a:ea typeface="思源黑体 CN Normal" panose="020B0400000000000000" pitchFamily="34" charset="-122"/>
              <a:cs typeface="Times New Roman" panose="02020603050405020304" pitchFamily="18" charset="0"/>
              <a:sym typeface="Arial" panose="020B0604020202020204" pitchFamily="34" charset="0"/>
            </a:endParaRPr>
          </a:p>
        </p:txBody>
      </p:sp>
      <p:sp>
        <p:nvSpPr>
          <p:cNvPr id="43" name="矩形: 圆角 50"/>
          <p:cNvSpPr/>
          <p:nvPr/>
        </p:nvSpPr>
        <p:spPr>
          <a:xfrm>
            <a:off x="5904144" y="6165919"/>
            <a:ext cx="574195" cy="32056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6055" cap="flat">
            <a:noFill/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en-US" altLang="zh-CN" sz="700" dirty="0">
                <a:solidFill>
                  <a:srgbClr val="F2F2F2"/>
                </a:solidFill>
                <a:ea typeface="思源黑体 CN Normal" panose="020B0400000000000000" pitchFamily="34" charset="-122"/>
                <a:cs typeface="Times New Roman" panose="02020603050405020304" pitchFamily="18" charset="0"/>
                <a:sym typeface="Arial" panose="020B0604020202020204" pitchFamily="34" charset="0"/>
              </a:rPr>
              <a:t>…</a:t>
            </a:r>
            <a:endParaRPr lang="zh-CN" altLang="en-US" sz="700" dirty="0">
              <a:solidFill>
                <a:srgbClr val="F2F2F2"/>
              </a:solidFill>
              <a:ea typeface="思源黑体 CN Normal" panose="020B0400000000000000" pitchFamily="34" charset="-122"/>
              <a:cs typeface="Times New Roman" panose="02020603050405020304" pitchFamily="18" charset="0"/>
              <a:sym typeface="Arial" panose="020B0604020202020204" pitchFamily="34" charset="0"/>
            </a:endParaRPr>
          </a:p>
        </p:txBody>
      </p:sp>
      <p:cxnSp>
        <p:nvCxnSpPr>
          <p:cNvPr id="46" name="直接箭头连接符 45"/>
          <p:cNvCxnSpPr/>
          <p:nvPr/>
        </p:nvCxnSpPr>
        <p:spPr>
          <a:xfrm>
            <a:off x="1696065" y="5503714"/>
            <a:ext cx="15030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/>
          <p:cNvCxnSpPr>
            <a:endCxn id="37" idx="0"/>
          </p:cNvCxnSpPr>
          <p:nvPr/>
        </p:nvCxnSpPr>
        <p:spPr>
          <a:xfrm>
            <a:off x="4058380" y="4916478"/>
            <a:ext cx="0" cy="3930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箭头连接符 51"/>
          <p:cNvCxnSpPr/>
          <p:nvPr/>
        </p:nvCxnSpPr>
        <p:spPr>
          <a:xfrm flipH="1">
            <a:off x="2344994" y="5652998"/>
            <a:ext cx="1450258" cy="4434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: 圆角 52"/>
          <p:cNvSpPr/>
          <p:nvPr/>
        </p:nvSpPr>
        <p:spPr>
          <a:xfrm>
            <a:off x="4729316" y="6104484"/>
            <a:ext cx="1854362" cy="443433"/>
          </a:xfrm>
          <a:prstGeom prst="round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加号 54"/>
          <p:cNvSpPr/>
          <p:nvPr/>
        </p:nvSpPr>
        <p:spPr>
          <a:xfrm>
            <a:off x="5609119" y="6244191"/>
            <a:ext cx="189686" cy="202866"/>
          </a:xfrm>
          <a:prstGeom prst="mathPlus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/>
          <p:cNvSpPr txBox="1"/>
          <p:nvPr/>
        </p:nvSpPr>
        <p:spPr>
          <a:xfrm>
            <a:off x="2064590" y="5269499"/>
            <a:ext cx="6774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ea typeface="思源黑体 CN Normal" panose="020B0400000000000000" pitchFamily="34" charset="-122"/>
                <a:cs typeface="Times New Roman" panose="02020603050405020304" pitchFamily="18" charset="0"/>
              </a:rPr>
              <a:t>设立</a:t>
            </a:r>
            <a:endParaRPr lang="zh-CN" altLang="en-US" sz="1000" dirty="0">
              <a:ea typeface="思源黑体 CN Normal" panose="020B0400000000000000" pitchFamily="34" charset="-122"/>
              <a:cs typeface="Times New Roman" panose="02020603050405020304" pitchFamily="18" charset="0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2173002" y="5567080"/>
            <a:ext cx="9302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ea typeface="思源黑体 CN Normal" panose="020B0400000000000000" pitchFamily="34" charset="-122"/>
                <a:cs typeface="Times New Roman" panose="02020603050405020304" pitchFamily="18" charset="0"/>
              </a:rPr>
              <a:t>固收策略不低于</a:t>
            </a:r>
            <a:r>
              <a:rPr lang="en-US" altLang="zh-CN" sz="1000" dirty="0">
                <a:ea typeface="思源黑体 CN Normal" panose="020B0400000000000000" pitchFamily="34" charset="-122"/>
                <a:cs typeface="Times New Roman" panose="02020603050405020304" pitchFamily="18" charset="0"/>
              </a:rPr>
              <a:t>50%</a:t>
            </a:r>
            <a:endParaRPr lang="zh-CN" altLang="en-US" sz="1000" dirty="0">
              <a:ea typeface="思源黑体 CN Normal" panose="020B0400000000000000" pitchFamily="34" charset="-122"/>
              <a:cs typeface="Times New Roman" panose="02020603050405020304" pitchFamily="18" charset="0"/>
            </a:endParaRPr>
          </a:p>
        </p:txBody>
      </p:sp>
      <p:sp>
        <p:nvSpPr>
          <p:cNvPr id="73" name="文本框 72"/>
          <p:cNvSpPr txBox="1"/>
          <p:nvPr/>
        </p:nvSpPr>
        <p:spPr>
          <a:xfrm>
            <a:off x="5079616" y="5576113"/>
            <a:ext cx="9302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000" dirty="0">
                <a:ea typeface="思源黑体 CN Normal" panose="020B0400000000000000" pitchFamily="34" charset="-122"/>
                <a:cs typeface="Times New Roman" panose="02020603050405020304" pitchFamily="18" charset="0"/>
              </a:rPr>
              <a:t>Reits</a:t>
            </a:r>
            <a:r>
              <a:rPr lang="zh-CN" altLang="en-US" sz="1000" dirty="0">
                <a:ea typeface="思源黑体 CN Normal" panose="020B0400000000000000" pitchFamily="34" charset="-122"/>
                <a:cs typeface="Times New Roman" panose="02020603050405020304" pitchFamily="18" charset="0"/>
              </a:rPr>
              <a:t>策略不高于</a:t>
            </a:r>
            <a:r>
              <a:rPr lang="en-US" altLang="zh-CN" sz="1000" dirty="0">
                <a:ea typeface="思源黑体 CN Normal" panose="020B0400000000000000" pitchFamily="34" charset="-122"/>
                <a:cs typeface="Times New Roman" panose="02020603050405020304" pitchFamily="18" charset="0"/>
              </a:rPr>
              <a:t>50%</a:t>
            </a:r>
            <a:endParaRPr lang="zh-CN" altLang="en-US" sz="1000" dirty="0">
              <a:ea typeface="思源黑体 CN Normal" panose="020B0400000000000000" pitchFamily="34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290" y="7906139"/>
            <a:ext cx="2610223" cy="2142633"/>
          </a:xfrm>
          <a:prstGeom prst="rect">
            <a:avLst/>
          </a:prstGeom>
        </p:spPr>
      </p:pic>
      <p:sp>
        <p:nvSpPr>
          <p:cNvPr id="10" name="标题 1"/>
          <p:cNvSpPr txBox="1"/>
          <p:nvPr/>
        </p:nvSpPr>
        <p:spPr>
          <a:xfrm>
            <a:off x="923290" y="2174240"/>
            <a:ext cx="3432175" cy="379095"/>
          </a:xfrm>
          <a:prstGeom prst="rect">
            <a:avLst/>
          </a:prstGeom>
        </p:spPr>
        <p:txBody>
          <a:bodyPr vert="horz" lIns="84224" tIns="42112" rIns="84224" bIns="42112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500" b="1" kern="120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zh-CN" altLang="en-US" sz="1840" dirty="0">
                <a:solidFill>
                  <a:srgbClr val="00377A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sym typeface="+mn-ea"/>
              </a:rPr>
              <a:t>不动产ABS</a:t>
            </a:r>
            <a:r>
              <a:rPr lang="zh-CN" altLang="en-US" sz="1840" dirty="0">
                <a:solidFill>
                  <a:srgbClr val="00377A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底层</a:t>
            </a:r>
            <a:endParaRPr lang="zh-CN" altLang="en-US" sz="1840" dirty="0">
              <a:solidFill>
                <a:srgbClr val="00377A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cxnSp>
        <p:nvCxnSpPr>
          <p:cNvPr id="11" name="直接连接符 10"/>
          <p:cNvCxnSpPr/>
          <p:nvPr/>
        </p:nvCxnSpPr>
        <p:spPr>
          <a:xfrm>
            <a:off x="739047" y="1958084"/>
            <a:ext cx="4425690" cy="0"/>
          </a:xfrm>
          <a:prstGeom prst="line">
            <a:avLst/>
          </a:prstGeom>
          <a:ln w="19050">
            <a:solidFill>
              <a:srgbClr val="0043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圆角矩形 22"/>
          <p:cNvSpPr/>
          <p:nvPr/>
        </p:nvSpPr>
        <p:spPr>
          <a:xfrm>
            <a:off x="460311" y="2168161"/>
            <a:ext cx="434280" cy="379403"/>
          </a:xfrm>
          <a:prstGeom prst="roundRect">
            <a:avLst>
              <a:gd name="adj" fmla="val 0"/>
            </a:avLst>
          </a:prstGeom>
          <a:solidFill>
            <a:srgbClr val="00377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60" dirty="0">
                <a:latin typeface="思源黑体 CN Regular" panose="020B0500000000000000" pitchFamily="34" charset="-122"/>
                <a:ea typeface="思源黑体 CN Regular" panose="020B0500000000000000" pitchFamily="34" charset="-122"/>
                <a:sym typeface="+mn-ea"/>
              </a:rPr>
              <a:t>04</a:t>
            </a:r>
            <a:endParaRPr kumimoji="1" lang="zh-CN" altLang="en-US" sz="1660" dirty="0">
              <a:latin typeface="思源黑体 CN Regular" panose="020B0500000000000000" pitchFamily="34" charset="-122"/>
              <a:ea typeface="思源黑体 CN Regular" panose="020B0500000000000000" pitchFamily="34" charset="-122"/>
            </a:endParaRPr>
          </a:p>
        </p:txBody>
      </p:sp>
      <p:pic>
        <p:nvPicPr>
          <p:cNvPr id="4" name="图片占位符 1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959" b="37959"/>
          <a:stretch>
            <a:fillRect/>
          </a:stretch>
        </p:blipFill>
        <p:spPr>
          <a:xfrm>
            <a:off x="0" y="10443"/>
            <a:ext cx="6857999" cy="1273277"/>
          </a:xfrm>
          <a:prstGeom prst="round2SameRect">
            <a:avLst>
              <a:gd name="adj1" fmla="val 0"/>
              <a:gd name="adj2" fmla="val 16186"/>
            </a:avLst>
          </a:prstGeom>
        </p:spPr>
      </p:pic>
      <p:sp>
        <p:nvSpPr>
          <p:cNvPr id="7" name="文本框 6"/>
          <p:cNvSpPr txBox="1"/>
          <p:nvPr/>
        </p:nvSpPr>
        <p:spPr>
          <a:xfrm>
            <a:off x="308008" y="11343844"/>
            <a:ext cx="6275670" cy="130302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en-US" altLang="zh-CN" sz="1050" b="1" dirty="0"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1</a:t>
            </a:r>
            <a:r>
              <a:rPr lang="zh-CN" altLang="en-US" sz="1050" b="1" dirty="0"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、本产品由交银国际信托有限公司发行及管理，本材料仅为面向合格投资者的宣传材料，不作为任何法律文件，请您认真阅读信托合同、产品说明书、风险申明书等法律文件，根据风险承受能力选择合适的产品。</a:t>
            </a:r>
            <a:endParaRPr lang="en-US" altLang="zh-CN" sz="1050" b="1" dirty="0">
              <a:latin typeface="思源黑体 CN Regular" panose="020B0500000000000000" pitchFamily="34" charset="-122"/>
              <a:ea typeface="思源黑体 CN Regular" panose="020B0500000000000000" pitchFamily="34" charset="-122"/>
            </a:endParaRPr>
          </a:p>
          <a:p>
            <a:pPr algn="just">
              <a:lnSpc>
                <a:spcPct val="125000"/>
              </a:lnSpc>
            </a:pPr>
            <a:r>
              <a:rPr lang="en-US" altLang="zh-CN" sz="1050" b="1" dirty="0"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2</a:t>
            </a:r>
            <a:r>
              <a:rPr lang="zh-CN" altLang="en-US" sz="1050" b="1" dirty="0"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、业绩比较基准是受托人基于产品性质、投资策略、过往经验等因素对产品设定的投资目标，不代表信托产品的未来表现和实际收益，不构成受托人对信托产品收益的承诺，上述信托产品并非保本保收益信托产品。</a:t>
            </a:r>
            <a:endParaRPr lang="zh-CN" altLang="en-US" sz="1050" b="1" dirty="0">
              <a:latin typeface="思源黑体 CN Regular" panose="020B0500000000000000" pitchFamily="34" charset="-122"/>
              <a:ea typeface="思源黑体 CN Regular" panose="020B0500000000000000" pitchFamily="34" charset="-122"/>
            </a:endParaRPr>
          </a:p>
        </p:txBody>
      </p:sp>
      <p:cxnSp>
        <p:nvCxnSpPr>
          <p:cNvPr id="17" name="直线连接符 10"/>
          <p:cNvCxnSpPr/>
          <p:nvPr/>
        </p:nvCxnSpPr>
        <p:spPr>
          <a:xfrm>
            <a:off x="511900" y="11010395"/>
            <a:ext cx="1553335" cy="4608"/>
          </a:xfrm>
          <a:prstGeom prst="line">
            <a:avLst/>
          </a:prstGeom>
          <a:ln w="15875" cmpd="sng">
            <a:gradFill flip="none" rotWithShape="1">
              <a:gsLst>
                <a:gs pos="32000">
                  <a:srgbClr val="00488D"/>
                </a:gs>
                <a:gs pos="75000">
                  <a:srgbClr val="1DBBE6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线连接符 10"/>
          <p:cNvCxnSpPr/>
          <p:nvPr/>
        </p:nvCxnSpPr>
        <p:spPr>
          <a:xfrm flipH="1" flipV="1">
            <a:off x="4819824" y="10965436"/>
            <a:ext cx="1603727" cy="12936"/>
          </a:xfrm>
          <a:prstGeom prst="line">
            <a:avLst/>
          </a:prstGeom>
          <a:ln w="15875" cmpd="sng">
            <a:gradFill flip="none" rotWithShape="1">
              <a:gsLst>
                <a:gs pos="32000">
                  <a:srgbClr val="00488D"/>
                </a:gs>
                <a:gs pos="75000">
                  <a:srgbClr val="1DBBE6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/>
          <p:cNvSpPr txBox="1"/>
          <p:nvPr/>
        </p:nvSpPr>
        <p:spPr>
          <a:xfrm>
            <a:off x="2096232" y="10782211"/>
            <a:ext cx="2805021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kumimoji="1" sz="3200" b="1">
                <a:solidFill>
                  <a:srgbClr val="B29A73"/>
                </a:solidFill>
                <a:latin typeface="Source Han Sans SC" panose="020B0500000000000000" pitchFamily="34" charset="-128"/>
                <a:ea typeface="Source Han Sans SC" panose="020B0500000000000000" pitchFamily="34" charset="-128"/>
              </a:defRPr>
            </a:lvl1pPr>
          </a:lstStyle>
          <a:p>
            <a:r>
              <a:rPr lang="zh-CN" altLang="en-US" sz="1800" dirty="0"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产品有风险，投资须谨慎</a:t>
            </a:r>
            <a:endParaRPr lang="zh-CN" altLang="en-US" sz="1800" dirty="0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占位符 2"/>
          <p:cNvSpPr txBox="1"/>
          <p:nvPr/>
        </p:nvSpPr>
        <p:spPr>
          <a:xfrm>
            <a:off x="1231038" y="4036840"/>
            <a:ext cx="617378" cy="33631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840" dirty="0">
              <a:latin typeface="思源黑体 CN Regular" panose="020B0500000000000000" pitchFamily="34" charset="-122"/>
              <a:ea typeface="思源黑体 CN Regular" panose="020B0500000000000000" pitchFamily="3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796276" y="4340054"/>
            <a:ext cx="3933040" cy="318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ClrTx/>
              <a:buSzTx/>
              <a:buFontTx/>
            </a:pPr>
            <a:r>
              <a:rPr kumimoji="1" lang="zh-CN" altLang="en-US" sz="1475" b="1" dirty="0">
                <a:solidFill>
                  <a:schemeClr val="tx1">
                    <a:lumMod val="75000"/>
                    <a:lumOff val="25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投资基础设施，支持实体经济</a:t>
            </a:r>
            <a:endParaRPr kumimoji="1" lang="zh-CN" altLang="en-US" sz="1475" b="1" dirty="0">
              <a:solidFill>
                <a:schemeClr val="tx1">
                  <a:lumMod val="75000"/>
                  <a:lumOff val="25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grpSp>
        <p:nvGrpSpPr>
          <p:cNvPr id="14" name="组合 13"/>
          <p:cNvGrpSpPr/>
          <p:nvPr/>
        </p:nvGrpSpPr>
        <p:grpSpPr>
          <a:xfrm>
            <a:off x="450370" y="4363056"/>
            <a:ext cx="264153" cy="265273"/>
            <a:chOff x="3717000" y="4051171"/>
            <a:chExt cx="828000" cy="828000"/>
          </a:xfrm>
        </p:grpSpPr>
        <p:sp>
          <p:nvSpPr>
            <p:cNvPr id="28" name="椭圆 27"/>
            <p:cNvSpPr/>
            <p:nvPr/>
          </p:nvSpPr>
          <p:spPr>
            <a:xfrm>
              <a:off x="3717000" y="4051171"/>
              <a:ext cx="828000" cy="828000"/>
            </a:xfrm>
            <a:prstGeom prst="ellipse">
              <a:avLst/>
            </a:prstGeom>
            <a:solidFill>
              <a:srgbClr val="00438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60" dirty="0">
                <a:latin typeface="思源黑体 CN Regular" panose="020B0500000000000000" pitchFamily="34" charset="-122"/>
                <a:ea typeface="思源黑体 CN Regular" panose="020B0500000000000000" pitchFamily="34" charset="-122"/>
              </a:endParaRPr>
            </a:p>
          </p:txBody>
        </p:sp>
        <p:pic>
          <p:nvPicPr>
            <p:cNvPr id="29" name="图片 7" descr="原子 纯色填充"/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>
              <a:fillRect/>
            </a:stretch>
          </p:blipFill>
          <p:spPr>
            <a:xfrm>
              <a:off x="3824258" y="4151783"/>
              <a:ext cx="613481" cy="610891"/>
            </a:xfrm>
            <a:prstGeom prst="rect">
              <a:avLst/>
            </a:prstGeom>
          </p:spPr>
        </p:pic>
      </p:grpSp>
      <p:sp>
        <p:nvSpPr>
          <p:cNvPr id="30" name="椭圆 29"/>
          <p:cNvSpPr/>
          <p:nvPr/>
        </p:nvSpPr>
        <p:spPr>
          <a:xfrm>
            <a:off x="720191" y="1828412"/>
            <a:ext cx="66318" cy="66318"/>
          </a:xfrm>
          <a:prstGeom prst="ellipse">
            <a:avLst/>
          </a:prstGeom>
          <a:solidFill>
            <a:srgbClr val="00438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60">
              <a:latin typeface="思源黑体 CN Regular" panose="020B0500000000000000" pitchFamily="34" charset="-122"/>
              <a:ea typeface="思源黑体 CN Regular" panose="020B0500000000000000" pitchFamily="34" charset="-122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785930" y="1442202"/>
            <a:ext cx="5078095" cy="5448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kumimoji="1" sz="3200" b="1">
                <a:solidFill>
                  <a:srgbClr val="B29A73"/>
                </a:solidFill>
                <a:latin typeface="Source Han Sans SC" panose="020B0500000000000000" pitchFamily="34" charset="-128"/>
                <a:ea typeface="Source Han Sans SC" panose="020B0500000000000000" pitchFamily="34" charset="-128"/>
              </a:defRPr>
            </a:lvl1pPr>
          </a:lstStyle>
          <a:p>
            <a:r>
              <a:rPr lang="zh-CN" altLang="en-US" sz="2950" dirty="0"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交银国信･交鑫致远产品简介</a:t>
            </a:r>
            <a:endParaRPr lang="zh-CN" altLang="en-US" sz="2950" dirty="0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3" name="矩形: 圆角 2"/>
          <p:cNvSpPr/>
          <p:nvPr/>
        </p:nvSpPr>
        <p:spPr>
          <a:xfrm>
            <a:off x="867664" y="2602516"/>
            <a:ext cx="1408184" cy="781689"/>
          </a:xfrm>
          <a:prstGeom prst="roundRect">
            <a:avLst/>
          </a:prstGeom>
          <a:noFill/>
          <a:ln w="28575">
            <a:solidFill>
              <a:srgbClr val="D7BD9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rgbClr val="00367A"/>
                </a:solidFill>
              </a:rPr>
              <a:t>8</a:t>
            </a:r>
            <a:r>
              <a:rPr lang="zh-CN" altLang="en-US" sz="1200" dirty="0">
                <a:solidFill>
                  <a:srgbClr val="00367A"/>
                </a:solidFill>
              </a:rPr>
              <a:t>个</a:t>
            </a:r>
            <a:endParaRPr lang="en-US" altLang="zh-CN" sz="1200" dirty="0">
              <a:solidFill>
                <a:srgbClr val="00367A"/>
              </a:solidFill>
            </a:endParaRPr>
          </a:p>
          <a:p>
            <a:pPr algn="ctr"/>
            <a:r>
              <a:rPr lang="zh-CN" altLang="en-US" sz="1200" dirty="0">
                <a:solidFill>
                  <a:srgbClr val="00367A"/>
                </a:solidFill>
              </a:rPr>
              <a:t>已投资项目</a:t>
            </a:r>
            <a:endParaRPr lang="zh-CN" altLang="en-US" dirty="0">
              <a:solidFill>
                <a:srgbClr val="00367A"/>
              </a:solidFill>
            </a:endParaRPr>
          </a:p>
        </p:txBody>
      </p:sp>
      <p:sp>
        <p:nvSpPr>
          <p:cNvPr id="41" name="矩形: 圆角 40"/>
          <p:cNvSpPr/>
          <p:nvPr/>
        </p:nvSpPr>
        <p:spPr>
          <a:xfrm>
            <a:off x="4991146" y="2594239"/>
            <a:ext cx="1408184" cy="781689"/>
          </a:xfrm>
          <a:prstGeom prst="roundRect">
            <a:avLst/>
          </a:prstGeom>
          <a:noFill/>
          <a:ln w="28575">
            <a:solidFill>
              <a:srgbClr val="D7BD9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Tx/>
              <a:buSzTx/>
              <a:buNone/>
            </a:pPr>
            <a:r>
              <a:rPr lang="zh-CN" altLang="en-US" sz="1200" dirty="0">
                <a:solidFill>
                  <a:srgbClr val="00367A"/>
                </a:solidFill>
              </a:rPr>
              <a:t>多个储备项目</a:t>
            </a:r>
            <a:endParaRPr lang="zh-CN" altLang="en-US" sz="1200" dirty="0">
              <a:solidFill>
                <a:srgbClr val="00367A"/>
              </a:solidFill>
            </a:endParaRPr>
          </a:p>
          <a:p>
            <a:pPr algn="ctr">
              <a:buClrTx/>
              <a:buSzTx/>
              <a:buNone/>
            </a:pPr>
            <a:r>
              <a:rPr lang="zh-CN" altLang="en-US" sz="1200" b="1" dirty="0">
                <a:solidFill>
                  <a:srgbClr val="00367A"/>
                </a:solidFill>
              </a:rPr>
              <a:t>具备稳定现金流</a:t>
            </a:r>
            <a:endParaRPr lang="zh-CN" altLang="en-US" sz="1200" b="1" dirty="0">
              <a:solidFill>
                <a:srgbClr val="00367A"/>
              </a:solidFill>
            </a:endParaRPr>
          </a:p>
        </p:txBody>
      </p:sp>
      <p:sp>
        <p:nvSpPr>
          <p:cNvPr id="45" name="矩形: 圆角 44"/>
          <p:cNvSpPr/>
          <p:nvPr/>
        </p:nvSpPr>
        <p:spPr>
          <a:xfrm>
            <a:off x="2929405" y="2602516"/>
            <a:ext cx="1408184" cy="781689"/>
          </a:xfrm>
          <a:prstGeom prst="roundRect">
            <a:avLst/>
          </a:prstGeom>
          <a:noFill/>
          <a:ln w="28575">
            <a:solidFill>
              <a:srgbClr val="D7BD9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Tx/>
              <a:buSzTx/>
              <a:buFontTx/>
            </a:pPr>
            <a:r>
              <a:rPr lang="zh-CN" altLang="en-US" sz="1200" dirty="0">
                <a:solidFill>
                  <a:srgbClr val="00367A"/>
                </a:solidFill>
              </a:rPr>
              <a:t>多笔拟投放资产</a:t>
            </a:r>
            <a:endParaRPr lang="zh-CN" altLang="en-US" sz="1200" dirty="0">
              <a:solidFill>
                <a:srgbClr val="00367A"/>
              </a:solidFill>
            </a:endParaRPr>
          </a:p>
        </p:txBody>
      </p:sp>
      <p:sp>
        <p:nvSpPr>
          <p:cNvPr id="47" name="矩形: 圆角 46"/>
          <p:cNvSpPr/>
          <p:nvPr/>
        </p:nvSpPr>
        <p:spPr>
          <a:xfrm>
            <a:off x="867664" y="3505898"/>
            <a:ext cx="1408184" cy="781689"/>
          </a:xfrm>
          <a:prstGeom prst="roundRect">
            <a:avLst/>
          </a:prstGeom>
          <a:noFill/>
          <a:ln w="28575">
            <a:solidFill>
              <a:srgbClr val="D7BD9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rgbClr val="00367A"/>
                </a:solidFill>
              </a:rPr>
              <a:t>高速公路</a:t>
            </a:r>
            <a:endParaRPr lang="zh-CN" altLang="en-US" sz="1200" dirty="0">
              <a:solidFill>
                <a:srgbClr val="00367A"/>
              </a:solidFill>
            </a:endParaRPr>
          </a:p>
          <a:p>
            <a:pPr algn="ctr"/>
            <a:r>
              <a:rPr lang="zh-CN" altLang="en-US" sz="1200" dirty="0">
                <a:solidFill>
                  <a:srgbClr val="00367A"/>
                </a:solidFill>
              </a:rPr>
              <a:t>生态环保</a:t>
            </a:r>
            <a:endParaRPr lang="zh-CN" altLang="en-US" sz="1200" dirty="0">
              <a:solidFill>
                <a:srgbClr val="00367A"/>
              </a:solidFill>
            </a:endParaRPr>
          </a:p>
          <a:p>
            <a:pPr algn="ctr"/>
            <a:r>
              <a:rPr lang="zh-CN" altLang="en-US" sz="1200" dirty="0">
                <a:solidFill>
                  <a:srgbClr val="00367A"/>
                </a:solidFill>
              </a:rPr>
              <a:t>清洁能源</a:t>
            </a:r>
            <a:endParaRPr lang="zh-CN" altLang="en-US" sz="1200" dirty="0">
              <a:solidFill>
                <a:srgbClr val="00367A"/>
              </a:solidFill>
            </a:endParaRPr>
          </a:p>
        </p:txBody>
      </p:sp>
      <p:sp>
        <p:nvSpPr>
          <p:cNvPr id="49" name="矩形: 圆角 48"/>
          <p:cNvSpPr/>
          <p:nvPr/>
        </p:nvSpPr>
        <p:spPr>
          <a:xfrm>
            <a:off x="2940200" y="3528758"/>
            <a:ext cx="1408184" cy="781689"/>
          </a:xfrm>
          <a:prstGeom prst="roundRect">
            <a:avLst/>
          </a:prstGeom>
          <a:noFill/>
          <a:ln w="28575">
            <a:solidFill>
              <a:srgbClr val="D7BD9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rgbClr val="00367A"/>
                </a:solidFill>
              </a:rPr>
              <a:t>聚焦生态环保、优质能源类资产</a:t>
            </a:r>
            <a:endParaRPr lang="zh-CN" altLang="en-US" sz="1200" dirty="0">
              <a:solidFill>
                <a:srgbClr val="00367A"/>
              </a:solidFill>
            </a:endParaRPr>
          </a:p>
        </p:txBody>
      </p:sp>
      <p:sp>
        <p:nvSpPr>
          <p:cNvPr id="50" name="矩形: 圆角 49"/>
          <p:cNvSpPr/>
          <p:nvPr/>
        </p:nvSpPr>
        <p:spPr>
          <a:xfrm>
            <a:off x="5012736" y="3520481"/>
            <a:ext cx="1408184" cy="781689"/>
          </a:xfrm>
          <a:prstGeom prst="roundRect">
            <a:avLst/>
          </a:prstGeom>
          <a:noFill/>
          <a:ln w="28575">
            <a:solidFill>
              <a:srgbClr val="D7BD9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rgbClr val="00367A"/>
                </a:solidFill>
              </a:rPr>
              <a:t>4%</a:t>
            </a:r>
            <a:endParaRPr lang="en-US" altLang="zh-CN" sz="1800" b="1" dirty="0">
              <a:solidFill>
                <a:srgbClr val="00367A"/>
              </a:solidFill>
            </a:endParaRPr>
          </a:p>
          <a:p>
            <a:pPr algn="ctr"/>
            <a:r>
              <a:rPr lang="zh-CN" altLang="en-US" sz="1200" dirty="0">
                <a:solidFill>
                  <a:srgbClr val="00367A"/>
                </a:solidFill>
              </a:rPr>
              <a:t>基金项目组合</a:t>
            </a:r>
            <a:endParaRPr lang="en-US" altLang="zh-CN" sz="1200" dirty="0">
              <a:solidFill>
                <a:srgbClr val="00367A"/>
              </a:solidFill>
            </a:endParaRPr>
          </a:p>
          <a:p>
            <a:pPr algn="ctr"/>
            <a:r>
              <a:rPr lang="zh-CN" altLang="en-US" sz="1200" dirty="0">
                <a:solidFill>
                  <a:srgbClr val="00367A"/>
                </a:solidFill>
              </a:rPr>
              <a:t>收益率</a:t>
            </a:r>
            <a:endParaRPr lang="zh-CN" altLang="en-US" dirty="0">
              <a:solidFill>
                <a:srgbClr val="00367A"/>
              </a:solidFill>
            </a:endParaRPr>
          </a:p>
        </p:txBody>
      </p:sp>
      <p:sp>
        <p:nvSpPr>
          <p:cNvPr id="69" name="任意多边形: 形状 68"/>
          <p:cNvSpPr/>
          <p:nvPr/>
        </p:nvSpPr>
        <p:spPr>
          <a:xfrm>
            <a:off x="867664" y="6185485"/>
            <a:ext cx="2561336" cy="1221622"/>
          </a:xfrm>
          <a:custGeom>
            <a:avLst/>
            <a:gdLst>
              <a:gd name="connsiteX0" fmla="*/ 0 w 1606804"/>
              <a:gd name="connsiteY0" fmla="*/ 0 h 771283"/>
              <a:gd name="connsiteX1" fmla="*/ 1606804 w 1606804"/>
              <a:gd name="connsiteY1" fmla="*/ 0 h 771283"/>
              <a:gd name="connsiteX2" fmla="*/ 1606804 w 1606804"/>
              <a:gd name="connsiteY2" fmla="*/ 504207 h 771283"/>
              <a:gd name="connsiteX3" fmla="*/ 1339728 w 1606804"/>
              <a:gd name="connsiteY3" fmla="*/ 771283 h 771283"/>
              <a:gd name="connsiteX4" fmla="*/ 267076 w 1606804"/>
              <a:gd name="connsiteY4" fmla="*/ 771283 h 771283"/>
              <a:gd name="connsiteX5" fmla="*/ 0 w 1606804"/>
              <a:gd name="connsiteY5" fmla="*/ 504207 h 7712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06804" h="771283">
                <a:moveTo>
                  <a:pt x="0" y="0"/>
                </a:moveTo>
                <a:lnTo>
                  <a:pt x="1606804" y="0"/>
                </a:lnTo>
                <a:lnTo>
                  <a:pt x="1606804" y="504207"/>
                </a:lnTo>
                <a:cubicBezTo>
                  <a:pt x="1606804" y="651709"/>
                  <a:pt x="1487230" y="771283"/>
                  <a:pt x="1339728" y="771283"/>
                </a:cubicBezTo>
                <a:lnTo>
                  <a:pt x="267076" y="771283"/>
                </a:lnTo>
                <a:cubicBezTo>
                  <a:pt x="119574" y="771283"/>
                  <a:pt x="0" y="651709"/>
                  <a:pt x="0" y="504207"/>
                </a:cubicBezTo>
                <a:close/>
              </a:path>
            </a:pathLst>
          </a:custGeom>
          <a:solidFill>
            <a:srgbClr val="00367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altLang="zh-CN" sz="1200" dirty="0" err="1"/>
              <a:t>粤港澳大湾区核心区</a:t>
            </a:r>
            <a:endParaRPr lang="en-US" altLang="zh-CN" sz="1200" dirty="0"/>
          </a:p>
          <a:p>
            <a:pPr algn="ctr"/>
            <a:r>
              <a:rPr lang="zh-CN" sz="1200" dirty="0"/>
              <a:t>（全长60.40公里）</a:t>
            </a:r>
            <a:endParaRPr lang="zh-CN" sz="1200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378" y="4740861"/>
            <a:ext cx="2555622" cy="1488178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84151" y="4772973"/>
            <a:ext cx="2608317" cy="2141635"/>
          </a:xfrm>
          <a:prstGeom prst="rect">
            <a:avLst/>
          </a:prstGeom>
        </p:spPr>
      </p:pic>
      <p:sp>
        <p:nvSpPr>
          <p:cNvPr id="12" name="任意多边形: 形状 68"/>
          <p:cNvSpPr/>
          <p:nvPr/>
        </p:nvSpPr>
        <p:spPr>
          <a:xfrm>
            <a:off x="3882245" y="6243633"/>
            <a:ext cx="2610223" cy="1229075"/>
          </a:xfrm>
          <a:custGeom>
            <a:avLst/>
            <a:gdLst>
              <a:gd name="connsiteX0" fmla="*/ 0 w 1606804"/>
              <a:gd name="connsiteY0" fmla="*/ 0 h 771283"/>
              <a:gd name="connsiteX1" fmla="*/ 1606804 w 1606804"/>
              <a:gd name="connsiteY1" fmla="*/ 0 h 771283"/>
              <a:gd name="connsiteX2" fmla="*/ 1606804 w 1606804"/>
              <a:gd name="connsiteY2" fmla="*/ 504207 h 771283"/>
              <a:gd name="connsiteX3" fmla="*/ 1339728 w 1606804"/>
              <a:gd name="connsiteY3" fmla="*/ 771283 h 771283"/>
              <a:gd name="connsiteX4" fmla="*/ 267076 w 1606804"/>
              <a:gd name="connsiteY4" fmla="*/ 771283 h 771283"/>
              <a:gd name="connsiteX5" fmla="*/ 0 w 1606804"/>
              <a:gd name="connsiteY5" fmla="*/ 504207 h 7712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06804" h="771283">
                <a:moveTo>
                  <a:pt x="0" y="0"/>
                </a:moveTo>
                <a:lnTo>
                  <a:pt x="1606804" y="0"/>
                </a:lnTo>
                <a:lnTo>
                  <a:pt x="1606804" y="504207"/>
                </a:lnTo>
                <a:cubicBezTo>
                  <a:pt x="1606804" y="651709"/>
                  <a:pt x="1487230" y="771283"/>
                  <a:pt x="1339728" y="771283"/>
                </a:cubicBezTo>
                <a:lnTo>
                  <a:pt x="267076" y="771283"/>
                </a:lnTo>
                <a:cubicBezTo>
                  <a:pt x="119574" y="771283"/>
                  <a:pt x="0" y="651709"/>
                  <a:pt x="0" y="504207"/>
                </a:cubicBezTo>
                <a:close/>
              </a:path>
            </a:pathLst>
          </a:custGeom>
          <a:solidFill>
            <a:srgbClr val="00367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zh-CN" sz="1200" dirty="0"/>
              <a:t>水务行业公司龙头</a:t>
            </a:r>
            <a:endParaRPr lang="en-US" altLang="zh-CN" sz="1200" dirty="0"/>
          </a:p>
          <a:p>
            <a:pPr algn="ctr"/>
            <a:r>
              <a:rPr lang="zh-CN" sz="1200" dirty="0"/>
              <a:t>首创环保</a:t>
            </a:r>
            <a:endParaRPr lang="zh-CN" sz="1200" dirty="0"/>
          </a:p>
          <a:p>
            <a:pPr algn="ctr"/>
            <a:r>
              <a:rPr lang="zh-CN" sz="1200" dirty="0"/>
              <a:t>全国首单环保行业持有型</a:t>
            </a:r>
            <a:r>
              <a:rPr lang="en-US" altLang="zh-CN" sz="1200" dirty="0"/>
              <a:t>ABS</a:t>
            </a:r>
            <a:endParaRPr lang="en-US" altLang="zh-CN" sz="1200" dirty="0"/>
          </a:p>
        </p:txBody>
      </p:sp>
      <p:sp>
        <p:nvSpPr>
          <p:cNvPr id="27" name="任意多边形: 形状 68"/>
          <p:cNvSpPr/>
          <p:nvPr/>
        </p:nvSpPr>
        <p:spPr>
          <a:xfrm>
            <a:off x="927774" y="9340555"/>
            <a:ext cx="2610223" cy="1229075"/>
          </a:xfrm>
          <a:custGeom>
            <a:avLst/>
            <a:gdLst>
              <a:gd name="connsiteX0" fmla="*/ 0 w 1606804"/>
              <a:gd name="connsiteY0" fmla="*/ 0 h 771283"/>
              <a:gd name="connsiteX1" fmla="*/ 1606804 w 1606804"/>
              <a:gd name="connsiteY1" fmla="*/ 0 h 771283"/>
              <a:gd name="connsiteX2" fmla="*/ 1606804 w 1606804"/>
              <a:gd name="connsiteY2" fmla="*/ 504207 h 771283"/>
              <a:gd name="connsiteX3" fmla="*/ 1339728 w 1606804"/>
              <a:gd name="connsiteY3" fmla="*/ 771283 h 771283"/>
              <a:gd name="connsiteX4" fmla="*/ 267076 w 1606804"/>
              <a:gd name="connsiteY4" fmla="*/ 771283 h 771283"/>
              <a:gd name="connsiteX5" fmla="*/ 0 w 1606804"/>
              <a:gd name="connsiteY5" fmla="*/ 504207 h 7712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06804" h="771283">
                <a:moveTo>
                  <a:pt x="0" y="0"/>
                </a:moveTo>
                <a:lnTo>
                  <a:pt x="1606804" y="0"/>
                </a:lnTo>
                <a:lnTo>
                  <a:pt x="1606804" y="504207"/>
                </a:lnTo>
                <a:cubicBezTo>
                  <a:pt x="1606804" y="651709"/>
                  <a:pt x="1487230" y="771283"/>
                  <a:pt x="1339728" y="771283"/>
                </a:cubicBezTo>
                <a:lnTo>
                  <a:pt x="267076" y="771283"/>
                </a:lnTo>
                <a:cubicBezTo>
                  <a:pt x="119574" y="771283"/>
                  <a:pt x="0" y="651709"/>
                  <a:pt x="0" y="504207"/>
                </a:cubicBezTo>
                <a:close/>
              </a:path>
            </a:pathLst>
          </a:custGeom>
          <a:solidFill>
            <a:srgbClr val="00367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zh-CN" altLang="en-US" sz="1200" dirty="0"/>
              <a:t>川能旗下五座水电站、横跨国内水电资源最好的川滇二省，</a:t>
            </a:r>
            <a:endParaRPr lang="zh-CN" altLang="en-US" sz="1200" dirty="0"/>
          </a:p>
          <a:p>
            <a:pPr algn="ctr"/>
            <a:r>
              <a:rPr lang="zh-CN" altLang="en-US" sz="1200" dirty="0"/>
              <a:t>总装机容量</a:t>
            </a:r>
            <a:r>
              <a:rPr lang="en-US" altLang="zh-CN" sz="1200" dirty="0"/>
              <a:t>278MW</a:t>
            </a:r>
            <a:endParaRPr lang="en-US" altLang="zh-CN" sz="1200" dirty="0"/>
          </a:p>
        </p:txBody>
      </p:sp>
      <p:sp>
        <p:nvSpPr>
          <p:cNvPr id="16" name="任意多边形: 形状 68"/>
          <p:cNvSpPr/>
          <p:nvPr/>
        </p:nvSpPr>
        <p:spPr>
          <a:xfrm>
            <a:off x="3867679" y="9340555"/>
            <a:ext cx="2610223" cy="1229075"/>
          </a:xfrm>
          <a:custGeom>
            <a:avLst/>
            <a:gdLst>
              <a:gd name="connsiteX0" fmla="*/ 0 w 1606804"/>
              <a:gd name="connsiteY0" fmla="*/ 0 h 771283"/>
              <a:gd name="connsiteX1" fmla="*/ 1606804 w 1606804"/>
              <a:gd name="connsiteY1" fmla="*/ 0 h 771283"/>
              <a:gd name="connsiteX2" fmla="*/ 1606804 w 1606804"/>
              <a:gd name="connsiteY2" fmla="*/ 504207 h 771283"/>
              <a:gd name="connsiteX3" fmla="*/ 1339728 w 1606804"/>
              <a:gd name="connsiteY3" fmla="*/ 771283 h 771283"/>
              <a:gd name="connsiteX4" fmla="*/ 267076 w 1606804"/>
              <a:gd name="connsiteY4" fmla="*/ 771283 h 771283"/>
              <a:gd name="connsiteX5" fmla="*/ 0 w 1606804"/>
              <a:gd name="connsiteY5" fmla="*/ 504207 h 7712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06804" h="771283">
                <a:moveTo>
                  <a:pt x="0" y="0"/>
                </a:moveTo>
                <a:lnTo>
                  <a:pt x="1606804" y="0"/>
                </a:lnTo>
                <a:lnTo>
                  <a:pt x="1606804" y="504207"/>
                </a:lnTo>
                <a:cubicBezTo>
                  <a:pt x="1606804" y="651709"/>
                  <a:pt x="1487230" y="771283"/>
                  <a:pt x="1339728" y="771283"/>
                </a:cubicBezTo>
                <a:lnTo>
                  <a:pt x="267076" y="771283"/>
                </a:lnTo>
                <a:cubicBezTo>
                  <a:pt x="119574" y="771283"/>
                  <a:pt x="0" y="651709"/>
                  <a:pt x="0" y="504207"/>
                </a:cubicBezTo>
                <a:close/>
              </a:path>
            </a:pathLst>
          </a:custGeom>
          <a:solidFill>
            <a:srgbClr val="00367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zh-CN" altLang="en-US" sz="1200" dirty="0"/>
              <a:t>山东省首单</a:t>
            </a:r>
            <a:r>
              <a:rPr lang="zh-CN" sz="1200" dirty="0">
                <a:sym typeface="+mn-ea"/>
              </a:rPr>
              <a:t>持有型</a:t>
            </a:r>
            <a:r>
              <a:rPr lang="en-US" altLang="zh-CN" sz="1200" dirty="0">
                <a:sym typeface="+mn-ea"/>
              </a:rPr>
              <a:t>ABS</a:t>
            </a:r>
            <a:r>
              <a:rPr lang="zh-CN" altLang="en-US" sz="1200" dirty="0">
                <a:sym typeface="+mn-ea"/>
              </a:rPr>
              <a:t>，李村河污水处理四期项目，日均处理量</a:t>
            </a:r>
            <a:r>
              <a:rPr lang="en-US" altLang="zh-CN" sz="1200" dirty="0">
                <a:sym typeface="+mn-ea"/>
              </a:rPr>
              <a:t>30</a:t>
            </a:r>
            <a:r>
              <a:rPr lang="zh-CN" altLang="en-US" sz="1200" dirty="0">
                <a:sym typeface="+mn-ea"/>
              </a:rPr>
              <a:t>万</a:t>
            </a:r>
            <a:r>
              <a:rPr lang="en-US" altLang="zh-CN" sz="1200" dirty="0">
                <a:sym typeface="+mn-ea"/>
              </a:rPr>
              <a:t>m</a:t>
            </a:r>
            <a:r>
              <a:rPr lang="en-US" altLang="en-US" sz="1200" dirty="0">
                <a:sym typeface="+mn-ea"/>
              </a:rPr>
              <a:t>³</a:t>
            </a:r>
            <a:r>
              <a:rPr lang="zh-CN" altLang="en-US" sz="1200" dirty="0">
                <a:sym typeface="+mn-ea"/>
              </a:rPr>
              <a:t>，位列青岛市前列</a:t>
            </a:r>
            <a:endParaRPr lang="zh-CN" altLang="en-US" sz="1200" dirty="0">
              <a:sym typeface="+mn-ea"/>
            </a:endParaRPr>
          </a:p>
        </p:txBody>
      </p:sp>
      <p:pic>
        <p:nvPicPr>
          <p:cNvPr id="18" name="图片 1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82390" y="7906385"/>
            <a:ext cx="2580005" cy="16344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/>
          <p:cNvSpPr txBox="1"/>
          <p:nvPr/>
        </p:nvSpPr>
        <p:spPr>
          <a:xfrm>
            <a:off x="923290" y="2174240"/>
            <a:ext cx="3432175" cy="379095"/>
          </a:xfrm>
          <a:prstGeom prst="rect">
            <a:avLst/>
          </a:prstGeom>
        </p:spPr>
        <p:txBody>
          <a:bodyPr vert="horz" lIns="84224" tIns="42112" rIns="84224" bIns="42112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500" b="1" kern="120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zh-CN" altLang="en-US" sz="1840" dirty="0">
                <a:solidFill>
                  <a:srgbClr val="00377A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sym typeface="+mn-ea"/>
              </a:rPr>
              <a:t>产品单位净值走势</a:t>
            </a:r>
            <a:endParaRPr lang="zh-CN" altLang="en-US" sz="1840" dirty="0">
              <a:solidFill>
                <a:srgbClr val="00377A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cxnSp>
        <p:nvCxnSpPr>
          <p:cNvPr id="11" name="直接连接符 10"/>
          <p:cNvCxnSpPr/>
          <p:nvPr/>
        </p:nvCxnSpPr>
        <p:spPr>
          <a:xfrm>
            <a:off x="739047" y="1958084"/>
            <a:ext cx="4425690" cy="0"/>
          </a:xfrm>
          <a:prstGeom prst="line">
            <a:avLst/>
          </a:prstGeom>
          <a:ln w="19050">
            <a:solidFill>
              <a:srgbClr val="0043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圆角矩形 22"/>
          <p:cNvSpPr/>
          <p:nvPr/>
        </p:nvSpPr>
        <p:spPr>
          <a:xfrm>
            <a:off x="460311" y="2168161"/>
            <a:ext cx="434280" cy="379403"/>
          </a:xfrm>
          <a:prstGeom prst="roundRect">
            <a:avLst>
              <a:gd name="adj" fmla="val 0"/>
            </a:avLst>
          </a:prstGeom>
          <a:solidFill>
            <a:srgbClr val="00377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60" dirty="0">
                <a:latin typeface="思源黑体 CN Regular" panose="020B0500000000000000" pitchFamily="34" charset="-122"/>
                <a:ea typeface="思源黑体 CN Regular" panose="020B0500000000000000" pitchFamily="34" charset="-122"/>
                <a:sym typeface="+mn-ea"/>
              </a:rPr>
              <a:t>06</a:t>
            </a:r>
            <a:endParaRPr kumimoji="1" lang="zh-CN" altLang="en-US" sz="1660" dirty="0">
              <a:latin typeface="思源黑体 CN Regular" panose="020B0500000000000000" pitchFamily="34" charset="-122"/>
              <a:ea typeface="思源黑体 CN Regular" panose="020B0500000000000000" pitchFamily="34" charset="-122"/>
            </a:endParaRPr>
          </a:p>
        </p:txBody>
      </p:sp>
      <p:pic>
        <p:nvPicPr>
          <p:cNvPr id="4" name="图片占位符 1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959" b="37959"/>
          <a:stretch>
            <a:fillRect/>
          </a:stretch>
        </p:blipFill>
        <p:spPr>
          <a:xfrm>
            <a:off x="0" y="10443"/>
            <a:ext cx="6857999" cy="1273277"/>
          </a:xfrm>
          <a:prstGeom prst="round2SameRect">
            <a:avLst>
              <a:gd name="adj1" fmla="val 0"/>
              <a:gd name="adj2" fmla="val 16186"/>
            </a:avLst>
          </a:prstGeom>
        </p:spPr>
      </p:pic>
      <p:sp>
        <p:nvSpPr>
          <p:cNvPr id="7" name="文本框 6"/>
          <p:cNvSpPr txBox="1"/>
          <p:nvPr/>
        </p:nvSpPr>
        <p:spPr>
          <a:xfrm>
            <a:off x="308008" y="11343844"/>
            <a:ext cx="6275670" cy="130302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en-US" altLang="zh-CN" sz="1050" b="1" dirty="0"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1</a:t>
            </a:r>
            <a:r>
              <a:rPr lang="zh-CN" altLang="en-US" sz="1050" b="1" dirty="0"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、本产品由交银国际信托有限公司发行及管理，本材料仅为面向合格投资者的宣传材料，不作为任何法律文件，请您认真阅读信托合同、产品说明书、风险申明书等法律文件，根据风险承受能力选择合适的产品。</a:t>
            </a:r>
            <a:endParaRPr lang="en-US" altLang="zh-CN" sz="1050" b="1" dirty="0">
              <a:latin typeface="思源黑体 CN Regular" panose="020B0500000000000000" pitchFamily="34" charset="-122"/>
              <a:ea typeface="思源黑体 CN Regular" panose="020B0500000000000000" pitchFamily="34" charset="-122"/>
            </a:endParaRPr>
          </a:p>
          <a:p>
            <a:pPr algn="just">
              <a:lnSpc>
                <a:spcPct val="125000"/>
              </a:lnSpc>
            </a:pPr>
            <a:r>
              <a:rPr lang="en-US" altLang="zh-CN" sz="1050" b="1" dirty="0"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2</a:t>
            </a:r>
            <a:r>
              <a:rPr lang="zh-CN" altLang="en-US" sz="1050" b="1" dirty="0"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、业绩比较基准是受托人基于产品性质、投资策略、过往经验等因素对产品设定的投资目标，不代表信托产品的未来表现和实际收益，不构成受托人对信托产品收益的承诺，上述信托产品并非保本保收益信托产品。</a:t>
            </a:r>
            <a:endParaRPr lang="zh-CN" altLang="en-US" sz="1050" b="1" dirty="0">
              <a:latin typeface="思源黑体 CN Regular" panose="020B0500000000000000" pitchFamily="34" charset="-122"/>
              <a:ea typeface="思源黑体 CN Regular" panose="020B0500000000000000" pitchFamily="34" charset="-122"/>
            </a:endParaRPr>
          </a:p>
        </p:txBody>
      </p:sp>
      <p:cxnSp>
        <p:nvCxnSpPr>
          <p:cNvPr id="17" name="直线连接符 10"/>
          <p:cNvCxnSpPr/>
          <p:nvPr/>
        </p:nvCxnSpPr>
        <p:spPr>
          <a:xfrm>
            <a:off x="511900" y="11010395"/>
            <a:ext cx="1553335" cy="4608"/>
          </a:xfrm>
          <a:prstGeom prst="line">
            <a:avLst/>
          </a:prstGeom>
          <a:ln w="15875" cmpd="sng">
            <a:gradFill flip="none" rotWithShape="1">
              <a:gsLst>
                <a:gs pos="32000">
                  <a:srgbClr val="00488D"/>
                </a:gs>
                <a:gs pos="75000">
                  <a:srgbClr val="1DBBE6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线连接符 10"/>
          <p:cNvCxnSpPr/>
          <p:nvPr/>
        </p:nvCxnSpPr>
        <p:spPr>
          <a:xfrm flipH="1" flipV="1">
            <a:off x="4819824" y="10965436"/>
            <a:ext cx="1603727" cy="12936"/>
          </a:xfrm>
          <a:prstGeom prst="line">
            <a:avLst/>
          </a:prstGeom>
          <a:ln w="15875" cmpd="sng">
            <a:gradFill flip="none" rotWithShape="1">
              <a:gsLst>
                <a:gs pos="32000">
                  <a:srgbClr val="00488D"/>
                </a:gs>
                <a:gs pos="75000">
                  <a:srgbClr val="1DBBE6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/>
          <p:cNvSpPr txBox="1"/>
          <p:nvPr/>
        </p:nvSpPr>
        <p:spPr>
          <a:xfrm>
            <a:off x="2096232" y="10782211"/>
            <a:ext cx="2805021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kumimoji="1" sz="3200" b="1">
                <a:solidFill>
                  <a:srgbClr val="B29A73"/>
                </a:solidFill>
                <a:latin typeface="Source Han Sans SC" panose="020B0500000000000000" pitchFamily="34" charset="-128"/>
                <a:ea typeface="Source Han Sans SC" panose="020B0500000000000000" pitchFamily="34" charset="-128"/>
              </a:defRPr>
            </a:lvl1pPr>
          </a:lstStyle>
          <a:p>
            <a:r>
              <a:rPr lang="zh-CN" altLang="en-US" sz="1800" dirty="0"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产品有风险，投资须谨慎</a:t>
            </a:r>
            <a:endParaRPr lang="zh-CN" altLang="en-US" sz="1800" dirty="0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30" name="椭圆 29"/>
          <p:cNvSpPr/>
          <p:nvPr/>
        </p:nvSpPr>
        <p:spPr>
          <a:xfrm>
            <a:off x="720191" y="1828412"/>
            <a:ext cx="66318" cy="66318"/>
          </a:xfrm>
          <a:prstGeom prst="ellipse">
            <a:avLst/>
          </a:prstGeom>
          <a:solidFill>
            <a:srgbClr val="00438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60">
              <a:latin typeface="思源黑体 CN Regular" panose="020B0500000000000000" pitchFamily="34" charset="-122"/>
              <a:ea typeface="思源黑体 CN Regular" panose="020B0500000000000000" pitchFamily="34" charset="-122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785930" y="1442202"/>
            <a:ext cx="5078095" cy="5448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kumimoji="1" sz="3200" b="1">
                <a:solidFill>
                  <a:srgbClr val="B29A73"/>
                </a:solidFill>
                <a:latin typeface="Source Han Sans SC" panose="020B0500000000000000" pitchFamily="34" charset="-128"/>
                <a:ea typeface="Source Han Sans SC" panose="020B0500000000000000" pitchFamily="34" charset="-128"/>
              </a:defRPr>
            </a:lvl1pPr>
          </a:lstStyle>
          <a:p>
            <a:r>
              <a:rPr lang="zh-CN" altLang="en-US" sz="2950" dirty="0"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交银国信･交鑫致远产品简介</a:t>
            </a:r>
            <a:endParaRPr lang="zh-CN" altLang="en-US" sz="2950" dirty="0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8" name="标题 1"/>
          <p:cNvSpPr txBox="1"/>
          <p:nvPr/>
        </p:nvSpPr>
        <p:spPr>
          <a:xfrm>
            <a:off x="849212" y="2783175"/>
            <a:ext cx="2208313" cy="379403"/>
          </a:xfrm>
          <a:prstGeom prst="rect">
            <a:avLst/>
          </a:prstGeom>
        </p:spPr>
        <p:txBody>
          <a:bodyPr vert="horz" lIns="84224" tIns="42112" rIns="84224" bIns="42112" rtlCol="0" anchor="b">
            <a:noAutofit/>
          </a:bodyPr>
          <a:lstStyle>
            <a:defPPr>
              <a:defRPr lang="en-US"/>
            </a:defPPr>
            <a:lvl1pPr defTabSz="914400">
              <a:lnSpc>
                <a:spcPct val="90000"/>
              </a:lnSpc>
              <a:spcBef>
                <a:spcPct val="0"/>
              </a:spcBef>
              <a:buNone/>
              <a:defRPr sz="1840" b="1">
                <a:solidFill>
                  <a:srgbClr val="00377A"/>
                </a:solidFill>
                <a:latin typeface="思源黑体 CN Regular" panose="020B0500000000000000" pitchFamily="34" charset="-122"/>
                <a:ea typeface="思源黑体 CN Regular" panose="020B0500000000000000" pitchFamily="34" charset="-122"/>
                <a:cs typeface="+mj-cs"/>
              </a:defRPr>
            </a:lvl1pPr>
          </a:lstStyle>
          <a:p>
            <a:r>
              <a:rPr lang="zh-CN" altLang="en-US"/>
              <a:t>底层资产</a:t>
            </a:r>
            <a:r>
              <a:rPr lang="en-US" altLang="zh-CN"/>
              <a:t>-</a:t>
            </a:r>
            <a:r>
              <a:rPr lang="zh-CN" altLang="en-US"/>
              <a:t>汇鑫</a:t>
            </a:r>
            <a:r>
              <a:rPr lang="en-US" altLang="zh-CN" dirty="0"/>
              <a:t>1</a:t>
            </a:r>
            <a:r>
              <a:rPr lang="zh-CN" altLang="en-US" dirty="0"/>
              <a:t>号</a:t>
            </a:r>
            <a:endParaRPr lang="zh-CN" altLang="en-US" dirty="0"/>
          </a:p>
        </p:txBody>
      </p:sp>
      <p:pic>
        <p:nvPicPr>
          <p:cNvPr id="12" name="图片 11" descr="荣誉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310" y="2807497"/>
            <a:ext cx="223242" cy="282535"/>
          </a:xfrm>
          <a:prstGeom prst="rect">
            <a:avLst/>
          </a:prstGeom>
        </p:spPr>
      </p:pic>
      <p:sp>
        <p:nvSpPr>
          <p:cNvPr id="20" name="标题 1"/>
          <p:cNvSpPr txBox="1"/>
          <p:nvPr/>
        </p:nvSpPr>
        <p:spPr>
          <a:xfrm>
            <a:off x="848995" y="5510530"/>
            <a:ext cx="2703830" cy="379095"/>
          </a:xfrm>
          <a:prstGeom prst="rect">
            <a:avLst/>
          </a:prstGeom>
        </p:spPr>
        <p:txBody>
          <a:bodyPr vert="horz" lIns="84224" tIns="42112" rIns="84224" bIns="42112" rtlCol="0" anchor="b">
            <a:noAutofit/>
          </a:bodyPr>
          <a:lstStyle>
            <a:defPPr>
              <a:defRPr lang="en-US"/>
            </a:defPPr>
            <a:lvl1pPr defTabSz="914400">
              <a:lnSpc>
                <a:spcPct val="90000"/>
              </a:lnSpc>
              <a:spcBef>
                <a:spcPct val="0"/>
              </a:spcBef>
              <a:buNone/>
              <a:defRPr sz="1840" b="1">
                <a:solidFill>
                  <a:srgbClr val="00377A"/>
                </a:solidFill>
                <a:latin typeface="思源黑体 CN Regular" panose="020B0500000000000000" pitchFamily="34" charset="-122"/>
                <a:ea typeface="思源黑体 CN Regular" panose="020B0500000000000000" pitchFamily="34" charset="-122"/>
                <a:cs typeface="+mj-cs"/>
              </a:defRPr>
            </a:lvl1pPr>
          </a:lstStyle>
          <a:p>
            <a:r>
              <a:rPr lang="zh-CN" altLang="en-US"/>
              <a:t>交鑫致远</a:t>
            </a:r>
            <a:r>
              <a:rPr lang="en-US" altLang="zh-CN" dirty="0"/>
              <a:t>6</a:t>
            </a:r>
            <a:r>
              <a:rPr lang="zh-CN" altLang="en-US"/>
              <a:t>个月</a:t>
            </a:r>
            <a:r>
              <a:rPr lang="en-US" altLang="zh-CN" dirty="0"/>
              <a:t>101</a:t>
            </a:r>
            <a:r>
              <a:rPr lang="zh-CN" altLang="en-US" dirty="0"/>
              <a:t>号</a:t>
            </a:r>
            <a:endParaRPr lang="zh-CN" altLang="en-US" dirty="0"/>
          </a:p>
        </p:txBody>
      </p:sp>
      <p:pic>
        <p:nvPicPr>
          <p:cNvPr id="21" name="图片 20" descr="荣誉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310" y="5528188"/>
            <a:ext cx="223242" cy="282535"/>
          </a:xfrm>
          <a:prstGeom prst="rect">
            <a:avLst/>
          </a:prstGeom>
        </p:spPr>
      </p:pic>
      <p:sp>
        <p:nvSpPr>
          <p:cNvPr id="23" name="标题 1"/>
          <p:cNvSpPr txBox="1"/>
          <p:nvPr/>
        </p:nvSpPr>
        <p:spPr>
          <a:xfrm>
            <a:off x="848995" y="8153400"/>
            <a:ext cx="2626995" cy="379095"/>
          </a:xfrm>
          <a:prstGeom prst="rect">
            <a:avLst/>
          </a:prstGeom>
        </p:spPr>
        <p:txBody>
          <a:bodyPr vert="horz" lIns="84224" tIns="42112" rIns="84224" bIns="42112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500" b="1" kern="120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zh-CN" altLang="en-US" sz="1840" dirty="0">
                <a:solidFill>
                  <a:srgbClr val="00377A"/>
                </a:solidFill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交鑫致远</a:t>
            </a:r>
            <a:r>
              <a:rPr lang="en-US" altLang="zh-CN" sz="1840" dirty="0">
                <a:solidFill>
                  <a:srgbClr val="00377A"/>
                </a:solidFill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6</a:t>
            </a:r>
            <a:r>
              <a:rPr lang="zh-CN" altLang="en-US" sz="1840" dirty="0">
                <a:solidFill>
                  <a:srgbClr val="00377A"/>
                </a:solidFill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个月</a:t>
            </a:r>
            <a:r>
              <a:rPr lang="en-US" altLang="zh-CN" sz="1840" dirty="0">
                <a:solidFill>
                  <a:srgbClr val="00377A"/>
                </a:solidFill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102</a:t>
            </a:r>
            <a:r>
              <a:rPr lang="zh-CN" altLang="en-US" sz="1840" dirty="0">
                <a:solidFill>
                  <a:srgbClr val="00377A"/>
                </a:solidFill>
                <a:latin typeface="思源黑体 CN Regular" panose="020B0500000000000000" pitchFamily="34" charset="-122"/>
                <a:ea typeface="思源黑体 CN Regular" panose="020B0500000000000000" pitchFamily="34" charset="-122"/>
              </a:rPr>
              <a:t>号</a:t>
            </a:r>
            <a:endParaRPr lang="zh-CN" altLang="en-US" sz="1840" dirty="0">
              <a:solidFill>
                <a:srgbClr val="00377A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pic>
        <p:nvPicPr>
          <p:cNvPr id="24" name="图片 23" descr="荣誉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310" y="8171074"/>
            <a:ext cx="223242" cy="282535"/>
          </a:xfrm>
          <a:prstGeom prst="rect">
            <a:avLst/>
          </a:prstGeom>
        </p:spPr>
      </p:pic>
      <p:graphicFrame>
        <p:nvGraphicFramePr>
          <p:cNvPr id="3" name="chart_产品一页通_P83800"/>
          <p:cNvGraphicFramePr/>
          <p:nvPr/>
        </p:nvGraphicFramePr>
        <p:xfrm>
          <a:off x="307975" y="8532495"/>
          <a:ext cx="6350000" cy="2222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5" name="chart_产品一页通_P83600"/>
          <p:cNvGraphicFramePr/>
          <p:nvPr/>
        </p:nvGraphicFramePr>
        <p:xfrm>
          <a:off x="307975" y="5879465"/>
          <a:ext cx="6350000" cy="2222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_产品一页通_OA4400"/>
          <p:cNvGraphicFramePr/>
          <p:nvPr/>
        </p:nvGraphicFramePr>
        <p:xfrm>
          <a:off x="307975" y="3194050"/>
          <a:ext cx="6350000" cy="2222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tags/tag1.xml><?xml version="1.0" encoding="utf-8"?>
<p:tagLst xmlns:p="http://schemas.openxmlformats.org/presentationml/2006/main">
  <p:tag name="COMMONDATA" val="eyJoZGlkIjoiZGUzN2E2ZDY3MjhjMmNlZjE4Nzc5MTQyYzEzODIwMDAifQ=="/>
</p:tagLst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2434</Words>
  <Application>WPS 演示</Application>
  <PresentationFormat>自定义</PresentationFormat>
  <Paragraphs>212</Paragraphs>
  <Slides>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26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31" baseType="lpstr">
      <vt:lpstr>Arial</vt:lpstr>
      <vt:lpstr>宋体</vt:lpstr>
      <vt:lpstr>Wingdings</vt:lpstr>
      <vt:lpstr>思源黑体 CN Normal</vt:lpstr>
      <vt:lpstr>Times New Roman</vt:lpstr>
      <vt:lpstr>思源黑体 CN Bold</vt:lpstr>
      <vt:lpstr>黑体</vt:lpstr>
      <vt:lpstr>思源黑体 CN Regular</vt:lpstr>
      <vt:lpstr>Source Han Sans SC</vt:lpstr>
      <vt:lpstr>Calibri</vt:lpstr>
      <vt:lpstr>KSOF28C8607A</vt:lpstr>
      <vt:lpstr>Sarasa Fixed CL Light</vt:lpstr>
      <vt:lpstr>KSOF954951BB</vt:lpstr>
      <vt:lpstr>KSOF9549C61A</vt:lpstr>
      <vt:lpstr>KSOF28C8D4D9</vt:lpstr>
      <vt:lpstr>微软雅黑</vt:lpstr>
      <vt:lpstr>Arial Unicode MS</vt:lpstr>
      <vt:lpstr>等线 Light</vt:lpstr>
      <vt:lpstr>Calibri Light</vt:lpstr>
      <vt:lpstr>等线</vt:lpstr>
      <vt:lpstr>KSOFD72470BC</vt:lpstr>
      <vt:lpstr>Wingdings</vt:lpstr>
      <vt:lpstr>思源黑体 CN Bold</vt:lpstr>
      <vt:lpstr>思源黑体 CN Normal</vt:lpstr>
      <vt:lpstr>思源黑体 CN Regular</vt:lpstr>
      <vt:lpstr>Yu Gothic UI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伊梦 曹</dc:creator>
  <cp:lastModifiedBy>江怡葑</cp:lastModifiedBy>
  <cp:revision>172</cp:revision>
  <dcterms:created xsi:type="dcterms:W3CDTF">2025-04-28T13:44:00Z</dcterms:created>
  <dcterms:modified xsi:type="dcterms:W3CDTF">2026-07-03T09:06:10Z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908B7E172CE44A3C8B2B79F4D7622385_13</vt:lpwstr>
  </property>
  <property fmtid="{D5CDD505-2E9C-101B-9397-08002B2CF9AE}" pid="3" name="KSOProductBuildVer">
    <vt:lpwstr>2052-12.1.0.26895</vt:lpwstr>
  </property>
</Properties>
</file>